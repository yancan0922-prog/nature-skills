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0_o00000"/>
          <p:cNvSpPr/>
          <p:nvPr/>
        </p:nvSpPr>
        <p:spPr>
          <a:xfrm>
            <a:off x="1855189" y="2759607"/>
            <a:ext cx="56626" cy="5662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0_o00001"/>
          <p:cNvSpPr/>
          <p:nvPr/>
        </p:nvSpPr>
        <p:spPr>
          <a:xfrm>
            <a:off x="1863117" y="2766685"/>
            <a:ext cx="27520" cy="2752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0_o00002"/>
          <p:cNvSpPr/>
          <p:nvPr/>
        </p:nvSpPr>
        <p:spPr>
          <a:xfrm>
            <a:off x="1863117" y="2766685"/>
            <a:ext cx="17200" cy="1720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0_o00003"/>
          <p:cNvSpPr/>
          <p:nvPr/>
        </p:nvSpPr>
        <p:spPr>
          <a:xfrm>
            <a:off x="1842731" y="2753378"/>
            <a:ext cx="32277" cy="3227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0_o00004"/>
          <p:cNvSpPr/>
          <p:nvPr/>
        </p:nvSpPr>
        <p:spPr>
          <a:xfrm>
            <a:off x="1847250" y="2757412"/>
            <a:ext cx="15687" cy="1568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0_o00005"/>
          <p:cNvSpPr/>
          <p:nvPr/>
        </p:nvSpPr>
        <p:spPr>
          <a:xfrm>
            <a:off x="1847250" y="2757412"/>
            <a:ext cx="9804" cy="98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0_o00006"/>
          <p:cNvSpPr/>
          <p:nvPr/>
        </p:nvSpPr>
        <p:spPr>
          <a:xfrm>
            <a:off x="1892845" y="2783107"/>
            <a:ext cx="32277" cy="3227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0_o00007"/>
          <p:cNvSpPr/>
          <p:nvPr/>
        </p:nvSpPr>
        <p:spPr>
          <a:xfrm>
            <a:off x="1897364" y="2787141"/>
            <a:ext cx="15687" cy="1568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0_o00008"/>
          <p:cNvSpPr/>
          <p:nvPr/>
        </p:nvSpPr>
        <p:spPr>
          <a:xfrm>
            <a:off x="1897364" y="2787141"/>
            <a:ext cx="9804" cy="98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0_o00009"/>
          <p:cNvSpPr/>
          <p:nvPr/>
        </p:nvSpPr>
        <p:spPr>
          <a:xfrm>
            <a:off x="2146500" y="3147210"/>
            <a:ext cx="70876" cy="7087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0_o00010"/>
          <p:cNvSpPr/>
          <p:nvPr/>
        </p:nvSpPr>
        <p:spPr>
          <a:xfrm>
            <a:off x="2156422" y="3156069"/>
            <a:ext cx="34446" cy="3444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0_o00011"/>
          <p:cNvSpPr/>
          <p:nvPr/>
        </p:nvSpPr>
        <p:spPr>
          <a:xfrm>
            <a:off x="2156422" y="3156069"/>
            <a:ext cx="21528" cy="2152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0_o00012"/>
          <p:cNvSpPr/>
          <p:nvPr/>
        </p:nvSpPr>
        <p:spPr>
          <a:xfrm>
            <a:off x="2684692" y="2568769"/>
            <a:ext cx="32452" cy="3245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0_o00013"/>
          <p:cNvSpPr/>
          <p:nvPr/>
        </p:nvSpPr>
        <p:spPr>
          <a:xfrm>
            <a:off x="2689235" y="2572825"/>
            <a:ext cx="15772" cy="1577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0_o00014"/>
          <p:cNvSpPr/>
          <p:nvPr/>
        </p:nvSpPr>
        <p:spPr>
          <a:xfrm>
            <a:off x="2689235" y="2572825"/>
            <a:ext cx="9857" cy="985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0_o00015"/>
          <p:cNvSpPr/>
          <p:nvPr/>
        </p:nvSpPr>
        <p:spPr>
          <a:xfrm>
            <a:off x="2677552" y="2565199"/>
            <a:ext cx="18498" cy="1849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0_o00016"/>
          <p:cNvSpPr/>
          <p:nvPr/>
        </p:nvSpPr>
        <p:spPr>
          <a:xfrm>
            <a:off x="2680142" y="2567511"/>
            <a:ext cx="8990" cy="899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0_o00017"/>
          <p:cNvSpPr/>
          <p:nvPr/>
        </p:nvSpPr>
        <p:spPr>
          <a:xfrm>
            <a:off x="2680142" y="2567511"/>
            <a:ext cx="5619" cy="56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0_o00018"/>
          <p:cNvSpPr/>
          <p:nvPr/>
        </p:nvSpPr>
        <p:spPr>
          <a:xfrm>
            <a:off x="2706272" y="2582237"/>
            <a:ext cx="18498" cy="1849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0_o00019"/>
          <p:cNvSpPr/>
          <p:nvPr/>
        </p:nvSpPr>
        <p:spPr>
          <a:xfrm>
            <a:off x="2708862" y="2584549"/>
            <a:ext cx="8990" cy="899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0_o00020"/>
          <p:cNvSpPr/>
          <p:nvPr/>
        </p:nvSpPr>
        <p:spPr>
          <a:xfrm>
            <a:off x="2708862" y="2584549"/>
            <a:ext cx="5619" cy="56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0_o00021"/>
          <p:cNvSpPr/>
          <p:nvPr/>
        </p:nvSpPr>
        <p:spPr>
          <a:xfrm>
            <a:off x="1468165" y="1682243"/>
            <a:ext cx="45883" cy="4588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0_o00022"/>
          <p:cNvSpPr/>
          <p:nvPr/>
        </p:nvSpPr>
        <p:spPr>
          <a:xfrm>
            <a:off x="1474588" y="1687979"/>
            <a:ext cx="22299" cy="2229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0_o00023"/>
          <p:cNvSpPr/>
          <p:nvPr/>
        </p:nvSpPr>
        <p:spPr>
          <a:xfrm>
            <a:off x="1474588" y="1687979"/>
            <a:ext cx="13937" cy="1393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0_o00024"/>
          <p:cNvSpPr/>
          <p:nvPr/>
        </p:nvSpPr>
        <p:spPr>
          <a:xfrm>
            <a:off x="1458070" y="1677196"/>
            <a:ext cx="26154" cy="2615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0_o00025"/>
          <p:cNvSpPr/>
          <p:nvPr/>
        </p:nvSpPr>
        <p:spPr>
          <a:xfrm>
            <a:off x="1461732" y="1680465"/>
            <a:ext cx="12711" cy="1271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0_o00026"/>
          <p:cNvSpPr/>
          <p:nvPr/>
        </p:nvSpPr>
        <p:spPr>
          <a:xfrm>
            <a:off x="1461732" y="1680465"/>
            <a:ext cx="7944" cy="794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0_o00027"/>
          <p:cNvSpPr/>
          <p:nvPr/>
        </p:nvSpPr>
        <p:spPr>
          <a:xfrm>
            <a:off x="1498677" y="1701285"/>
            <a:ext cx="26154" cy="2615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0_o00028"/>
          <p:cNvSpPr/>
          <p:nvPr/>
        </p:nvSpPr>
        <p:spPr>
          <a:xfrm>
            <a:off x="1502339" y="1704554"/>
            <a:ext cx="12711" cy="1271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0_o00029"/>
          <p:cNvSpPr/>
          <p:nvPr/>
        </p:nvSpPr>
        <p:spPr>
          <a:xfrm>
            <a:off x="1502339" y="1704554"/>
            <a:ext cx="7944" cy="794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0_o00030"/>
          <p:cNvSpPr/>
          <p:nvPr/>
        </p:nvSpPr>
        <p:spPr>
          <a:xfrm>
            <a:off x="279481" y="1591359"/>
            <a:ext cx="97154" cy="9715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0_o00031"/>
          <p:cNvSpPr/>
          <p:nvPr/>
        </p:nvSpPr>
        <p:spPr>
          <a:xfrm>
            <a:off x="293082" y="1603503"/>
            <a:ext cx="47217" cy="4721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0_o00032"/>
          <p:cNvSpPr/>
          <p:nvPr/>
        </p:nvSpPr>
        <p:spPr>
          <a:xfrm>
            <a:off x="293082" y="1603503"/>
            <a:ext cx="29511" cy="2951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0_o00033"/>
          <p:cNvSpPr/>
          <p:nvPr/>
        </p:nvSpPr>
        <p:spPr>
          <a:xfrm>
            <a:off x="2231218" y="1498438"/>
            <a:ext cx="33197" cy="3319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0_o00034"/>
          <p:cNvSpPr/>
          <p:nvPr/>
        </p:nvSpPr>
        <p:spPr>
          <a:xfrm>
            <a:off x="2235866" y="1502588"/>
            <a:ext cx="16134" cy="1613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0_o00035"/>
          <p:cNvSpPr/>
          <p:nvPr/>
        </p:nvSpPr>
        <p:spPr>
          <a:xfrm>
            <a:off x="2235866" y="1502588"/>
            <a:ext cx="10084" cy="1008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0_o00036"/>
          <p:cNvSpPr/>
          <p:nvPr/>
        </p:nvSpPr>
        <p:spPr>
          <a:xfrm>
            <a:off x="2223915" y="1494787"/>
            <a:ext cx="18922" cy="1892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0_o00037"/>
          <p:cNvSpPr/>
          <p:nvPr/>
        </p:nvSpPr>
        <p:spPr>
          <a:xfrm>
            <a:off x="2226564" y="1497152"/>
            <a:ext cx="9196" cy="919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0_o00038"/>
          <p:cNvSpPr/>
          <p:nvPr/>
        </p:nvSpPr>
        <p:spPr>
          <a:xfrm>
            <a:off x="2226564" y="1497152"/>
            <a:ext cx="5748" cy="574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0_o00039"/>
          <p:cNvSpPr/>
          <p:nvPr/>
        </p:nvSpPr>
        <p:spPr>
          <a:xfrm>
            <a:off x="2253294" y="1512215"/>
            <a:ext cx="18922" cy="1892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0_o00040"/>
          <p:cNvSpPr/>
          <p:nvPr/>
        </p:nvSpPr>
        <p:spPr>
          <a:xfrm>
            <a:off x="2255943" y="1514580"/>
            <a:ext cx="9196" cy="919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0_o00041"/>
          <p:cNvSpPr/>
          <p:nvPr/>
        </p:nvSpPr>
        <p:spPr>
          <a:xfrm>
            <a:off x="2255943" y="1514580"/>
            <a:ext cx="5748" cy="574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0_o00042"/>
          <p:cNvSpPr/>
          <p:nvPr/>
        </p:nvSpPr>
        <p:spPr>
          <a:xfrm>
            <a:off x="1822335" y="1395826"/>
            <a:ext cx="94534" cy="9453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0_o00043"/>
          <p:cNvSpPr/>
          <p:nvPr/>
        </p:nvSpPr>
        <p:spPr>
          <a:xfrm>
            <a:off x="1835570" y="1407643"/>
            <a:ext cx="45944" cy="45944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0_o00044"/>
          <p:cNvSpPr/>
          <p:nvPr/>
        </p:nvSpPr>
        <p:spPr>
          <a:xfrm>
            <a:off x="1835570" y="1407643"/>
            <a:ext cx="28715" cy="2871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0_o00045"/>
          <p:cNvSpPr/>
          <p:nvPr/>
        </p:nvSpPr>
        <p:spPr>
          <a:xfrm>
            <a:off x="801595" y="1609914"/>
            <a:ext cx="54584" cy="5458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0_o00046"/>
          <p:cNvSpPr/>
          <p:nvPr/>
        </p:nvSpPr>
        <p:spPr>
          <a:xfrm>
            <a:off x="809237" y="1616737"/>
            <a:ext cx="26528" cy="2652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0_o00047"/>
          <p:cNvSpPr/>
          <p:nvPr/>
        </p:nvSpPr>
        <p:spPr>
          <a:xfrm>
            <a:off x="809237" y="1616737"/>
            <a:ext cx="16580" cy="1658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0_o00048"/>
          <p:cNvSpPr/>
          <p:nvPr/>
        </p:nvSpPr>
        <p:spPr>
          <a:xfrm>
            <a:off x="789586" y="1603910"/>
            <a:ext cx="31113" cy="311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0_o00049"/>
          <p:cNvSpPr/>
          <p:nvPr/>
        </p:nvSpPr>
        <p:spPr>
          <a:xfrm>
            <a:off x="793942" y="1607799"/>
            <a:ext cx="15121" cy="1512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0_o00050"/>
          <p:cNvSpPr/>
          <p:nvPr/>
        </p:nvSpPr>
        <p:spPr>
          <a:xfrm>
            <a:off x="793942" y="1607799"/>
            <a:ext cx="9451" cy="945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0_o00051"/>
          <p:cNvSpPr/>
          <p:nvPr/>
        </p:nvSpPr>
        <p:spPr>
          <a:xfrm>
            <a:off x="837894" y="1632566"/>
            <a:ext cx="31113" cy="311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0_o00052"/>
          <p:cNvSpPr/>
          <p:nvPr/>
        </p:nvSpPr>
        <p:spPr>
          <a:xfrm>
            <a:off x="842249" y="1636456"/>
            <a:ext cx="15121" cy="1512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0_o00053"/>
          <p:cNvSpPr/>
          <p:nvPr/>
        </p:nvSpPr>
        <p:spPr>
          <a:xfrm>
            <a:off x="842249" y="1636456"/>
            <a:ext cx="9451" cy="945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0_o00054"/>
          <p:cNvSpPr/>
          <p:nvPr/>
        </p:nvSpPr>
        <p:spPr>
          <a:xfrm>
            <a:off x="1008109" y="3243796"/>
            <a:ext cx="48912" cy="4891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0_o00055"/>
          <p:cNvSpPr/>
          <p:nvPr/>
        </p:nvSpPr>
        <p:spPr>
          <a:xfrm>
            <a:off x="1014957" y="3249910"/>
            <a:ext cx="23771" cy="2377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0_o00056"/>
          <p:cNvSpPr/>
          <p:nvPr/>
        </p:nvSpPr>
        <p:spPr>
          <a:xfrm>
            <a:off x="1014957" y="3249910"/>
            <a:ext cx="14857" cy="1485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0_o00057"/>
          <p:cNvSpPr/>
          <p:nvPr/>
        </p:nvSpPr>
        <p:spPr>
          <a:xfrm>
            <a:off x="997348" y="3238415"/>
            <a:ext cx="27880" cy="2788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0_o00058"/>
          <p:cNvSpPr/>
          <p:nvPr/>
        </p:nvSpPr>
        <p:spPr>
          <a:xfrm>
            <a:off x="1001252" y="3241900"/>
            <a:ext cx="13550" cy="1355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0_o00059"/>
          <p:cNvSpPr/>
          <p:nvPr/>
        </p:nvSpPr>
        <p:spPr>
          <a:xfrm>
            <a:off x="1001252" y="3241900"/>
            <a:ext cx="8469" cy="846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0_o00060"/>
          <p:cNvSpPr/>
          <p:nvPr/>
        </p:nvSpPr>
        <p:spPr>
          <a:xfrm>
            <a:off x="1040636" y="3264094"/>
            <a:ext cx="27880" cy="2788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0_o00061"/>
          <p:cNvSpPr/>
          <p:nvPr/>
        </p:nvSpPr>
        <p:spPr>
          <a:xfrm>
            <a:off x="1044539" y="3267579"/>
            <a:ext cx="13550" cy="1355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0_o00062"/>
          <p:cNvSpPr/>
          <p:nvPr/>
        </p:nvSpPr>
        <p:spPr>
          <a:xfrm>
            <a:off x="1044539" y="3267579"/>
            <a:ext cx="8469" cy="846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0_o00063"/>
          <p:cNvSpPr/>
          <p:nvPr/>
        </p:nvSpPr>
        <p:spPr>
          <a:xfrm>
            <a:off x="788293" y="3194762"/>
            <a:ext cx="57329" cy="5732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0_o00064"/>
          <p:cNvSpPr/>
          <p:nvPr/>
        </p:nvSpPr>
        <p:spPr>
          <a:xfrm>
            <a:off x="796319" y="3201928"/>
            <a:ext cx="27862" cy="2786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0_o00065"/>
          <p:cNvSpPr/>
          <p:nvPr/>
        </p:nvSpPr>
        <p:spPr>
          <a:xfrm>
            <a:off x="796319" y="3201928"/>
            <a:ext cx="17414" cy="1741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0_o00066"/>
          <p:cNvSpPr/>
          <p:nvPr/>
        </p:nvSpPr>
        <p:spPr>
          <a:xfrm>
            <a:off x="775680" y="3188455"/>
            <a:ext cx="32678" cy="3267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0_o00067"/>
          <p:cNvSpPr/>
          <p:nvPr/>
        </p:nvSpPr>
        <p:spPr>
          <a:xfrm>
            <a:off x="780255" y="3192540"/>
            <a:ext cx="15881" cy="1588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0_o00068"/>
          <p:cNvSpPr/>
          <p:nvPr/>
        </p:nvSpPr>
        <p:spPr>
          <a:xfrm>
            <a:off x="780255" y="3192540"/>
            <a:ext cx="9926" cy="992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0_o00069"/>
          <p:cNvSpPr/>
          <p:nvPr/>
        </p:nvSpPr>
        <p:spPr>
          <a:xfrm>
            <a:off x="826417" y="3218553"/>
            <a:ext cx="32678" cy="3267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0_o00070"/>
          <p:cNvSpPr/>
          <p:nvPr/>
        </p:nvSpPr>
        <p:spPr>
          <a:xfrm>
            <a:off x="830992" y="3222638"/>
            <a:ext cx="15881" cy="1588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0_o00071"/>
          <p:cNvSpPr/>
          <p:nvPr/>
        </p:nvSpPr>
        <p:spPr>
          <a:xfrm>
            <a:off x="830992" y="3222638"/>
            <a:ext cx="9926" cy="992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0_o00072"/>
          <p:cNvSpPr/>
          <p:nvPr/>
        </p:nvSpPr>
        <p:spPr>
          <a:xfrm>
            <a:off x="2547658" y="1792648"/>
            <a:ext cx="53404" cy="5340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0_o00073"/>
          <p:cNvSpPr/>
          <p:nvPr/>
        </p:nvSpPr>
        <p:spPr>
          <a:xfrm>
            <a:off x="2555135" y="1799323"/>
            <a:ext cx="25954" cy="25954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0_o00074"/>
          <p:cNvSpPr/>
          <p:nvPr/>
        </p:nvSpPr>
        <p:spPr>
          <a:xfrm>
            <a:off x="2555135" y="1799323"/>
            <a:ext cx="16221" cy="1622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0_o00075"/>
          <p:cNvSpPr/>
          <p:nvPr/>
        </p:nvSpPr>
        <p:spPr>
          <a:xfrm>
            <a:off x="626817" y="1269054"/>
            <a:ext cx="78892" cy="7889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0_o00076"/>
          <p:cNvSpPr/>
          <p:nvPr/>
        </p:nvSpPr>
        <p:spPr>
          <a:xfrm>
            <a:off x="637861" y="1278916"/>
            <a:ext cx="38341" cy="3834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0_o00077"/>
          <p:cNvSpPr/>
          <p:nvPr/>
        </p:nvSpPr>
        <p:spPr>
          <a:xfrm>
            <a:off x="637861" y="1278916"/>
            <a:ext cx="23963" cy="2396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0_o00078"/>
          <p:cNvSpPr/>
          <p:nvPr/>
        </p:nvSpPr>
        <p:spPr>
          <a:xfrm>
            <a:off x="272336" y="2617412"/>
            <a:ext cx="61800" cy="6180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0_o00079"/>
          <p:cNvSpPr/>
          <p:nvPr/>
        </p:nvSpPr>
        <p:spPr>
          <a:xfrm>
            <a:off x="280988" y="2625137"/>
            <a:ext cx="30035" cy="3003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0_o00080"/>
          <p:cNvSpPr/>
          <p:nvPr/>
        </p:nvSpPr>
        <p:spPr>
          <a:xfrm>
            <a:off x="280988" y="2625137"/>
            <a:ext cx="18772" cy="1877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0_o00081"/>
          <p:cNvSpPr/>
          <p:nvPr/>
        </p:nvSpPr>
        <p:spPr>
          <a:xfrm>
            <a:off x="2346587" y="2181286"/>
            <a:ext cx="71785" cy="7178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0_o00082"/>
          <p:cNvSpPr/>
          <p:nvPr/>
        </p:nvSpPr>
        <p:spPr>
          <a:xfrm>
            <a:off x="2356637" y="2190259"/>
            <a:ext cx="34887" cy="3488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0_o00083"/>
          <p:cNvSpPr/>
          <p:nvPr/>
        </p:nvSpPr>
        <p:spPr>
          <a:xfrm>
            <a:off x="2356637" y="2190259"/>
            <a:ext cx="21805" cy="2180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0_o00084"/>
          <p:cNvSpPr/>
          <p:nvPr/>
        </p:nvSpPr>
        <p:spPr>
          <a:xfrm>
            <a:off x="2077165" y="1275796"/>
            <a:ext cx="29819" cy="2981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0_o00085"/>
          <p:cNvSpPr/>
          <p:nvPr/>
        </p:nvSpPr>
        <p:spPr>
          <a:xfrm>
            <a:off x="2081340" y="1279523"/>
            <a:ext cx="14492" cy="1449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0_o00086"/>
          <p:cNvSpPr/>
          <p:nvPr/>
        </p:nvSpPr>
        <p:spPr>
          <a:xfrm>
            <a:off x="2081340" y="1279523"/>
            <a:ext cx="9057" cy="905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0_o00087"/>
          <p:cNvSpPr/>
          <p:nvPr/>
        </p:nvSpPr>
        <p:spPr>
          <a:xfrm>
            <a:off x="2070605" y="1272516"/>
            <a:ext cx="16997" cy="1699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0_o00088"/>
          <p:cNvSpPr/>
          <p:nvPr/>
        </p:nvSpPr>
        <p:spPr>
          <a:xfrm>
            <a:off x="2072984" y="1274641"/>
            <a:ext cx="8260" cy="82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0_o00089"/>
          <p:cNvSpPr/>
          <p:nvPr/>
        </p:nvSpPr>
        <p:spPr>
          <a:xfrm>
            <a:off x="2072984" y="1274641"/>
            <a:ext cx="5163" cy="516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0_o00090"/>
          <p:cNvSpPr/>
          <p:nvPr/>
        </p:nvSpPr>
        <p:spPr>
          <a:xfrm>
            <a:off x="2096994" y="1288171"/>
            <a:ext cx="16997" cy="1699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0_o00091"/>
          <p:cNvSpPr/>
          <p:nvPr/>
        </p:nvSpPr>
        <p:spPr>
          <a:xfrm>
            <a:off x="2099374" y="1290295"/>
            <a:ext cx="8260" cy="82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0_o00092"/>
          <p:cNvSpPr/>
          <p:nvPr/>
        </p:nvSpPr>
        <p:spPr>
          <a:xfrm>
            <a:off x="2099374" y="1290295"/>
            <a:ext cx="5163" cy="516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0_o00093"/>
          <p:cNvSpPr/>
          <p:nvPr/>
        </p:nvSpPr>
        <p:spPr>
          <a:xfrm>
            <a:off x="2162353" y="2968496"/>
            <a:ext cx="89656" cy="8965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0_o00094"/>
          <p:cNvSpPr/>
          <p:nvPr/>
        </p:nvSpPr>
        <p:spPr>
          <a:xfrm>
            <a:off x="2174905" y="2979703"/>
            <a:ext cx="43573" cy="4357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0_o00095"/>
          <p:cNvSpPr/>
          <p:nvPr/>
        </p:nvSpPr>
        <p:spPr>
          <a:xfrm>
            <a:off x="2174905" y="2979703"/>
            <a:ext cx="27233" cy="2723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0_o00096"/>
          <p:cNvSpPr/>
          <p:nvPr/>
        </p:nvSpPr>
        <p:spPr>
          <a:xfrm>
            <a:off x="1205442" y="2407725"/>
            <a:ext cx="46452" cy="4645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0_o00097"/>
          <p:cNvSpPr/>
          <p:nvPr/>
        </p:nvSpPr>
        <p:spPr>
          <a:xfrm>
            <a:off x="1211946" y="2413531"/>
            <a:ext cx="22576" cy="2257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0_o00098"/>
          <p:cNvSpPr/>
          <p:nvPr/>
        </p:nvSpPr>
        <p:spPr>
          <a:xfrm>
            <a:off x="1211946" y="2413531"/>
            <a:ext cx="14110" cy="1411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0_o00099"/>
          <p:cNvSpPr/>
          <p:nvPr/>
        </p:nvSpPr>
        <p:spPr>
          <a:xfrm>
            <a:off x="712200" y="3210586"/>
            <a:ext cx="87790" cy="8779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0_o00100"/>
          <p:cNvSpPr/>
          <p:nvPr/>
        </p:nvSpPr>
        <p:spPr>
          <a:xfrm>
            <a:off x="724491" y="3221560"/>
            <a:ext cx="42666" cy="4266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0_o00101"/>
          <p:cNvSpPr/>
          <p:nvPr/>
        </p:nvSpPr>
        <p:spPr>
          <a:xfrm>
            <a:off x="724491" y="3221560"/>
            <a:ext cx="26666" cy="2666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0_o00102"/>
          <p:cNvSpPr/>
          <p:nvPr/>
        </p:nvSpPr>
        <p:spPr>
          <a:xfrm>
            <a:off x="2633761" y="3193554"/>
            <a:ext cx="64414" cy="6441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0_o00103"/>
          <p:cNvSpPr/>
          <p:nvPr/>
        </p:nvSpPr>
        <p:spPr>
          <a:xfrm>
            <a:off x="2642779" y="3201606"/>
            <a:ext cx="31305" cy="3130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0_o00104"/>
          <p:cNvSpPr/>
          <p:nvPr/>
        </p:nvSpPr>
        <p:spPr>
          <a:xfrm>
            <a:off x="2642779" y="3201606"/>
            <a:ext cx="19566" cy="1956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0_o00105"/>
          <p:cNvSpPr/>
          <p:nvPr/>
        </p:nvSpPr>
        <p:spPr>
          <a:xfrm>
            <a:off x="1589333" y="2818174"/>
            <a:ext cx="87362" cy="8736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0_o00106"/>
          <p:cNvSpPr/>
          <p:nvPr/>
        </p:nvSpPr>
        <p:spPr>
          <a:xfrm>
            <a:off x="1601564" y="2829094"/>
            <a:ext cx="42458" cy="4245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0_o00107"/>
          <p:cNvSpPr/>
          <p:nvPr/>
        </p:nvSpPr>
        <p:spPr>
          <a:xfrm>
            <a:off x="1601564" y="2829094"/>
            <a:ext cx="26536" cy="2653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0_o00108"/>
          <p:cNvSpPr/>
          <p:nvPr/>
        </p:nvSpPr>
        <p:spPr>
          <a:xfrm>
            <a:off x="2278734" y="2996276"/>
            <a:ext cx="98872" cy="9887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0_o00109"/>
          <p:cNvSpPr/>
          <p:nvPr/>
        </p:nvSpPr>
        <p:spPr>
          <a:xfrm>
            <a:off x="2292576" y="3008635"/>
            <a:ext cx="48052" cy="4805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0_o00110"/>
          <p:cNvSpPr/>
          <p:nvPr/>
        </p:nvSpPr>
        <p:spPr>
          <a:xfrm>
            <a:off x="2292576" y="3008635"/>
            <a:ext cx="30032" cy="3003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0_o00111"/>
          <p:cNvSpPr/>
          <p:nvPr/>
        </p:nvSpPr>
        <p:spPr>
          <a:xfrm>
            <a:off x="499230" y="1883115"/>
            <a:ext cx="55916" cy="5591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0_o00112"/>
          <p:cNvSpPr/>
          <p:nvPr/>
        </p:nvSpPr>
        <p:spPr>
          <a:xfrm>
            <a:off x="507058" y="1890104"/>
            <a:ext cx="27175" cy="2717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0_o00113"/>
          <p:cNvSpPr/>
          <p:nvPr/>
        </p:nvSpPr>
        <p:spPr>
          <a:xfrm>
            <a:off x="507058" y="1890104"/>
            <a:ext cx="16984" cy="1698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0_o00114"/>
          <p:cNvSpPr/>
          <p:nvPr/>
        </p:nvSpPr>
        <p:spPr>
          <a:xfrm>
            <a:off x="486928" y="1876964"/>
            <a:ext cx="31872" cy="3187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0_o00115"/>
          <p:cNvSpPr/>
          <p:nvPr/>
        </p:nvSpPr>
        <p:spPr>
          <a:xfrm>
            <a:off x="491390" y="1880948"/>
            <a:ext cx="15490" cy="1549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0_o00116"/>
          <p:cNvSpPr/>
          <p:nvPr/>
        </p:nvSpPr>
        <p:spPr>
          <a:xfrm>
            <a:off x="491390" y="1880948"/>
            <a:ext cx="9681" cy="968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0_o00117"/>
          <p:cNvSpPr/>
          <p:nvPr/>
        </p:nvSpPr>
        <p:spPr>
          <a:xfrm>
            <a:off x="536414" y="1906320"/>
            <a:ext cx="31872" cy="3187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0_o00118"/>
          <p:cNvSpPr/>
          <p:nvPr/>
        </p:nvSpPr>
        <p:spPr>
          <a:xfrm>
            <a:off x="540876" y="1910304"/>
            <a:ext cx="15490" cy="1549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0_o00119"/>
          <p:cNvSpPr/>
          <p:nvPr/>
        </p:nvSpPr>
        <p:spPr>
          <a:xfrm>
            <a:off x="540876" y="1910304"/>
            <a:ext cx="9681" cy="968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0_o00120"/>
          <p:cNvSpPr/>
          <p:nvPr/>
        </p:nvSpPr>
        <p:spPr>
          <a:xfrm>
            <a:off x="1142644" y="3167612"/>
            <a:ext cx="38261" cy="3826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0_o00121"/>
          <p:cNvSpPr/>
          <p:nvPr/>
        </p:nvSpPr>
        <p:spPr>
          <a:xfrm>
            <a:off x="1148000" y="3172394"/>
            <a:ext cx="18595" cy="1859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0_o00122"/>
          <p:cNvSpPr/>
          <p:nvPr/>
        </p:nvSpPr>
        <p:spPr>
          <a:xfrm>
            <a:off x="1148000" y="3172394"/>
            <a:ext cx="11622" cy="1162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0_o00123"/>
          <p:cNvSpPr/>
          <p:nvPr/>
        </p:nvSpPr>
        <p:spPr>
          <a:xfrm>
            <a:off x="1134227" y="3163403"/>
            <a:ext cx="21808" cy="2180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0_o00124"/>
          <p:cNvSpPr/>
          <p:nvPr/>
        </p:nvSpPr>
        <p:spPr>
          <a:xfrm>
            <a:off x="1137280" y="3166129"/>
            <a:ext cx="10599" cy="1059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0_o00125"/>
          <p:cNvSpPr/>
          <p:nvPr/>
        </p:nvSpPr>
        <p:spPr>
          <a:xfrm>
            <a:off x="1137280" y="3166129"/>
            <a:ext cx="6624" cy="66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0_o00126"/>
          <p:cNvSpPr/>
          <p:nvPr/>
        </p:nvSpPr>
        <p:spPr>
          <a:xfrm>
            <a:off x="1168087" y="3183490"/>
            <a:ext cx="21808" cy="2180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0_o00127"/>
          <p:cNvSpPr/>
          <p:nvPr/>
        </p:nvSpPr>
        <p:spPr>
          <a:xfrm>
            <a:off x="1171140" y="3186216"/>
            <a:ext cx="10599" cy="1059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0_o00128"/>
          <p:cNvSpPr/>
          <p:nvPr/>
        </p:nvSpPr>
        <p:spPr>
          <a:xfrm>
            <a:off x="1171140" y="3186216"/>
            <a:ext cx="6624" cy="66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0_o00129"/>
          <p:cNvSpPr/>
          <p:nvPr/>
        </p:nvSpPr>
        <p:spPr>
          <a:xfrm>
            <a:off x="1076495" y="1527912"/>
            <a:ext cx="52408" cy="52408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0_o00130"/>
          <p:cNvSpPr/>
          <p:nvPr/>
        </p:nvSpPr>
        <p:spPr>
          <a:xfrm>
            <a:off x="1083832" y="1534463"/>
            <a:ext cx="25470" cy="25470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0_o00131"/>
          <p:cNvSpPr/>
          <p:nvPr/>
        </p:nvSpPr>
        <p:spPr>
          <a:xfrm>
            <a:off x="1083832" y="1534463"/>
            <a:ext cx="15919" cy="1591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0_o00132"/>
          <p:cNvSpPr/>
          <p:nvPr/>
        </p:nvSpPr>
        <p:spPr>
          <a:xfrm>
            <a:off x="2029271" y="3322040"/>
            <a:ext cx="46559" cy="4655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0_o00133"/>
          <p:cNvSpPr/>
          <p:nvPr/>
        </p:nvSpPr>
        <p:spPr>
          <a:xfrm>
            <a:off x="2035790" y="3327860"/>
            <a:ext cx="22628" cy="2262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0_o00134"/>
          <p:cNvSpPr/>
          <p:nvPr/>
        </p:nvSpPr>
        <p:spPr>
          <a:xfrm>
            <a:off x="2035790" y="3327860"/>
            <a:ext cx="14142" cy="1414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0_o00135"/>
          <p:cNvSpPr/>
          <p:nvPr/>
        </p:nvSpPr>
        <p:spPr>
          <a:xfrm flipV="1">
            <a:off x="719886" y="249825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" name="r0_o00136"/>
          <p:cNvSpPr/>
          <p:nvPr/>
        </p:nvSpPr>
        <p:spPr>
          <a:xfrm flipV="1">
            <a:off x="2142999" y="282838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" name="r0_o00137"/>
          <p:cNvSpPr/>
          <p:nvPr/>
        </p:nvSpPr>
        <p:spPr>
          <a:xfrm flipH="1" flipV="1">
            <a:off x="1945747" y="277718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" name="r0_o00138"/>
          <p:cNvSpPr/>
          <p:nvPr/>
        </p:nvSpPr>
        <p:spPr>
          <a:xfrm flipH="1" flipV="1">
            <a:off x="1424234" y="290465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" name="r0_o00139"/>
          <p:cNvSpPr/>
          <p:nvPr/>
        </p:nvSpPr>
        <p:spPr>
          <a:xfrm>
            <a:off x="672750" y="274340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" name="r0_o00140"/>
          <p:cNvSpPr/>
          <p:nvPr/>
        </p:nvSpPr>
        <p:spPr>
          <a:xfrm>
            <a:off x="1955355" y="246556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" name="r0_o00141"/>
          <p:cNvSpPr/>
          <p:nvPr/>
        </p:nvSpPr>
        <p:spPr>
          <a:xfrm>
            <a:off x="1391516" y="267476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" name="r0_o00142"/>
          <p:cNvSpPr/>
          <p:nvPr/>
        </p:nvSpPr>
        <p:spPr>
          <a:xfrm>
            <a:off x="1194254" y="261592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" name="r0_o00143"/>
          <p:cNvSpPr/>
          <p:nvPr/>
        </p:nvSpPr>
        <p:spPr>
          <a:xfrm>
            <a:off x="1588768" y="273360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" name="r0_o00144"/>
          <p:cNvSpPr/>
          <p:nvPr/>
        </p:nvSpPr>
        <p:spPr>
          <a:xfrm>
            <a:off x="1983274" y="2851270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" name="r0_o00145"/>
          <p:cNvSpPr/>
          <p:nvPr/>
        </p:nvSpPr>
        <p:spPr>
          <a:xfrm flipV="1">
            <a:off x="1945747" y="276955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" name="r0_o00146"/>
          <p:cNvSpPr/>
          <p:nvPr/>
        </p:nvSpPr>
        <p:spPr>
          <a:xfrm flipH="1" flipV="1">
            <a:off x="1438652" y="243724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" name="r0_o00147"/>
          <p:cNvSpPr/>
          <p:nvPr/>
        </p:nvSpPr>
        <p:spPr>
          <a:xfrm flipH="1" flipV="1">
            <a:off x="1790830" y="263663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" name="r0_o00148"/>
          <p:cNvSpPr/>
          <p:nvPr/>
        </p:nvSpPr>
        <p:spPr>
          <a:xfrm flipV="1">
            <a:off x="677550" y="257997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" name="r0_o00149"/>
          <p:cNvSpPr/>
          <p:nvPr/>
        </p:nvSpPr>
        <p:spPr>
          <a:xfrm>
            <a:off x="1067256" y="286107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" name="r0_o00150"/>
          <p:cNvSpPr/>
          <p:nvPr/>
        </p:nvSpPr>
        <p:spPr>
          <a:xfrm flipV="1">
            <a:off x="1156727" y="253420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" name="r0_o00151"/>
          <p:cNvSpPr/>
          <p:nvPr/>
        </p:nvSpPr>
        <p:spPr>
          <a:xfrm flipH="1" flipV="1">
            <a:off x="959475" y="248300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4" name="r0_o00152"/>
          <p:cNvSpPr/>
          <p:nvPr/>
        </p:nvSpPr>
        <p:spPr>
          <a:xfrm>
            <a:off x="1715767" y="248844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5" name="r0_o00153"/>
          <p:cNvSpPr/>
          <p:nvPr/>
        </p:nvSpPr>
        <p:spPr>
          <a:xfrm flipV="1">
            <a:off x="917139" y="255709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6" name="r0_o00154"/>
          <p:cNvSpPr/>
          <p:nvPr/>
        </p:nvSpPr>
        <p:spPr>
          <a:xfrm flipH="1" flipV="1">
            <a:off x="2312334" y="250914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7" name="r0_o00155"/>
          <p:cNvSpPr/>
          <p:nvPr/>
        </p:nvSpPr>
        <p:spPr>
          <a:xfrm>
            <a:off x="1631104" y="265188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8" name="r0_o00156"/>
          <p:cNvSpPr/>
          <p:nvPr/>
        </p:nvSpPr>
        <p:spPr>
          <a:xfrm flipH="1" flipV="1">
            <a:off x="635214" y="2669313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9" name="r0_o00157"/>
          <p:cNvSpPr/>
          <p:nvPr/>
        </p:nvSpPr>
        <p:spPr>
          <a:xfrm flipH="1" flipV="1">
            <a:off x="1353980" y="260067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0" name="r0_o00158"/>
          <p:cNvSpPr/>
          <p:nvPr/>
        </p:nvSpPr>
        <p:spPr>
          <a:xfrm flipH="1" flipV="1">
            <a:off x="1663822" y="288177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1" name="r0_o00159"/>
          <p:cNvSpPr/>
          <p:nvPr/>
        </p:nvSpPr>
        <p:spPr>
          <a:xfrm flipH="1" flipV="1">
            <a:off x="2467259" y="264970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2" name="r0_o00160"/>
          <p:cNvSpPr/>
          <p:nvPr/>
        </p:nvSpPr>
        <p:spPr>
          <a:xfrm flipV="1">
            <a:off x="1593568" y="257016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3" name="r0_o00161"/>
          <p:cNvSpPr/>
          <p:nvPr/>
        </p:nvSpPr>
        <p:spPr>
          <a:xfrm>
            <a:off x="2222862" y="2828389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4" name="r0_o00162"/>
          <p:cNvSpPr/>
          <p:nvPr/>
        </p:nvSpPr>
        <p:spPr>
          <a:xfrm flipV="1">
            <a:off x="1748494" y="271072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5" name="r0_o00163"/>
          <p:cNvSpPr/>
          <p:nvPr/>
        </p:nvSpPr>
        <p:spPr>
          <a:xfrm>
            <a:off x="2110281" y="260612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6" name="r0_o00164"/>
          <p:cNvSpPr/>
          <p:nvPr/>
        </p:nvSpPr>
        <p:spPr>
          <a:xfrm flipV="1">
            <a:off x="1678240" y="240673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7" name="r0_o00165"/>
          <p:cNvSpPr/>
          <p:nvPr/>
        </p:nvSpPr>
        <p:spPr>
          <a:xfrm flipV="1">
            <a:off x="1396316" y="251132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8" name="r0_o00166"/>
          <p:cNvSpPr/>
          <p:nvPr/>
        </p:nvSpPr>
        <p:spPr>
          <a:xfrm flipV="1">
            <a:off x="1790830" y="262900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69" name="r0_o00167"/>
          <p:cNvSpPr/>
          <p:nvPr/>
        </p:nvSpPr>
        <p:spPr>
          <a:xfrm flipV="1">
            <a:off x="1184645" y="291991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0" name="r0_o00168"/>
          <p:cNvSpPr/>
          <p:nvPr/>
        </p:nvSpPr>
        <p:spPr>
          <a:xfrm>
            <a:off x="1151927" y="269764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1" name="r0_o00169"/>
          <p:cNvSpPr/>
          <p:nvPr/>
        </p:nvSpPr>
        <p:spPr>
          <a:xfrm>
            <a:off x="2307534" y="266495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2" name="r0_o00170"/>
          <p:cNvSpPr/>
          <p:nvPr/>
        </p:nvSpPr>
        <p:spPr>
          <a:xfrm>
            <a:off x="1349180" y="275648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3" name="r0_o00171"/>
          <p:cNvSpPr/>
          <p:nvPr/>
        </p:nvSpPr>
        <p:spPr>
          <a:xfrm flipV="1">
            <a:off x="1466570" y="281531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4" name="r0_o00172"/>
          <p:cNvSpPr/>
          <p:nvPr/>
        </p:nvSpPr>
        <p:spPr>
          <a:xfrm flipH="1" flipV="1">
            <a:off x="1226981" y="284582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5" name="r0_o00173"/>
          <p:cNvSpPr/>
          <p:nvPr/>
        </p:nvSpPr>
        <p:spPr>
          <a:xfrm flipV="1">
            <a:off x="1269317" y="275648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6" name="r0_o00174"/>
          <p:cNvSpPr/>
          <p:nvPr/>
        </p:nvSpPr>
        <p:spPr>
          <a:xfrm>
            <a:off x="715077" y="2661686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7" name="r0_o00175"/>
          <p:cNvSpPr/>
          <p:nvPr/>
        </p:nvSpPr>
        <p:spPr>
          <a:xfrm>
            <a:off x="1264508" y="291991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8" name="r0_o00176"/>
          <p:cNvSpPr/>
          <p:nvPr/>
        </p:nvSpPr>
        <p:spPr>
          <a:xfrm flipH="1" flipV="1">
            <a:off x="1593568" y="257778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79" name="r0_o00177"/>
          <p:cNvSpPr/>
          <p:nvPr/>
        </p:nvSpPr>
        <p:spPr>
          <a:xfrm flipV="1">
            <a:off x="2115081" y="244268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0" name="r0_o00178"/>
          <p:cNvSpPr/>
          <p:nvPr/>
        </p:nvSpPr>
        <p:spPr>
          <a:xfrm flipH="1" flipV="1">
            <a:off x="1875493" y="247319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1" name="r0_o00179"/>
          <p:cNvSpPr/>
          <p:nvPr/>
        </p:nvSpPr>
        <p:spPr>
          <a:xfrm flipH="1" flipV="1">
            <a:off x="2072745" y="253202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2" name="r0_o00180"/>
          <p:cNvSpPr/>
          <p:nvPr/>
        </p:nvSpPr>
        <p:spPr>
          <a:xfrm>
            <a:off x="2152608" y="252440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3" name="r0_o00181"/>
          <p:cNvSpPr/>
          <p:nvPr/>
        </p:nvSpPr>
        <p:spPr>
          <a:xfrm flipH="1" flipV="1">
            <a:off x="1114391" y="2623551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4" name="r0_o00182"/>
          <p:cNvSpPr/>
          <p:nvPr/>
        </p:nvSpPr>
        <p:spPr>
          <a:xfrm>
            <a:off x="799749" y="249825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5" name="r0_o00183"/>
          <p:cNvSpPr/>
          <p:nvPr/>
        </p:nvSpPr>
        <p:spPr>
          <a:xfrm>
            <a:off x="2504786" y="272379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6" name="r0_o00184"/>
          <p:cNvSpPr/>
          <p:nvPr/>
        </p:nvSpPr>
        <p:spPr>
          <a:xfrm flipV="1">
            <a:off x="1438652" y="242961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7" name="r0_o00185"/>
          <p:cNvSpPr/>
          <p:nvPr/>
        </p:nvSpPr>
        <p:spPr>
          <a:xfrm flipV="1">
            <a:off x="2185335" y="274667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8" name="r0_o00186"/>
          <p:cNvSpPr/>
          <p:nvPr/>
        </p:nvSpPr>
        <p:spPr>
          <a:xfrm>
            <a:off x="1997691" y="238385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89" name="r0_o00187"/>
          <p:cNvSpPr/>
          <p:nvPr/>
        </p:nvSpPr>
        <p:spPr>
          <a:xfrm flipV="1">
            <a:off x="480298" y="252113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0" name="r0_o00188"/>
          <p:cNvSpPr/>
          <p:nvPr/>
        </p:nvSpPr>
        <p:spPr>
          <a:xfrm flipV="1">
            <a:off x="1142318" y="300163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1" name="r0_o00189"/>
          <p:cNvSpPr/>
          <p:nvPr/>
        </p:nvSpPr>
        <p:spPr>
          <a:xfrm>
            <a:off x="912339" y="272052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2" name="r0_o00190"/>
          <p:cNvSpPr/>
          <p:nvPr/>
        </p:nvSpPr>
        <p:spPr>
          <a:xfrm>
            <a:off x="757413" y="257997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3" name="r0_o00191"/>
          <p:cNvSpPr/>
          <p:nvPr/>
        </p:nvSpPr>
        <p:spPr>
          <a:xfrm>
            <a:off x="954666" y="2638805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4" name="r0_o00192"/>
          <p:cNvSpPr/>
          <p:nvPr/>
        </p:nvSpPr>
        <p:spPr>
          <a:xfrm flipV="1">
            <a:off x="1199063" y="245249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5" name="r0_o00193"/>
          <p:cNvSpPr/>
          <p:nvPr/>
        </p:nvSpPr>
        <p:spPr>
          <a:xfrm flipH="1" flipV="1">
            <a:off x="2142999" y="2836016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6" name="r0_o00194"/>
          <p:cNvSpPr/>
          <p:nvPr/>
        </p:nvSpPr>
        <p:spPr>
          <a:xfrm flipH="1" flipV="1">
            <a:off x="832476" y="272815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7" name="r0_o00195"/>
          <p:cNvSpPr/>
          <p:nvPr/>
        </p:nvSpPr>
        <p:spPr>
          <a:xfrm>
            <a:off x="1518514" y="242961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8" name="r0_o00196"/>
          <p:cNvSpPr/>
          <p:nvPr/>
        </p:nvSpPr>
        <p:spPr>
          <a:xfrm flipV="1">
            <a:off x="2579849" y="286435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99" name="r0_o00197"/>
          <p:cNvSpPr/>
          <p:nvPr/>
        </p:nvSpPr>
        <p:spPr>
          <a:xfrm flipH="1" flipV="1">
            <a:off x="2622176" y="2790254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" name="r0_o00198"/>
          <p:cNvSpPr/>
          <p:nvPr/>
        </p:nvSpPr>
        <p:spPr>
          <a:xfrm>
            <a:off x="1913020" y="254728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" name="r0_o00199"/>
          <p:cNvSpPr/>
          <p:nvPr/>
        </p:nvSpPr>
        <p:spPr>
          <a:xfrm flipV="1">
            <a:off x="790140" y="280224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" name="r0_o00200"/>
          <p:cNvSpPr/>
          <p:nvPr/>
        </p:nvSpPr>
        <p:spPr>
          <a:xfrm flipH="1" flipV="1">
            <a:off x="1311653" y="268239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" name="r0_o00201"/>
          <p:cNvSpPr/>
          <p:nvPr/>
        </p:nvSpPr>
        <p:spPr>
          <a:xfrm flipV="1">
            <a:off x="959475" y="247537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" name="r0_o00202"/>
          <p:cNvSpPr/>
          <p:nvPr/>
        </p:nvSpPr>
        <p:spPr>
          <a:xfrm flipH="1" flipV="1">
            <a:off x="1396316" y="251895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" name="r0_o00203"/>
          <p:cNvSpPr/>
          <p:nvPr/>
        </p:nvSpPr>
        <p:spPr>
          <a:xfrm flipV="1">
            <a:off x="832476" y="272052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" name="r0_o00204"/>
          <p:cNvSpPr/>
          <p:nvPr/>
        </p:nvSpPr>
        <p:spPr>
          <a:xfrm flipV="1">
            <a:off x="1072064" y="269764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" name="r0_o00205"/>
          <p:cNvSpPr/>
          <p:nvPr/>
        </p:nvSpPr>
        <p:spPr>
          <a:xfrm flipV="1">
            <a:off x="1381907" y="297875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" name="r0_o00206"/>
          <p:cNvSpPr/>
          <p:nvPr/>
        </p:nvSpPr>
        <p:spPr>
          <a:xfrm flipH="1" flipV="1">
            <a:off x="1748494" y="271834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" name="r0_o00207"/>
          <p:cNvSpPr/>
          <p:nvPr/>
        </p:nvSpPr>
        <p:spPr>
          <a:xfrm>
            <a:off x="2265198" y="274667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" name="r0_o00208"/>
          <p:cNvSpPr/>
          <p:nvPr/>
        </p:nvSpPr>
        <p:spPr>
          <a:xfrm flipV="1">
            <a:off x="1353980" y="259304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" name="r0_o00209"/>
          <p:cNvSpPr/>
          <p:nvPr/>
        </p:nvSpPr>
        <p:spPr>
          <a:xfrm flipH="1" flipV="1">
            <a:off x="1678240" y="241435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" name="r0_o00210"/>
          <p:cNvSpPr/>
          <p:nvPr/>
        </p:nvSpPr>
        <p:spPr>
          <a:xfrm>
            <a:off x="1786021" y="279243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" name="r0_o00211"/>
          <p:cNvSpPr/>
          <p:nvPr/>
        </p:nvSpPr>
        <p:spPr>
          <a:xfrm flipV="1">
            <a:off x="1114391" y="261592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" name="r0_o00212"/>
          <p:cNvSpPr/>
          <p:nvPr/>
        </p:nvSpPr>
        <p:spPr>
          <a:xfrm flipV="1">
            <a:off x="1861084" y="293299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" name="r0_o00213"/>
          <p:cNvSpPr/>
          <p:nvPr/>
        </p:nvSpPr>
        <p:spPr>
          <a:xfrm flipH="1" flipV="1">
            <a:off x="480298" y="252876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6" name="r0_o00214"/>
          <p:cNvSpPr/>
          <p:nvPr/>
        </p:nvSpPr>
        <p:spPr>
          <a:xfrm>
            <a:off x="1278926" y="245249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7" name="r0_o00215"/>
          <p:cNvSpPr/>
          <p:nvPr/>
        </p:nvSpPr>
        <p:spPr>
          <a:xfrm flipH="1" flipV="1">
            <a:off x="1551241" y="265951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8" name="r0_o00216"/>
          <p:cNvSpPr/>
          <p:nvPr/>
        </p:nvSpPr>
        <p:spPr>
          <a:xfrm flipH="1" flipV="1">
            <a:off x="1072064" y="270527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9" name="r0_o00217"/>
          <p:cNvSpPr/>
          <p:nvPr/>
        </p:nvSpPr>
        <p:spPr>
          <a:xfrm flipH="1" flipV="1">
            <a:off x="1269317" y="276410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0" name="r0_o00218"/>
          <p:cNvSpPr/>
          <p:nvPr/>
        </p:nvSpPr>
        <p:spPr>
          <a:xfrm flipH="1" flipV="1">
            <a:off x="2382588" y="2813135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1" name="r0_o00219"/>
          <p:cNvSpPr/>
          <p:nvPr/>
        </p:nvSpPr>
        <p:spPr>
          <a:xfrm>
            <a:off x="1758103" y="240673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2" name="r0_o00220"/>
          <p:cNvSpPr/>
          <p:nvPr/>
        </p:nvSpPr>
        <p:spPr>
          <a:xfrm>
            <a:off x="1236590" y="253420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3" name="r0_o00221"/>
          <p:cNvSpPr/>
          <p:nvPr/>
        </p:nvSpPr>
        <p:spPr>
          <a:xfrm>
            <a:off x="1433843" y="259304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4" name="r0_o00222"/>
          <p:cNvSpPr/>
          <p:nvPr/>
        </p:nvSpPr>
        <p:spPr>
          <a:xfrm>
            <a:off x="1306844" y="283819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5" name="r0_o00223"/>
          <p:cNvSpPr/>
          <p:nvPr/>
        </p:nvSpPr>
        <p:spPr>
          <a:xfrm>
            <a:off x="1109591" y="277936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6" name="r0_o00224"/>
          <p:cNvSpPr/>
          <p:nvPr/>
        </p:nvSpPr>
        <p:spPr>
          <a:xfrm flipV="1">
            <a:off x="1903411" y="285127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7" name="r0_o00225"/>
          <p:cNvSpPr/>
          <p:nvPr/>
        </p:nvSpPr>
        <p:spPr>
          <a:xfrm flipV="1">
            <a:off x="1635904" y="248844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8" name="r0_o00226"/>
          <p:cNvSpPr/>
          <p:nvPr/>
        </p:nvSpPr>
        <p:spPr>
          <a:xfrm flipV="1">
            <a:off x="1551241" y="265188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29" name="r0_o00227"/>
          <p:cNvSpPr/>
          <p:nvPr/>
        </p:nvSpPr>
        <p:spPr>
          <a:xfrm>
            <a:off x="1870693" y="262900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0" name="r0_o00228"/>
          <p:cNvSpPr/>
          <p:nvPr/>
        </p:nvSpPr>
        <p:spPr>
          <a:xfrm flipV="1">
            <a:off x="2227671" y="266495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1" name="r0_o00229"/>
          <p:cNvSpPr/>
          <p:nvPr/>
        </p:nvSpPr>
        <p:spPr>
          <a:xfrm flipV="1">
            <a:off x="987393" y="286107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2" name="r0_o00230"/>
          <p:cNvSpPr/>
          <p:nvPr/>
        </p:nvSpPr>
        <p:spPr>
          <a:xfrm flipH="1" flipV="1">
            <a:off x="987393" y="286870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3" name="r0_o00231"/>
          <p:cNvSpPr/>
          <p:nvPr/>
        </p:nvSpPr>
        <p:spPr>
          <a:xfrm>
            <a:off x="2067945" y="268783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4" name="r0_o00232"/>
          <p:cNvSpPr/>
          <p:nvPr/>
        </p:nvSpPr>
        <p:spPr>
          <a:xfrm flipV="1">
            <a:off x="945057" y="294279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5" name="r0_o00233"/>
          <p:cNvSpPr/>
          <p:nvPr/>
        </p:nvSpPr>
        <p:spPr>
          <a:xfrm flipV="1">
            <a:off x="1988083" y="268783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6" name="r0_o00234"/>
          <p:cNvSpPr/>
          <p:nvPr/>
        </p:nvSpPr>
        <p:spPr>
          <a:xfrm>
            <a:off x="1024920" y="294279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7" name="r0_o00235"/>
          <p:cNvSpPr/>
          <p:nvPr/>
        </p:nvSpPr>
        <p:spPr>
          <a:xfrm>
            <a:off x="2349870" y="258324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8" name="r0_o00236"/>
          <p:cNvSpPr/>
          <p:nvPr/>
        </p:nvSpPr>
        <p:spPr>
          <a:xfrm flipH="1" flipV="1">
            <a:off x="1635904" y="249607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39" name="r0_o00237"/>
          <p:cNvSpPr/>
          <p:nvPr/>
        </p:nvSpPr>
        <p:spPr>
          <a:xfrm flipV="1">
            <a:off x="2072745" y="252440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0" name="r0_o00238"/>
          <p:cNvSpPr/>
          <p:nvPr/>
        </p:nvSpPr>
        <p:spPr>
          <a:xfrm>
            <a:off x="1828357" y="271072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1" name="r0_o00239"/>
          <p:cNvSpPr/>
          <p:nvPr/>
        </p:nvSpPr>
        <p:spPr>
          <a:xfrm flipV="1">
            <a:off x="1424234" y="289703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2" name="r0_o00240"/>
          <p:cNvSpPr/>
          <p:nvPr/>
        </p:nvSpPr>
        <p:spPr>
          <a:xfrm flipH="1" flipV="1">
            <a:off x="2424924" y="273142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3" name="r0_o00241"/>
          <p:cNvSpPr/>
          <p:nvPr/>
        </p:nvSpPr>
        <p:spPr>
          <a:xfrm flipV="1">
            <a:off x="1833157" y="254728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4" name="r0_o00242"/>
          <p:cNvSpPr/>
          <p:nvPr/>
        </p:nvSpPr>
        <p:spPr>
          <a:xfrm flipH="1" flipV="1">
            <a:off x="1466570" y="282294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5" name="r0_o00243"/>
          <p:cNvSpPr/>
          <p:nvPr/>
        </p:nvSpPr>
        <p:spPr>
          <a:xfrm flipV="1">
            <a:off x="1663822" y="287415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6" name="r0_o00244"/>
          <p:cNvSpPr/>
          <p:nvPr/>
        </p:nvSpPr>
        <p:spPr>
          <a:xfrm flipH="1" flipV="1">
            <a:off x="1508906" y="274122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7" name="r0_o00245"/>
          <p:cNvSpPr/>
          <p:nvPr/>
        </p:nvSpPr>
        <p:spPr>
          <a:xfrm>
            <a:off x="827667" y="288395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8" name="r0_o00246"/>
          <p:cNvSpPr/>
          <p:nvPr/>
        </p:nvSpPr>
        <p:spPr>
          <a:xfrm>
            <a:off x="2462451" y="2805508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49" name="r0_o00247"/>
          <p:cNvSpPr/>
          <p:nvPr/>
        </p:nvSpPr>
        <p:spPr>
          <a:xfrm>
            <a:off x="1546433" y="281531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0" name="r0_o00248"/>
          <p:cNvSpPr/>
          <p:nvPr/>
        </p:nvSpPr>
        <p:spPr>
          <a:xfrm>
            <a:off x="1504097" y="289703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1" name="r0_o00249"/>
          <p:cNvSpPr/>
          <p:nvPr/>
        </p:nvSpPr>
        <p:spPr>
          <a:xfrm flipH="1" flipV="1">
            <a:off x="2270007" y="259087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2" name="r0_o00250"/>
          <p:cNvSpPr/>
          <p:nvPr/>
        </p:nvSpPr>
        <p:spPr>
          <a:xfrm flipH="1" flipV="1">
            <a:off x="1833157" y="255490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3" name="r0_o00251"/>
          <p:cNvSpPr/>
          <p:nvPr/>
        </p:nvSpPr>
        <p:spPr>
          <a:xfrm>
            <a:off x="1673431" y="257016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4" name="r0_o00252"/>
          <p:cNvSpPr/>
          <p:nvPr/>
        </p:nvSpPr>
        <p:spPr>
          <a:xfrm flipH="1" flipV="1">
            <a:off x="719886" y="250588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5" name="r0_o00253"/>
          <p:cNvSpPr/>
          <p:nvPr/>
        </p:nvSpPr>
        <p:spPr>
          <a:xfrm flipH="1" flipV="1">
            <a:off x="2227671" y="267258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6" name="r0_o00254"/>
          <p:cNvSpPr/>
          <p:nvPr/>
        </p:nvSpPr>
        <p:spPr>
          <a:xfrm>
            <a:off x="560160" y="252113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7" name="r0_o00255"/>
          <p:cNvSpPr/>
          <p:nvPr/>
        </p:nvSpPr>
        <p:spPr>
          <a:xfrm>
            <a:off x="1476179" y="251132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8" name="r0_o00256"/>
          <p:cNvSpPr/>
          <p:nvPr/>
        </p:nvSpPr>
        <p:spPr>
          <a:xfrm flipV="1">
            <a:off x="2270007" y="258324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59" name="r0_o00257"/>
          <p:cNvSpPr/>
          <p:nvPr/>
        </p:nvSpPr>
        <p:spPr>
          <a:xfrm>
            <a:off x="1039337" y="247537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0" name="r0_o00258"/>
          <p:cNvSpPr/>
          <p:nvPr/>
        </p:nvSpPr>
        <p:spPr>
          <a:xfrm flipH="1" flipV="1">
            <a:off x="917139" y="256471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1" name="r0_o00259"/>
          <p:cNvSpPr/>
          <p:nvPr/>
        </p:nvSpPr>
        <p:spPr>
          <a:xfrm flipV="1">
            <a:off x="1621495" y="295587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" name="r0_o00260"/>
          <p:cNvSpPr/>
          <p:nvPr/>
        </p:nvSpPr>
        <p:spPr>
          <a:xfrm flipH="1" flipV="1">
            <a:off x="2030418" y="261375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" name="r0_o00261"/>
          <p:cNvSpPr/>
          <p:nvPr/>
        </p:nvSpPr>
        <p:spPr>
          <a:xfrm flipH="1" flipV="1">
            <a:off x="2115081" y="245031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" name="r0_o00262"/>
          <p:cNvSpPr/>
          <p:nvPr/>
        </p:nvSpPr>
        <p:spPr>
          <a:xfrm>
            <a:off x="997002" y="255709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" name="r0_o00263"/>
          <p:cNvSpPr/>
          <p:nvPr/>
        </p:nvSpPr>
        <p:spPr>
          <a:xfrm flipV="1">
            <a:off x="1508906" y="273360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" name="r0_o00264"/>
          <p:cNvSpPr/>
          <p:nvPr/>
        </p:nvSpPr>
        <p:spPr>
          <a:xfrm flipH="1" flipV="1">
            <a:off x="1917829" y="239147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" name="r0_o00265"/>
          <p:cNvSpPr/>
          <p:nvPr/>
        </p:nvSpPr>
        <p:spPr>
          <a:xfrm flipV="1">
            <a:off x="1311653" y="267476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" name="r0_o00266"/>
          <p:cNvSpPr/>
          <p:nvPr/>
        </p:nvSpPr>
        <p:spPr>
          <a:xfrm flipV="1">
            <a:off x="874803" y="263880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" name="r0_o00267"/>
          <p:cNvSpPr/>
          <p:nvPr/>
        </p:nvSpPr>
        <p:spPr>
          <a:xfrm flipH="1" flipV="1">
            <a:off x="1184645" y="292753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" name="r0_o00268"/>
          <p:cNvSpPr/>
          <p:nvPr/>
        </p:nvSpPr>
        <p:spPr>
          <a:xfrm flipH="1" flipV="1">
            <a:off x="1706158" y="280006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" name="r0_o00269"/>
          <p:cNvSpPr/>
          <p:nvPr/>
        </p:nvSpPr>
        <p:spPr>
          <a:xfrm flipV="1">
            <a:off x="1875493" y="246556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" name="r0_o00270"/>
          <p:cNvSpPr/>
          <p:nvPr/>
        </p:nvSpPr>
        <p:spPr>
          <a:xfrm flipV="1">
            <a:off x="2100672" y="291011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" name="r0_o00271"/>
          <p:cNvSpPr/>
          <p:nvPr/>
        </p:nvSpPr>
        <p:spPr>
          <a:xfrm flipV="1">
            <a:off x="2424924" y="272379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" name="r0_o00272"/>
          <p:cNvSpPr/>
          <p:nvPr/>
        </p:nvSpPr>
        <p:spPr>
          <a:xfrm flipH="1" flipV="1">
            <a:off x="1199063" y="246012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" name="r0_o00273"/>
          <p:cNvSpPr/>
          <p:nvPr/>
        </p:nvSpPr>
        <p:spPr>
          <a:xfrm flipH="1" flipV="1">
            <a:off x="1988083" y="269546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" name="r0_o00274"/>
          <p:cNvSpPr/>
          <p:nvPr/>
        </p:nvSpPr>
        <p:spPr>
          <a:xfrm>
            <a:off x="1743685" y="2874150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" name="r0_o00275"/>
          <p:cNvSpPr/>
          <p:nvPr/>
        </p:nvSpPr>
        <p:spPr>
          <a:xfrm flipH="1" flipV="1">
            <a:off x="677550" y="258759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8" name="r0_o00276"/>
          <p:cNvSpPr/>
          <p:nvPr/>
        </p:nvSpPr>
        <p:spPr>
          <a:xfrm flipV="1">
            <a:off x="1917829" y="238385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9" name="r0_o00277"/>
          <p:cNvSpPr/>
          <p:nvPr/>
        </p:nvSpPr>
        <p:spPr>
          <a:xfrm>
            <a:off x="2194944" y="244268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0" name="r0_o00278"/>
          <p:cNvSpPr/>
          <p:nvPr/>
        </p:nvSpPr>
        <p:spPr>
          <a:xfrm>
            <a:off x="2025609" y="276955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1" name="r0_o00279"/>
          <p:cNvSpPr/>
          <p:nvPr/>
        </p:nvSpPr>
        <p:spPr>
          <a:xfrm flipV="1">
            <a:off x="635214" y="266168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2" name="r0_o00280"/>
          <p:cNvSpPr/>
          <p:nvPr/>
        </p:nvSpPr>
        <p:spPr>
          <a:xfrm flipH="1" flipV="1">
            <a:off x="1029729" y="278699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3" name="r0_o00281"/>
          <p:cNvSpPr/>
          <p:nvPr/>
        </p:nvSpPr>
        <p:spPr>
          <a:xfrm>
            <a:off x="517825" y="260285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4" name="r0_o00282"/>
          <p:cNvSpPr/>
          <p:nvPr/>
        </p:nvSpPr>
        <p:spPr>
          <a:xfrm flipV="1">
            <a:off x="1226981" y="283819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5" name="r0_o00283"/>
          <p:cNvSpPr/>
          <p:nvPr/>
        </p:nvSpPr>
        <p:spPr>
          <a:xfrm flipH="1" flipV="1">
            <a:off x="790140" y="280987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6" name="r0_o00284"/>
          <p:cNvSpPr/>
          <p:nvPr/>
        </p:nvSpPr>
        <p:spPr>
          <a:xfrm flipH="1" flipV="1">
            <a:off x="874803" y="2646432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7" name="r0_o00285"/>
          <p:cNvSpPr/>
          <p:nvPr/>
        </p:nvSpPr>
        <p:spPr>
          <a:xfrm flipV="1">
            <a:off x="1706158" y="279243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8" name="r0_o00286"/>
          <p:cNvSpPr/>
          <p:nvPr/>
        </p:nvSpPr>
        <p:spPr>
          <a:xfrm>
            <a:off x="870003" y="280224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89" name="r0_o00287"/>
          <p:cNvSpPr/>
          <p:nvPr/>
        </p:nvSpPr>
        <p:spPr>
          <a:xfrm flipH="1" flipV="1">
            <a:off x="1156727" y="254183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0" name="r0_o00288"/>
          <p:cNvSpPr/>
          <p:nvPr/>
        </p:nvSpPr>
        <p:spPr>
          <a:xfrm flipV="1">
            <a:off x="1029729" y="277936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1" name="r0_o00289"/>
          <p:cNvSpPr/>
          <p:nvPr/>
        </p:nvSpPr>
        <p:spPr>
          <a:xfrm flipV="1">
            <a:off x="2030418" y="260612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2" name="r0_o00290"/>
          <p:cNvSpPr/>
          <p:nvPr/>
        </p:nvSpPr>
        <p:spPr>
          <a:xfrm flipH="1" flipV="1">
            <a:off x="1903411" y="285889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3" name="r0_o00291"/>
          <p:cNvSpPr/>
          <p:nvPr/>
        </p:nvSpPr>
        <p:spPr>
          <a:xfrm flipH="1" flipV="1">
            <a:off x="2185335" y="275430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4" name="r0_o00292"/>
          <p:cNvSpPr/>
          <p:nvPr/>
        </p:nvSpPr>
        <p:spPr>
          <a:xfrm flipV="1">
            <a:off x="2340261" y="288723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5" name="r0_o00293"/>
          <p:cNvSpPr/>
          <p:nvPr/>
        </p:nvSpPr>
        <p:spPr>
          <a:xfrm flipV="1">
            <a:off x="2382588" y="280550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96" name="r0_o00294"/>
          <p:cNvSpPr/>
          <p:nvPr/>
        </p:nvSpPr>
        <p:spPr>
          <a:xfrm>
            <a:off x="1968539" y="235469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r0_o00295"/>
          <p:cNvSpPr/>
          <p:nvPr/>
        </p:nvSpPr>
        <p:spPr>
          <a:xfrm>
            <a:off x="1976702" y="236198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r0_o00296"/>
          <p:cNvSpPr/>
          <p:nvPr/>
        </p:nvSpPr>
        <p:spPr>
          <a:xfrm>
            <a:off x="1976702" y="236198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r0_o00297"/>
          <p:cNvSpPr/>
          <p:nvPr/>
        </p:nvSpPr>
        <p:spPr>
          <a:xfrm>
            <a:off x="2005271" y="238851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r0_o00298"/>
          <p:cNvSpPr/>
          <p:nvPr/>
        </p:nvSpPr>
        <p:spPr>
          <a:xfrm>
            <a:off x="2010495" y="239318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r0_o00299"/>
          <p:cNvSpPr/>
          <p:nvPr/>
        </p:nvSpPr>
        <p:spPr>
          <a:xfrm>
            <a:off x="2010495" y="239318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r0_o00300"/>
          <p:cNvSpPr/>
          <p:nvPr/>
        </p:nvSpPr>
        <p:spPr>
          <a:xfrm>
            <a:off x="1888677" y="236232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r0_o00301"/>
          <p:cNvSpPr/>
          <p:nvPr/>
        </p:nvSpPr>
        <p:spPr>
          <a:xfrm>
            <a:off x="1896839" y="236961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r0_o00302"/>
          <p:cNvSpPr/>
          <p:nvPr/>
        </p:nvSpPr>
        <p:spPr>
          <a:xfrm>
            <a:off x="1896839" y="236961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r0_o00303"/>
          <p:cNvSpPr/>
          <p:nvPr/>
        </p:nvSpPr>
        <p:spPr>
          <a:xfrm>
            <a:off x="1925408" y="239614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r0_o00304"/>
          <p:cNvSpPr/>
          <p:nvPr/>
        </p:nvSpPr>
        <p:spPr>
          <a:xfrm>
            <a:off x="1930632" y="240080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r0_o00305"/>
          <p:cNvSpPr/>
          <p:nvPr/>
        </p:nvSpPr>
        <p:spPr>
          <a:xfrm>
            <a:off x="1930632" y="240080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r0_o00306"/>
          <p:cNvSpPr/>
          <p:nvPr/>
        </p:nvSpPr>
        <p:spPr>
          <a:xfrm>
            <a:off x="1728951" y="23775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r0_o00307"/>
          <p:cNvSpPr/>
          <p:nvPr/>
        </p:nvSpPr>
        <p:spPr>
          <a:xfrm>
            <a:off x="1737113" y="23848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r0_o00308"/>
          <p:cNvSpPr/>
          <p:nvPr/>
        </p:nvSpPr>
        <p:spPr>
          <a:xfrm>
            <a:off x="1737113" y="23848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r0_o00309"/>
          <p:cNvSpPr/>
          <p:nvPr/>
        </p:nvSpPr>
        <p:spPr>
          <a:xfrm>
            <a:off x="1765682" y="241139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r0_o00310"/>
          <p:cNvSpPr/>
          <p:nvPr/>
        </p:nvSpPr>
        <p:spPr>
          <a:xfrm>
            <a:off x="1770906" y="241606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r0_o00311"/>
          <p:cNvSpPr/>
          <p:nvPr/>
        </p:nvSpPr>
        <p:spPr>
          <a:xfrm>
            <a:off x="1770906" y="241606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r0_o00312"/>
          <p:cNvSpPr/>
          <p:nvPr/>
        </p:nvSpPr>
        <p:spPr>
          <a:xfrm>
            <a:off x="1649088" y="238520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r0_o00313"/>
          <p:cNvSpPr/>
          <p:nvPr/>
        </p:nvSpPr>
        <p:spPr>
          <a:xfrm>
            <a:off x="1657251" y="239249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r0_o00314"/>
          <p:cNvSpPr/>
          <p:nvPr/>
        </p:nvSpPr>
        <p:spPr>
          <a:xfrm>
            <a:off x="1657251" y="239249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r0_o00315"/>
          <p:cNvSpPr/>
          <p:nvPr/>
        </p:nvSpPr>
        <p:spPr>
          <a:xfrm>
            <a:off x="1685820" y="241902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r0_o00316"/>
          <p:cNvSpPr/>
          <p:nvPr/>
        </p:nvSpPr>
        <p:spPr>
          <a:xfrm>
            <a:off x="1691044" y="242368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" name="r0_o00317"/>
          <p:cNvSpPr/>
          <p:nvPr/>
        </p:nvSpPr>
        <p:spPr>
          <a:xfrm>
            <a:off x="1691044" y="242368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r0_o00318"/>
          <p:cNvSpPr/>
          <p:nvPr/>
        </p:nvSpPr>
        <p:spPr>
          <a:xfrm>
            <a:off x="1489362" y="24004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r0_o00319"/>
          <p:cNvSpPr/>
          <p:nvPr/>
        </p:nvSpPr>
        <p:spPr>
          <a:xfrm>
            <a:off x="1497525" y="24077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r0_o00320"/>
          <p:cNvSpPr/>
          <p:nvPr/>
        </p:nvSpPr>
        <p:spPr>
          <a:xfrm>
            <a:off x="1497525" y="24077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" name="r0_o00321"/>
          <p:cNvSpPr/>
          <p:nvPr/>
        </p:nvSpPr>
        <p:spPr>
          <a:xfrm>
            <a:off x="1526094" y="243427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r0_o00322"/>
          <p:cNvSpPr/>
          <p:nvPr/>
        </p:nvSpPr>
        <p:spPr>
          <a:xfrm>
            <a:off x="1531318" y="243894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5" name="r0_o00323"/>
          <p:cNvSpPr/>
          <p:nvPr/>
        </p:nvSpPr>
        <p:spPr>
          <a:xfrm>
            <a:off x="1531318" y="243894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6" name="r0_o00324"/>
          <p:cNvSpPr/>
          <p:nvPr/>
        </p:nvSpPr>
        <p:spPr>
          <a:xfrm>
            <a:off x="1409500" y="240808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7" name="r0_o00325"/>
          <p:cNvSpPr/>
          <p:nvPr/>
        </p:nvSpPr>
        <p:spPr>
          <a:xfrm>
            <a:off x="1417662" y="241537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8" name="r0_o00326"/>
          <p:cNvSpPr/>
          <p:nvPr/>
        </p:nvSpPr>
        <p:spPr>
          <a:xfrm>
            <a:off x="1417662" y="241537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9" name="r0_o00327"/>
          <p:cNvSpPr/>
          <p:nvPr/>
        </p:nvSpPr>
        <p:spPr>
          <a:xfrm>
            <a:off x="1446231" y="244190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0" name="r0_o00328"/>
          <p:cNvSpPr/>
          <p:nvPr/>
        </p:nvSpPr>
        <p:spPr>
          <a:xfrm>
            <a:off x="1451455" y="244656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1" name="r0_o00329"/>
          <p:cNvSpPr/>
          <p:nvPr/>
        </p:nvSpPr>
        <p:spPr>
          <a:xfrm>
            <a:off x="1451455" y="244656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2" name="r0_o00330"/>
          <p:cNvSpPr/>
          <p:nvPr/>
        </p:nvSpPr>
        <p:spPr>
          <a:xfrm>
            <a:off x="2165792" y="241353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3" name="r0_o00331"/>
          <p:cNvSpPr/>
          <p:nvPr/>
        </p:nvSpPr>
        <p:spPr>
          <a:xfrm>
            <a:off x="2173955" y="242082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4" name="r0_o00332"/>
          <p:cNvSpPr/>
          <p:nvPr/>
        </p:nvSpPr>
        <p:spPr>
          <a:xfrm>
            <a:off x="2173955" y="242082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r0_o00333"/>
          <p:cNvSpPr/>
          <p:nvPr/>
        </p:nvSpPr>
        <p:spPr>
          <a:xfrm>
            <a:off x="2202523" y="244735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r0_o00334"/>
          <p:cNvSpPr/>
          <p:nvPr/>
        </p:nvSpPr>
        <p:spPr>
          <a:xfrm>
            <a:off x="2207748" y="245201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r0_o00335"/>
          <p:cNvSpPr/>
          <p:nvPr/>
        </p:nvSpPr>
        <p:spPr>
          <a:xfrm>
            <a:off x="2207748" y="245201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" name="r0_o00336"/>
          <p:cNvSpPr/>
          <p:nvPr/>
        </p:nvSpPr>
        <p:spPr>
          <a:xfrm>
            <a:off x="2085929" y="24211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" name="r0_o00337"/>
          <p:cNvSpPr/>
          <p:nvPr/>
        </p:nvSpPr>
        <p:spPr>
          <a:xfrm>
            <a:off x="2094092" y="24284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" name="r0_o00338"/>
          <p:cNvSpPr/>
          <p:nvPr/>
        </p:nvSpPr>
        <p:spPr>
          <a:xfrm>
            <a:off x="2094092" y="24284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" name="r0_o00339"/>
          <p:cNvSpPr/>
          <p:nvPr/>
        </p:nvSpPr>
        <p:spPr>
          <a:xfrm>
            <a:off x="1249774" y="24233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" name="r0_o00340"/>
          <p:cNvSpPr/>
          <p:nvPr/>
        </p:nvSpPr>
        <p:spPr>
          <a:xfrm>
            <a:off x="1257936" y="24306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" name="r0_o00341"/>
          <p:cNvSpPr/>
          <p:nvPr/>
        </p:nvSpPr>
        <p:spPr>
          <a:xfrm>
            <a:off x="1257936" y="24306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" name="r0_o00342"/>
          <p:cNvSpPr/>
          <p:nvPr/>
        </p:nvSpPr>
        <p:spPr>
          <a:xfrm>
            <a:off x="1286505" y="245715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" name="r0_o00343"/>
          <p:cNvSpPr/>
          <p:nvPr/>
        </p:nvSpPr>
        <p:spPr>
          <a:xfrm>
            <a:off x="1291729" y="246182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" name="r0_o00344"/>
          <p:cNvSpPr/>
          <p:nvPr/>
        </p:nvSpPr>
        <p:spPr>
          <a:xfrm>
            <a:off x="1291729" y="246182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0_o00345"/>
          <p:cNvSpPr/>
          <p:nvPr/>
        </p:nvSpPr>
        <p:spPr>
          <a:xfrm>
            <a:off x="1169911" y="243096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" name="r0_o00346"/>
          <p:cNvSpPr/>
          <p:nvPr/>
        </p:nvSpPr>
        <p:spPr>
          <a:xfrm>
            <a:off x="1178074" y="243825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" name="r0_o00347"/>
          <p:cNvSpPr/>
          <p:nvPr/>
        </p:nvSpPr>
        <p:spPr>
          <a:xfrm>
            <a:off x="1178074" y="243825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" name="r0_o00348"/>
          <p:cNvSpPr/>
          <p:nvPr/>
        </p:nvSpPr>
        <p:spPr>
          <a:xfrm>
            <a:off x="1206643" y="246478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" name="r0_o00349"/>
          <p:cNvSpPr/>
          <p:nvPr/>
        </p:nvSpPr>
        <p:spPr>
          <a:xfrm>
            <a:off x="1211867" y="246944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" name="r0_o00350"/>
          <p:cNvSpPr/>
          <p:nvPr/>
        </p:nvSpPr>
        <p:spPr>
          <a:xfrm>
            <a:off x="1211867" y="246944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" name="r0_o00351"/>
          <p:cNvSpPr/>
          <p:nvPr/>
        </p:nvSpPr>
        <p:spPr>
          <a:xfrm>
            <a:off x="1926204" y="243641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" name="r0_o00352"/>
          <p:cNvSpPr/>
          <p:nvPr/>
        </p:nvSpPr>
        <p:spPr>
          <a:xfrm>
            <a:off x="1934366" y="244370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" name="r0_o00353"/>
          <p:cNvSpPr/>
          <p:nvPr/>
        </p:nvSpPr>
        <p:spPr>
          <a:xfrm>
            <a:off x="1934366" y="244370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" name="r0_o00354"/>
          <p:cNvSpPr/>
          <p:nvPr/>
        </p:nvSpPr>
        <p:spPr>
          <a:xfrm>
            <a:off x="1846341" y="24440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" name="r0_o00355"/>
          <p:cNvSpPr/>
          <p:nvPr/>
        </p:nvSpPr>
        <p:spPr>
          <a:xfrm>
            <a:off x="1854503" y="24513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" name="r0_o00356"/>
          <p:cNvSpPr/>
          <p:nvPr/>
        </p:nvSpPr>
        <p:spPr>
          <a:xfrm>
            <a:off x="1854503" y="24513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" name="r0_o00357"/>
          <p:cNvSpPr/>
          <p:nvPr/>
        </p:nvSpPr>
        <p:spPr>
          <a:xfrm>
            <a:off x="1010185" y="244622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" name="r0_o00358"/>
          <p:cNvSpPr/>
          <p:nvPr/>
        </p:nvSpPr>
        <p:spPr>
          <a:xfrm>
            <a:off x="1018348" y="245351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" name="r0_o00359"/>
          <p:cNvSpPr/>
          <p:nvPr/>
        </p:nvSpPr>
        <p:spPr>
          <a:xfrm>
            <a:off x="1018348" y="245351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" name="r0_o00360"/>
          <p:cNvSpPr/>
          <p:nvPr/>
        </p:nvSpPr>
        <p:spPr>
          <a:xfrm>
            <a:off x="1046917" y="248003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" name="r0_o00361"/>
          <p:cNvSpPr/>
          <p:nvPr/>
        </p:nvSpPr>
        <p:spPr>
          <a:xfrm>
            <a:off x="1052141" y="248470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" name="r0_o00362"/>
          <p:cNvSpPr/>
          <p:nvPr/>
        </p:nvSpPr>
        <p:spPr>
          <a:xfrm>
            <a:off x="1052141" y="248470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" name="r0_o00363"/>
          <p:cNvSpPr/>
          <p:nvPr/>
        </p:nvSpPr>
        <p:spPr>
          <a:xfrm>
            <a:off x="930323" y="245385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" name="r0_o00364"/>
          <p:cNvSpPr/>
          <p:nvPr/>
        </p:nvSpPr>
        <p:spPr>
          <a:xfrm>
            <a:off x="938485" y="246113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" name="r0_o00365"/>
          <p:cNvSpPr/>
          <p:nvPr/>
        </p:nvSpPr>
        <p:spPr>
          <a:xfrm>
            <a:off x="938485" y="246113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" name="r0_o00366"/>
          <p:cNvSpPr/>
          <p:nvPr/>
        </p:nvSpPr>
        <p:spPr>
          <a:xfrm>
            <a:off x="967054" y="248766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r0_o00367"/>
          <p:cNvSpPr/>
          <p:nvPr/>
        </p:nvSpPr>
        <p:spPr>
          <a:xfrm>
            <a:off x="972278" y="249233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" name="r0_o00368"/>
          <p:cNvSpPr/>
          <p:nvPr/>
        </p:nvSpPr>
        <p:spPr>
          <a:xfrm>
            <a:off x="972278" y="249233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" name="r0_o00369"/>
          <p:cNvSpPr/>
          <p:nvPr/>
        </p:nvSpPr>
        <p:spPr>
          <a:xfrm>
            <a:off x="1686615" y="245929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2" name="r0_o00370"/>
          <p:cNvSpPr/>
          <p:nvPr/>
        </p:nvSpPr>
        <p:spPr>
          <a:xfrm>
            <a:off x="1694778" y="246658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3" name="r0_o00371"/>
          <p:cNvSpPr/>
          <p:nvPr/>
        </p:nvSpPr>
        <p:spPr>
          <a:xfrm>
            <a:off x="1694778" y="246658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4" name="r0_o00372"/>
          <p:cNvSpPr/>
          <p:nvPr/>
        </p:nvSpPr>
        <p:spPr>
          <a:xfrm>
            <a:off x="1606752" y="24669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5" name="r0_o00373"/>
          <p:cNvSpPr/>
          <p:nvPr/>
        </p:nvSpPr>
        <p:spPr>
          <a:xfrm>
            <a:off x="1614915" y="24742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6" name="r0_o00374"/>
          <p:cNvSpPr/>
          <p:nvPr/>
        </p:nvSpPr>
        <p:spPr>
          <a:xfrm>
            <a:off x="1614915" y="24742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7" name="r0_o00375"/>
          <p:cNvSpPr/>
          <p:nvPr/>
        </p:nvSpPr>
        <p:spPr>
          <a:xfrm>
            <a:off x="770597" y="246910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8" name="r0_o00376"/>
          <p:cNvSpPr/>
          <p:nvPr/>
        </p:nvSpPr>
        <p:spPr>
          <a:xfrm>
            <a:off x="778760" y="247639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9" name="r0_o00377"/>
          <p:cNvSpPr/>
          <p:nvPr/>
        </p:nvSpPr>
        <p:spPr>
          <a:xfrm>
            <a:off x="778760" y="247639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0" name="r0_o00378"/>
          <p:cNvSpPr/>
          <p:nvPr/>
        </p:nvSpPr>
        <p:spPr>
          <a:xfrm>
            <a:off x="807328" y="250292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1" name="r0_o00379"/>
          <p:cNvSpPr/>
          <p:nvPr/>
        </p:nvSpPr>
        <p:spPr>
          <a:xfrm>
            <a:off x="812552" y="250758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2" name="r0_o00380"/>
          <p:cNvSpPr/>
          <p:nvPr/>
        </p:nvSpPr>
        <p:spPr>
          <a:xfrm>
            <a:off x="812552" y="250758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3" name="r0_o00381"/>
          <p:cNvSpPr/>
          <p:nvPr/>
        </p:nvSpPr>
        <p:spPr>
          <a:xfrm>
            <a:off x="690734" y="247673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" name="r0_o00382"/>
          <p:cNvSpPr/>
          <p:nvPr/>
        </p:nvSpPr>
        <p:spPr>
          <a:xfrm>
            <a:off x="698897" y="248401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" name="r0_o00383"/>
          <p:cNvSpPr/>
          <p:nvPr/>
        </p:nvSpPr>
        <p:spPr>
          <a:xfrm>
            <a:off x="698897" y="248401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" name="r0_o00384"/>
          <p:cNvSpPr/>
          <p:nvPr/>
        </p:nvSpPr>
        <p:spPr>
          <a:xfrm>
            <a:off x="727466" y="251054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" name="r0_o00385"/>
          <p:cNvSpPr/>
          <p:nvPr/>
        </p:nvSpPr>
        <p:spPr>
          <a:xfrm>
            <a:off x="732690" y="251521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" name="r0_o00386"/>
          <p:cNvSpPr/>
          <p:nvPr/>
        </p:nvSpPr>
        <p:spPr>
          <a:xfrm>
            <a:off x="732690" y="251521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" name="r0_o00387"/>
          <p:cNvSpPr/>
          <p:nvPr/>
        </p:nvSpPr>
        <p:spPr>
          <a:xfrm>
            <a:off x="2283182" y="247999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" name="r0_o00388"/>
          <p:cNvSpPr/>
          <p:nvPr/>
        </p:nvSpPr>
        <p:spPr>
          <a:xfrm>
            <a:off x="2291344" y="248728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" name="r0_o00389"/>
          <p:cNvSpPr/>
          <p:nvPr/>
        </p:nvSpPr>
        <p:spPr>
          <a:xfrm>
            <a:off x="2291344" y="248728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" name="r0_o00390"/>
          <p:cNvSpPr/>
          <p:nvPr/>
        </p:nvSpPr>
        <p:spPr>
          <a:xfrm>
            <a:off x="2319913" y="251381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" name="r0_o00391"/>
          <p:cNvSpPr/>
          <p:nvPr/>
        </p:nvSpPr>
        <p:spPr>
          <a:xfrm>
            <a:off x="2325137" y="251847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" name="r0_o00392"/>
          <p:cNvSpPr/>
          <p:nvPr/>
        </p:nvSpPr>
        <p:spPr>
          <a:xfrm>
            <a:off x="2325137" y="251847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" name="r0_o00393"/>
          <p:cNvSpPr/>
          <p:nvPr/>
        </p:nvSpPr>
        <p:spPr>
          <a:xfrm>
            <a:off x="1447027" y="24821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" name="r0_o00394"/>
          <p:cNvSpPr/>
          <p:nvPr/>
        </p:nvSpPr>
        <p:spPr>
          <a:xfrm>
            <a:off x="1455189" y="24894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" name="r0_o00395"/>
          <p:cNvSpPr/>
          <p:nvPr/>
        </p:nvSpPr>
        <p:spPr>
          <a:xfrm>
            <a:off x="1455189" y="24894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" name="r0_o00396"/>
          <p:cNvSpPr/>
          <p:nvPr/>
        </p:nvSpPr>
        <p:spPr>
          <a:xfrm>
            <a:off x="1367164" y="24898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" name="r0_o00397"/>
          <p:cNvSpPr/>
          <p:nvPr/>
        </p:nvSpPr>
        <p:spPr>
          <a:xfrm>
            <a:off x="1375326" y="24970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" name="r0_o00398"/>
          <p:cNvSpPr/>
          <p:nvPr/>
        </p:nvSpPr>
        <p:spPr>
          <a:xfrm>
            <a:off x="1375326" y="24970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" name="r0_o00399"/>
          <p:cNvSpPr/>
          <p:nvPr/>
        </p:nvSpPr>
        <p:spPr>
          <a:xfrm>
            <a:off x="531008" y="249198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r0_o00400"/>
          <p:cNvSpPr/>
          <p:nvPr/>
        </p:nvSpPr>
        <p:spPr>
          <a:xfrm>
            <a:off x="539171" y="249927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r0_o00401"/>
          <p:cNvSpPr/>
          <p:nvPr/>
        </p:nvSpPr>
        <p:spPr>
          <a:xfrm>
            <a:off x="539171" y="249927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" name="r0_o00402"/>
          <p:cNvSpPr/>
          <p:nvPr/>
        </p:nvSpPr>
        <p:spPr>
          <a:xfrm>
            <a:off x="567740" y="252580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" name="r0_o00403"/>
          <p:cNvSpPr/>
          <p:nvPr/>
        </p:nvSpPr>
        <p:spPr>
          <a:xfrm>
            <a:off x="572964" y="253046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" name="r0_o00404"/>
          <p:cNvSpPr/>
          <p:nvPr/>
        </p:nvSpPr>
        <p:spPr>
          <a:xfrm>
            <a:off x="572964" y="253046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" name="r0_o00405"/>
          <p:cNvSpPr/>
          <p:nvPr/>
        </p:nvSpPr>
        <p:spPr>
          <a:xfrm>
            <a:off x="2123456" y="249524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" name="r0_o00406"/>
          <p:cNvSpPr/>
          <p:nvPr/>
        </p:nvSpPr>
        <p:spPr>
          <a:xfrm>
            <a:off x="2131619" y="250253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" name="r0_o00407"/>
          <p:cNvSpPr/>
          <p:nvPr/>
        </p:nvSpPr>
        <p:spPr>
          <a:xfrm>
            <a:off x="2131619" y="250253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" name="r0_o00408"/>
          <p:cNvSpPr/>
          <p:nvPr/>
        </p:nvSpPr>
        <p:spPr>
          <a:xfrm>
            <a:off x="451146" y="249961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" name="r0_o00409"/>
          <p:cNvSpPr/>
          <p:nvPr/>
        </p:nvSpPr>
        <p:spPr>
          <a:xfrm>
            <a:off x="459308" y="250690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" name="r0_o00410"/>
          <p:cNvSpPr/>
          <p:nvPr/>
        </p:nvSpPr>
        <p:spPr>
          <a:xfrm>
            <a:off x="459308" y="250690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" name="r0_o00411"/>
          <p:cNvSpPr/>
          <p:nvPr/>
        </p:nvSpPr>
        <p:spPr>
          <a:xfrm>
            <a:off x="487877" y="253342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" name="r0_o00412"/>
          <p:cNvSpPr/>
          <p:nvPr/>
        </p:nvSpPr>
        <p:spPr>
          <a:xfrm>
            <a:off x="493101" y="253809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" name="r0_o00413"/>
          <p:cNvSpPr/>
          <p:nvPr/>
        </p:nvSpPr>
        <p:spPr>
          <a:xfrm>
            <a:off x="493101" y="253809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" name="r0_o00414"/>
          <p:cNvSpPr/>
          <p:nvPr/>
        </p:nvSpPr>
        <p:spPr>
          <a:xfrm>
            <a:off x="2043593" y="25028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" name="r0_o00415"/>
          <p:cNvSpPr/>
          <p:nvPr/>
        </p:nvSpPr>
        <p:spPr>
          <a:xfrm>
            <a:off x="2051756" y="25101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" name="r0_o00416"/>
          <p:cNvSpPr/>
          <p:nvPr/>
        </p:nvSpPr>
        <p:spPr>
          <a:xfrm>
            <a:off x="2051756" y="25101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" name="r0_o00417"/>
          <p:cNvSpPr/>
          <p:nvPr/>
        </p:nvSpPr>
        <p:spPr>
          <a:xfrm>
            <a:off x="1207438" y="25050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0" name="r0_o00418"/>
          <p:cNvSpPr/>
          <p:nvPr/>
        </p:nvSpPr>
        <p:spPr>
          <a:xfrm>
            <a:off x="1215601" y="25123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1" name="r0_o00419"/>
          <p:cNvSpPr/>
          <p:nvPr/>
        </p:nvSpPr>
        <p:spPr>
          <a:xfrm>
            <a:off x="1215601" y="25123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2" name="r0_o00420"/>
          <p:cNvSpPr/>
          <p:nvPr/>
        </p:nvSpPr>
        <p:spPr>
          <a:xfrm>
            <a:off x="1127575" y="251268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3" name="r0_o00421"/>
          <p:cNvSpPr/>
          <p:nvPr/>
        </p:nvSpPr>
        <p:spPr>
          <a:xfrm>
            <a:off x="1135738" y="251997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4" name="r0_o00422"/>
          <p:cNvSpPr/>
          <p:nvPr/>
        </p:nvSpPr>
        <p:spPr>
          <a:xfrm>
            <a:off x="1135738" y="251997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5" name="r0_o00423"/>
          <p:cNvSpPr/>
          <p:nvPr/>
        </p:nvSpPr>
        <p:spPr>
          <a:xfrm>
            <a:off x="1883868" y="251813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6" name="r0_o00424"/>
          <p:cNvSpPr/>
          <p:nvPr/>
        </p:nvSpPr>
        <p:spPr>
          <a:xfrm>
            <a:off x="1892030" y="252541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7" name="r0_o00425"/>
          <p:cNvSpPr/>
          <p:nvPr/>
        </p:nvSpPr>
        <p:spPr>
          <a:xfrm>
            <a:off x="1892030" y="252541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28" name="r0_o00426"/>
          <p:cNvSpPr/>
          <p:nvPr/>
        </p:nvSpPr>
        <p:spPr>
          <a:xfrm>
            <a:off x="1804005" y="25257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29" name="r0_o00427"/>
          <p:cNvSpPr/>
          <p:nvPr/>
        </p:nvSpPr>
        <p:spPr>
          <a:xfrm>
            <a:off x="1812167" y="25330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0" name="r0_o00428"/>
          <p:cNvSpPr/>
          <p:nvPr/>
        </p:nvSpPr>
        <p:spPr>
          <a:xfrm>
            <a:off x="1812167" y="25330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1" name="r0_o00429"/>
          <p:cNvSpPr/>
          <p:nvPr/>
        </p:nvSpPr>
        <p:spPr>
          <a:xfrm>
            <a:off x="967850" y="252793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" name="r0_o00430"/>
          <p:cNvSpPr/>
          <p:nvPr/>
        </p:nvSpPr>
        <p:spPr>
          <a:xfrm>
            <a:off x="976012" y="253522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" name="r0_o00431"/>
          <p:cNvSpPr/>
          <p:nvPr/>
        </p:nvSpPr>
        <p:spPr>
          <a:xfrm>
            <a:off x="976012" y="253522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" name="r0_o00432"/>
          <p:cNvSpPr/>
          <p:nvPr/>
        </p:nvSpPr>
        <p:spPr>
          <a:xfrm>
            <a:off x="887987" y="253556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" name="r0_o00433"/>
          <p:cNvSpPr/>
          <p:nvPr/>
        </p:nvSpPr>
        <p:spPr>
          <a:xfrm>
            <a:off x="896149" y="254285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" name="r0_o00434"/>
          <p:cNvSpPr/>
          <p:nvPr/>
        </p:nvSpPr>
        <p:spPr>
          <a:xfrm>
            <a:off x="896149" y="254285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" name="r0_o00435"/>
          <p:cNvSpPr/>
          <p:nvPr/>
        </p:nvSpPr>
        <p:spPr>
          <a:xfrm>
            <a:off x="1644279" y="25410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" name="r0_o00436"/>
          <p:cNvSpPr/>
          <p:nvPr/>
        </p:nvSpPr>
        <p:spPr>
          <a:xfrm>
            <a:off x="1652442" y="25482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" name="r0_o00437"/>
          <p:cNvSpPr/>
          <p:nvPr/>
        </p:nvSpPr>
        <p:spPr>
          <a:xfrm>
            <a:off x="1652442" y="25482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" name="r0_o00438"/>
          <p:cNvSpPr/>
          <p:nvPr/>
        </p:nvSpPr>
        <p:spPr>
          <a:xfrm>
            <a:off x="1564416" y="254863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" name="r0_o00439"/>
          <p:cNvSpPr/>
          <p:nvPr/>
        </p:nvSpPr>
        <p:spPr>
          <a:xfrm>
            <a:off x="1572579" y="255592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" name="r0_o00440"/>
          <p:cNvSpPr/>
          <p:nvPr/>
        </p:nvSpPr>
        <p:spPr>
          <a:xfrm>
            <a:off x="1572579" y="255592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" name="r0_o00441"/>
          <p:cNvSpPr/>
          <p:nvPr/>
        </p:nvSpPr>
        <p:spPr>
          <a:xfrm>
            <a:off x="728261" y="25508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" name="r0_o00442"/>
          <p:cNvSpPr/>
          <p:nvPr/>
        </p:nvSpPr>
        <p:spPr>
          <a:xfrm>
            <a:off x="736424" y="25581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" name="r0_o00443"/>
          <p:cNvSpPr/>
          <p:nvPr/>
        </p:nvSpPr>
        <p:spPr>
          <a:xfrm>
            <a:off x="736424" y="25581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" name="r0_o00444"/>
          <p:cNvSpPr/>
          <p:nvPr/>
        </p:nvSpPr>
        <p:spPr>
          <a:xfrm>
            <a:off x="2320718" y="25540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" name="r0_o00445"/>
          <p:cNvSpPr/>
          <p:nvPr/>
        </p:nvSpPr>
        <p:spPr>
          <a:xfrm>
            <a:off x="2328880" y="25613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" name="r0_o00446"/>
          <p:cNvSpPr/>
          <p:nvPr/>
        </p:nvSpPr>
        <p:spPr>
          <a:xfrm>
            <a:off x="2328880" y="25613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" name="r0_o00447"/>
          <p:cNvSpPr/>
          <p:nvPr/>
        </p:nvSpPr>
        <p:spPr>
          <a:xfrm>
            <a:off x="648398" y="255844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" name="r0_o00448"/>
          <p:cNvSpPr/>
          <p:nvPr/>
        </p:nvSpPr>
        <p:spPr>
          <a:xfrm>
            <a:off x="656561" y="256573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" name="r0_o00449"/>
          <p:cNvSpPr/>
          <p:nvPr/>
        </p:nvSpPr>
        <p:spPr>
          <a:xfrm>
            <a:off x="656561" y="256573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" name="r0_o00450"/>
          <p:cNvSpPr/>
          <p:nvPr/>
        </p:nvSpPr>
        <p:spPr>
          <a:xfrm>
            <a:off x="2240855" y="256171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" name="r0_o00451"/>
          <p:cNvSpPr/>
          <p:nvPr/>
        </p:nvSpPr>
        <p:spPr>
          <a:xfrm>
            <a:off x="2249017" y="256900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" name="r0_o00452"/>
          <p:cNvSpPr/>
          <p:nvPr/>
        </p:nvSpPr>
        <p:spPr>
          <a:xfrm>
            <a:off x="2249017" y="256900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" name="r0_o00453"/>
          <p:cNvSpPr/>
          <p:nvPr/>
        </p:nvSpPr>
        <p:spPr>
          <a:xfrm>
            <a:off x="1404691" y="25638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" name="r0_o00454"/>
          <p:cNvSpPr/>
          <p:nvPr/>
        </p:nvSpPr>
        <p:spPr>
          <a:xfrm>
            <a:off x="1412853" y="25711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" name="r0_o00455"/>
          <p:cNvSpPr/>
          <p:nvPr/>
        </p:nvSpPr>
        <p:spPr>
          <a:xfrm>
            <a:off x="1412853" y="25711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" name="r0_o00456"/>
          <p:cNvSpPr/>
          <p:nvPr/>
        </p:nvSpPr>
        <p:spPr>
          <a:xfrm>
            <a:off x="1324828" y="257151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" name="r0_o00457"/>
          <p:cNvSpPr/>
          <p:nvPr/>
        </p:nvSpPr>
        <p:spPr>
          <a:xfrm>
            <a:off x="1332990" y="257880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" name="r0_o00458"/>
          <p:cNvSpPr/>
          <p:nvPr/>
        </p:nvSpPr>
        <p:spPr>
          <a:xfrm>
            <a:off x="1332990" y="257880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" name="r0_o00459"/>
          <p:cNvSpPr/>
          <p:nvPr/>
        </p:nvSpPr>
        <p:spPr>
          <a:xfrm>
            <a:off x="488673" y="257370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" name="r0_o00460"/>
          <p:cNvSpPr/>
          <p:nvPr/>
        </p:nvSpPr>
        <p:spPr>
          <a:xfrm>
            <a:off x="496835" y="258098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" name="r0_o00461"/>
          <p:cNvSpPr/>
          <p:nvPr/>
        </p:nvSpPr>
        <p:spPr>
          <a:xfrm>
            <a:off x="496835" y="258098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" name="r0_o00462"/>
          <p:cNvSpPr/>
          <p:nvPr/>
        </p:nvSpPr>
        <p:spPr>
          <a:xfrm>
            <a:off x="525404" y="260751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" name="r0_o00463"/>
          <p:cNvSpPr/>
          <p:nvPr/>
        </p:nvSpPr>
        <p:spPr>
          <a:xfrm>
            <a:off x="530628" y="261218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" name="r0_o00464"/>
          <p:cNvSpPr/>
          <p:nvPr/>
        </p:nvSpPr>
        <p:spPr>
          <a:xfrm>
            <a:off x="530628" y="261218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" name="r0_o00465"/>
          <p:cNvSpPr/>
          <p:nvPr/>
        </p:nvSpPr>
        <p:spPr>
          <a:xfrm>
            <a:off x="2081129" y="25769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" name="r0_o00466"/>
          <p:cNvSpPr/>
          <p:nvPr/>
        </p:nvSpPr>
        <p:spPr>
          <a:xfrm>
            <a:off x="2089292" y="25842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" name="r0_o00467"/>
          <p:cNvSpPr/>
          <p:nvPr/>
        </p:nvSpPr>
        <p:spPr>
          <a:xfrm>
            <a:off x="2089292" y="25842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" name="r0_o00468"/>
          <p:cNvSpPr/>
          <p:nvPr/>
        </p:nvSpPr>
        <p:spPr>
          <a:xfrm>
            <a:off x="2001266" y="258459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" name="r0_o00469"/>
          <p:cNvSpPr/>
          <p:nvPr/>
        </p:nvSpPr>
        <p:spPr>
          <a:xfrm>
            <a:off x="2009429" y="259188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" name="r0_o00470"/>
          <p:cNvSpPr/>
          <p:nvPr/>
        </p:nvSpPr>
        <p:spPr>
          <a:xfrm>
            <a:off x="2009429" y="259188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" name="r0_o00471"/>
          <p:cNvSpPr/>
          <p:nvPr/>
        </p:nvSpPr>
        <p:spPr>
          <a:xfrm>
            <a:off x="1165102" y="25867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" name="r0_o00472"/>
          <p:cNvSpPr/>
          <p:nvPr/>
        </p:nvSpPr>
        <p:spPr>
          <a:xfrm>
            <a:off x="1173265" y="25940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" name="r0_o00473"/>
          <p:cNvSpPr/>
          <p:nvPr/>
        </p:nvSpPr>
        <p:spPr>
          <a:xfrm>
            <a:off x="1173265" y="25940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" name="r0_o00474"/>
          <p:cNvSpPr/>
          <p:nvPr/>
        </p:nvSpPr>
        <p:spPr>
          <a:xfrm>
            <a:off x="1085239" y="259439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" name="r0_o00475"/>
          <p:cNvSpPr/>
          <p:nvPr/>
        </p:nvSpPr>
        <p:spPr>
          <a:xfrm>
            <a:off x="1093402" y="260168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" name="r0_o00476"/>
          <p:cNvSpPr/>
          <p:nvPr/>
        </p:nvSpPr>
        <p:spPr>
          <a:xfrm>
            <a:off x="1093402" y="260168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" name="r0_o00477"/>
          <p:cNvSpPr/>
          <p:nvPr/>
        </p:nvSpPr>
        <p:spPr>
          <a:xfrm>
            <a:off x="1841541" y="25998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" name="r0_o00478"/>
          <p:cNvSpPr/>
          <p:nvPr/>
        </p:nvSpPr>
        <p:spPr>
          <a:xfrm>
            <a:off x="1849703" y="26071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" name="r0_o00479"/>
          <p:cNvSpPr/>
          <p:nvPr/>
        </p:nvSpPr>
        <p:spPr>
          <a:xfrm>
            <a:off x="1849703" y="26071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" name="r0_o00480"/>
          <p:cNvSpPr/>
          <p:nvPr/>
        </p:nvSpPr>
        <p:spPr>
          <a:xfrm>
            <a:off x="1761678" y="26074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" name="r0_o00481"/>
          <p:cNvSpPr/>
          <p:nvPr/>
        </p:nvSpPr>
        <p:spPr>
          <a:xfrm>
            <a:off x="1769840" y="26147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" name="r0_o00482"/>
          <p:cNvSpPr/>
          <p:nvPr/>
        </p:nvSpPr>
        <p:spPr>
          <a:xfrm>
            <a:off x="1769840" y="26147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5" name="r0_o00483"/>
          <p:cNvSpPr/>
          <p:nvPr/>
        </p:nvSpPr>
        <p:spPr>
          <a:xfrm>
            <a:off x="925514" y="26096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" name="r0_o00484"/>
          <p:cNvSpPr/>
          <p:nvPr/>
        </p:nvSpPr>
        <p:spPr>
          <a:xfrm>
            <a:off x="933676" y="26169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" name="r0_o00485"/>
          <p:cNvSpPr/>
          <p:nvPr/>
        </p:nvSpPr>
        <p:spPr>
          <a:xfrm>
            <a:off x="933676" y="26169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" name="r0_o00486"/>
          <p:cNvSpPr/>
          <p:nvPr/>
        </p:nvSpPr>
        <p:spPr>
          <a:xfrm>
            <a:off x="845651" y="26172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" name="r0_o00487"/>
          <p:cNvSpPr/>
          <p:nvPr/>
        </p:nvSpPr>
        <p:spPr>
          <a:xfrm>
            <a:off x="853813" y="26245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" name="r0_o00488"/>
          <p:cNvSpPr/>
          <p:nvPr/>
        </p:nvSpPr>
        <p:spPr>
          <a:xfrm>
            <a:off x="853813" y="26245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" name="r0_o00489"/>
          <p:cNvSpPr/>
          <p:nvPr/>
        </p:nvSpPr>
        <p:spPr>
          <a:xfrm>
            <a:off x="2438108" y="262055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" name="r0_o00490"/>
          <p:cNvSpPr/>
          <p:nvPr/>
        </p:nvSpPr>
        <p:spPr>
          <a:xfrm>
            <a:off x="2446270" y="262784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" name="r0_o00491"/>
          <p:cNvSpPr/>
          <p:nvPr/>
        </p:nvSpPr>
        <p:spPr>
          <a:xfrm>
            <a:off x="2446270" y="262784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" name="r0_o00492"/>
          <p:cNvSpPr/>
          <p:nvPr/>
        </p:nvSpPr>
        <p:spPr>
          <a:xfrm>
            <a:off x="2474839" y="265436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" name="r0_o00493"/>
          <p:cNvSpPr/>
          <p:nvPr/>
        </p:nvSpPr>
        <p:spPr>
          <a:xfrm>
            <a:off x="2480063" y="265903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" name="r0_o00494"/>
          <p:cNvSpPr/>
          <p:nvPr/>
        </p:nvSpPr>
        <p:spPr>
          <a:xfrm>
            <a:off x="2480063" y="265903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" name="r0_o00495"/>
          <p:cNvSpPr/>
          <p:nvPr/>
        </p:nvSpPr>
        <p:spPr>
          <a:xfrm>
            <a:off x="1601952" y="262273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" name="r0_o00496"/>
          <p:cNvSpPr/>
          <p:nvPr/>
        </p:nvSpPr>
        <p:spPr>
          <a:xfrm>
            <a:off x="1610115" y="263002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" name="r0_o00497"/>
          <p:cNvSpPr/>
          <p:nvPr/>
        </p:nvSpPr>
        <p:spPr>
          <a:xfrm>
            <a:off x="1610115" y="263002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" name="r0_o00498"/>
          <p:cNvSpPr/>
          <p:nvPr/>
        </p:nvSpPr>
        <p:spPr>
          <a:xfrm>
            <a:off x="1522089" y="26303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" name="r0_o00499"/>
          <p:cNvSpPr/>
          <p:nvPr/>
        </p:nvSpPr>
        <p:spPr>
          <a:xfrm>
            <a:off x="1530252" y="26376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r0_o00500"/>
          <p:cNvSpPr/>
          <p:nvPr/>
        </p:nvSpPr>
        <p:spPr>
          <a:xfrm>
            <a:off x="1530252" y="26376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" name="r0_o00501"/>
          <p:cNvSpPr/>
          <p:nvPr/>
        </p:nvSpPr>
        <p:spPr>
          <a:xfrm>
            <a:off x="685925" y="263253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" name="r0_o00502"/>
          <p:cNvSpPr/>
          <p:nvPr/>
        </p:nvSpPr>
        <p:spPr>
          <a:xfrm>
            <a:off x="694088" y="263982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" name="r0_o00503"/>
          <p:cNvSpPr/>
          <p:nvPr/>
        </p:nvSpPr>
        <p:spPr>
          <a:xfrm>
            <a:off x="694088" y="263982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" name="r0_o00504"/>
          <p:cNvSpPr/>
          <p:nvPr/>
        </p:nvSpPr>
        <p:spPr>
          <a:xfrm>
            <a:off x="2278382" y="26358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" name="r0_o00505"/>
          <p:cNvSpPr/>
          <p:nvPr/>
        </p:nvSpPr>
        <p:spPr>
          <a:xfrm>
            <a:off x="2286544" y="26430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" name="r0_o00506"/>
          <p:cNvSpPr/>
          <p:nvPr/>
        </p:nvSpPr>
        <p:spPr>
          <a:xfrm>
            <a:off x="2286544" y="26430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" name="r0_o00507"/>
          <p:cNvSpPr/>
          <p:nvPr/>
        </p:nvSpPr>
        <p:spPr>
          <a:xfrm>
            <a:off x="606062" y="26401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" name="r0_o00508"/>
          <p:cNvSpPr/>
          <p:nvPr/>
        </p:nvSpPr>
        <p:spPr>
          <a:xfrm>
            <a:off x="614225" y="26474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" name="r0_o00509"/>
          <p:cNvSpPr/>
          <p:nvPr/>
        </p:nvSpPr>
        <p:spPr>
          <a:xfrm>
            <a:off x="614225" y="26474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" name="r0_o00510"/>
          <p:cNvSpPr/>
          <p:nvPr/>
        </p:nvSpPr>
        <p:spPr>
          <a:xfrm>
            <a:off x="2198519" y="264343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" name="r0_o00511"/>
          <p:cNvSpPr/>
          <p:nvPr/>
        </p:nvSpPr>
        <p:spPr>
          <a:xfrm>
            <a:off x="2206682" y="265072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" name="r0_o00512"/>
          <p:cNvSpPr/>
          <p:nvPr/>
        </p:nvSpPr>
        <p:spPr>
          <a:xfrm>
            <a:off x="2206682" y="265072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" name="r0_o00513"/>
          <p:cNvSpPr/>
          <p:nvPr/>
        </p:nvSpPr>
        <p:spPr>
          <a:xfrm>
            <a:off x="1362364" y="264561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" name="r0_o00514"/>
          <p:cNvSpPr/>
          <p:nvPr/>
        </p:nvSpPr>
        <p:spPr>
          <a:xfrm>
            <a:off x="1370526" y="265290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" name="r0_o00515"/>
          <p:cNvSpPr/>
          <p:nvPr/>
        </p:nvSpPr>
        <p:spPr>
          <a:xfrm>
            <a:off x="1370526" y="265290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" name="r0_o00516"/>
          <p:cNvSpPr/>
          <p:nvPr/>
        </p:nvSpPr>
        <p:spPr>
          <a:xfrm>
            <a:off x="1282501" y="26532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" name="r0_o00517"/>
          <p:cNvSpPr/>
          <p:nvPr/>
        </p:nvSpPr>
        <p:spPr>
          <a:xfrm>
            <a:off x="1290663" y="26605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" name="r0_o00518"/>
          <p:cNvSpPr/>
          <p:nvPr/>
        </p:nvSpPr>
        <p:spPr>
          <a:xfrm>
            <a:off x="1290663" y="26605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21" name="r0_o00519"/>
          <p:cNvSpPr/>
          <p:nvPr/>
        </p:nvSpPr>
        <p:spPr>
          <a:xfrm>
            <a:off x="2038793" y="26586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2" name="r0_o00520"/>
          <p:cNvSpPr/>
          <p:nvPr/>
        </p:nvSpPr>
        <p:spPr>
          <a:xfrm>
            <a:off x="2046956" y="26659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3" name="r0_o00521"/>
          <p:cNvSpPr/>
          <p:nvPr/>
        </p:nvSpPr>
        <p:spPr>
          <a:xfrm>
            <a:off x="2046956" y="26659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24" name="r0_o00522"/>
          <p:cNvSpPr/>
          <p:nvPr/>
        </p:nvSpPr>
        <p:spPr>
          <a:xfrm>
            <a:off x="1958931" y="266631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5" name="r0_o00523"/>
          <p:cNvSpPr/>
          <p:nvPr/>
        </p:nvSpPr>
        <p:spPr>
          <a:xfrm>
            <a:off x="1967093" y="267360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6" name="r0_o00524"/>
          <p:cNvSpPr/>
          <p:nvPr/>
        </p:nvSpPr>
        <p:spPr>
          <a:xfrm>
            <a:off x="1967093" y="267360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27" name="r0_o00525"/>
          <p:cNvSpPr/>
          <p:nvPr/>
        </p:nvSpPr>
        <p:spPr>
          <a:xfrm>
            <a:off x="1122775" y="266849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8" name="r0_o00526"/>
          <p:cNvSpPr/>
          <p:nvPr/>
        </p:nvSpPr>
        <p:spPr>
          <a:xfrm>
            <a:off x="1130938" y="267578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" name="r0_o00527"/>
          <p:cNvSpPr/>
          <p:nvPr/>
        </p:nvSpPr>
        <p:spPr>
          <a:xfrm>
            <a:off x="1130938" y="267578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" name="r0_o00528"/>
          <p:cNvSpPr/>
          <p:nvPr/>
        </p:nvSpPr>
        <p:spPr>
          <a:xfrm>
            <a:off x="1042912" y="267612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" name="r0_o00529"/>
          <p:cNvSpPr/>
          <p:nvPr/>
        </p:nvSpPr>
        <p:spPr>
          <a:xfrm>
            <a:off x="1051075" y="268341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" name="r0_o00530"/>
          <p:cNvSpPr/>
          <p:nvPr/>
        </p:nvSpPr>
        <p:spPr>
          <a:xfrm>
            <a:off x="1051075" y="268341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" name="r0_o00531"/>
          <p:cNvSpPr/>
          <p:nvPr/>
        </p:nvSpPr>
        <p:spPr>
          <a:xfrm>
            <a:off x="1799205" y="26815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" name="r0_o00532"/>
          <p:cNvSpPr/>
          <p:nvPr/>
        </p:nvSpPr>
        <p:spPr>
          <a:xfrm>
            <a:off x="1807367" y="26888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" name="r0_o00533"/>
          <p:cNvSpPr/>
          <p:nvPr/>
        </p:nvSpPr>
        <p:spPr>
          <a:xfrm>
            <a:off x="1807367" y="26888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" name="r0_o00534"/>
          <p:cNvSpPr/>
          <p:nvPr/>
        </p:nvSpPr>
        <p:spPr>
          <a:xfrm>
            <a:off x="1719342" y="268919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" name="r0_o00535"/>
          <p:cNvSpPr/>
          <p:nvPr/>
        </p:nvSpPr>
        <p:spPr>
          <a:xfrm>
            <a:off x="1727505" y="269648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" name="r0_o00536"/>
          <p:cNvSpPr/>
          <p:nvPr/>
        </p:nvSpPr>
        <p:spPr>
          <a:xfrm>
            <a:off x="1727505" y="269648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" name="r0_o00537"/>
          <p:cNvSpPr/>
          <p:nvPr/>
        </p:nvSpPr>
        <p:spPr>
          <a:xfrm>
            <a:off x="883187" y="269137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" name="r0_o00538"/>
          <p:cNvSpPr/>
          <p:nvPr/>
        </p:nvSpPr>
        <p:spPr>
          <a:xfrm>
            <a:off x="891349" y="269866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" name="r0_o00539"/>
          <p:cNvSpPr/>
          <p:nvPr/>
        </p:nvSpPr>
        <p:spPr>
          <a:xfrm>
            <a:off x="891349" y="269866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" name="r0_o00540"/>
          <p:cNvSpPr/>
          <p:nvPr/>
        </p:nvSpPr>
        <p:spPr>
          <a:xfrm>
            <a:off x="2475634" y="26946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" name="r0_o00541"/>
          <p:cNvSpPr/>
          <p:nvPr/>
        </p:nvSpPr>
        <p:spPr>
          <a:xfrm>
            <a:off x="2483797" y="27019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" name="r0_o00542"/>
          <p:cNvSpPr/>
          <p:nvPr/>
        </p:nvSpPr>
        <p:spPr>
          <a:xfrm>
            <a:off x="2483797" y="27019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" name="r0_o00543"/>
          <p:cNvSpPr/>
          <p:nvPr/>
        </p:nvSpPr>
        <p:spPr>
          <a:xfrm>
            <a:off x="803324" y="26990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" name="r0_o00544"/>
          <p:cNvSpPr/>
          <p:nvPr/>
        </p:nvSpPr>
        <p:spPr>
          <a:xfrm>
            <a:off x="811487" y="27062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" name="r0_o00545"/>
          <p:cNvSpPr/>
          <p:nvPr/>
        </p:nvSpPr>
        <p:spPr>
          <a:xfrm>
            <a:off x="811487" y="27062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" name="r0_o00546"/>
          <p:cNvSpPr/>
          <p:nvPr/>
        </p:nvSpPr>
        <p:spPr>
          <a:xfrm>
            <a:off x="2395772" y="27022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" name="r0_o00547"/>
          <p:cNvSpPr/>
          <p:nvPr/>
        </p:nvSpPr>
        <p:spPr>
          <a:xfrm>
            <a:off x="2403934" y="27095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" name="r0_o00548"/>
          <p:cNvSpPr/>
          <p:nvPr/>
        </p:nvSpPr>
        <p:spPr>
          <a:xfrm>
            <a:off x="2403934" y="27095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" name="r0_o00549"/>
          <p:cNvSpPr/>
          <p:nvPr/>
        </p:nvSpPr>
        <p:spPr>
          <a:xfrm>
            <a:off x="1559616" y="270444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" name="r0_o00550"/>
          <p:cNvSpPr/>
          <p:nvPr/>
        </p:nvSpPr>
        <p:spPr>
          <a:xfrm>
            <a:off x="1567779" y="271173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" name="r0_o00551"/>
          <p:cNvSpPr/>
          <p:nvPr/>
        </p:nvSpPr>
        <p:spPr>
          <a:xfrm>
            <a:off x="1567779" y="271173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" name="r0_o00552"/>
          <p:cNvSpPr/>
          <p:nvPr/>
        </p:nvSpPr>
        <p:spPr>
          <a:xfrm>
            <a:off x="1479754" y="27120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" name="r0_o00553"/>
          <p:cNvSpPr/>
          <p:nvPr/>
        </p:nvSpPr>
        <p:spPr>
          <a:xfrm>
            <a:off x="1487916" y="27193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6" name="r0_o00554"/>
          <p:cNvSpPr/>
          <p:nvPr/>
        </p:nvSpPr>
        <p:spPr>
          <a:xfrm>
            <a:off x="1487916" y="27193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7" name="r0_o00555"/>
          <p:cNvSpPr/>
          <p:nvPr/>
        </p:nvSpPr>
        <p:spPr>
          <a:xfrm>
            <a:off x="643598" y="27142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8" name="r0_o00556"/>
          <p:cNvSpPr/>
          <p:nvPr/>
        </p:nvSpPr>
        <p:spPr>
          <a:xfrm>
            <a:off x="651761" y="27215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9" name="r0_o00557"/>
          <p:cNvSpPr/>
          <p:nvPr/>
        </p:nvSpPr>
        <p:spPr>
          <a:xfrm>
            <a:off x="651761" y="27215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0" name="r0_o00558"/>
          <p:cNvSpPr/>
          <p:nvPr/>
        </p:nvSpPr>
        <p:spPr>
          <a:xfrm>
            <a:off x="680330" y="274807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1" name="r0_o00559"/>
          <p:cNvSpPr/>
          <p:nvPr/>
        </p:nvSpPr>
        <p:spPr>
          <a:xfrm>
            <a:off x="685554" y="275273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2" name="r0_o00560"/>
          <p:cNvSpPr/>
          <p:nvPr/>
        </p:nvSpPr>
        <p:spPr>
          <a:xfrm>
            <a:off x="685554" y="275273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3" name="r0_o00561"/>
          <p:cNvSpPr/>
          <p:nvPr/>
        </p:nvSpPr>
        <p:spPr>
          <a:xfrm>
            <a:off x="2236046" y="27175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" name="r0_o00562"/>
          <p:cNvSpPr/>
          <p:nvPr/>
        </p:nvSpPr>
        <p:spPr>
          <a:xfrm>
            <a:off x="2244209" y="27248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" name="r0_o00563"/>
          <p:cNvSpPr/>
          <p:nvPr/>
        </p:nvSpPr>
        <p:spPr>
          <a:xfrm>
            <a:off x="2244209" y="27248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" name="r0_o00564"/>
          <p:cNvSpPr/>
          <p:nvPr/>
        </p:nvSpPr>
        <p:spPr>
          <a:xfrm>
            <a:off x="2156183" y="272514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" name="r0_o00565"/>
          <p:cNvSpPr/>
          <p:nvPr/>
        </p:nvSpPr>
        <p:spPr>
          <a:xfrm>
            <a:off x="2164346" y="273243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" name="r0_o00566"/>
          <p:cNvSpPr/>
          <p:nvPr/>
        </p:nvSpPr>
        <p:spPr>
          <a:xfrm>
            <a:off x="2164346" y="273243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" name="r0_o00567"/>
          <p:cNvSpPr/>
          <p:nvPr/>
        </p:nvSpPr>
        <p:spPr>
          <a:xfrm>
            <a:off x="1320028" y="272733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" name="r0_o00568"/>
          <p:cNvSpPr/>
          <p:nvPr/>
        </p:nvSpPr>
        <p:spPr>
          <a:xfrm>
            <a:off x="1328190" y="273461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" name="r0_o00569"/>
          <p:cNvSpPr/>
          <p:nvPr/>
        </p:nvSpPr>
        <p:spPr>
          <a:xfrm>
            <a:off x="1328190" y="273461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" name="r0_o00570"/>
          <p:cNvSpPr/>
          <p:nvPr/>
        </p:nvSpPr>
        <p:spPr>
          <a:xfrm>
            <a:off x="1240165" y="27349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" name="r0_o00571"/>
          <p:cNvSpPr/>
          <p:nvPr/>
        </p:nvSpPr>
        <p:spPr>
          <a:xfrm>
            <a:off x="1248328" y="27422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" name="r0_o00572"/>
          <p:cNvSpPr/>
          <p:nvPr/>
        </p:nvSpPr>
        <p:spPr>
          <a:xfrm>
            <a:off x="1248328" y="27422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" name="r0_o00573"/>
          <p:cNvSpPr/>
          <p:nvPr/>
        </p:nvSpPr>
        <p:spPr>
          <a:xfrm>
            <a:off x="1996458" y="27404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" name="r0_o00574"/>
          <p:cNvSpPr/>
          <p:nvPr/>
        </p:nvSpPr>
        <p:spPr>
          <a:xfrm>
            <a:off x="2004620" y="27476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" name="r0_o00575"/>
          <p:cNvSpPr/>
          <p:nvPr/>
        </p:nvSpPr>
        <p:spPr>
          <a:xfrm>
            <a:off x="2004620" y="27476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" name="r0_o00576"/>
          <p:cNvSpPr/>
          <p:nvPr/>
        </p:nvSpPr>
        <p:spPr>
          <a:xfrm>
            <a:off x="1916595" y="274802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" name="r0_o00577"/>
          <p:cNvSpPr/>
          <p:nvPr/>
        </p:nvSpPr>
        <p:spPr>
          <a:xfrm>
            <a:off x="1924757" y="275531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" name="r0_o00578"/>
          <p:cNvSpPr/>
          <p:nvPr/>
        </p:nvSpPr>
        <p:spPr>
          <a:xfrm>
            <a:off x="1924757" y="275531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" name="r0_o00579"/>
          <p:cNvSpPr/>
          <p:nvPr/>
        </p:nvSpPr>
        <p:spPr>
          <a:xfrm>
            <a:off x="1080439" y="275021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" name="r0_o00580"/>
          <p:cNvSpPr/>
          <p:nvPr/>
        </p:nvSpPr>
        <p:spPr>
          <a:xfrm>
            <a:off x="1088602" y="275749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" name="r0_o00581"/>
          <p:cNvSpPr/>
          <p:nvPr/>
        </p:nvSpPr>
        <p:spPr>
          <a:xfrm>
            <a:off x="1088602" y="275749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" name="r0_o00582"/>
          <p:cNvSpPr/>
          <p:nvPr/>
        </p:nvSpPr>
        <p:spPr>
          <a:xfrm>
            <a:off x="1000577" y="275783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" name="r0_o00583"/>
          <p:cNvSpPr/>
          <p:nvPr/>
        </p:nvSpPr>
        <p:spPr>
          <a:xfrm>
            <a:off x="1008739" y="276512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" name="r0_o00584"/>
          <p:cNvSpPr/>
          <p:nvPr/>
        </p:nvSpPr>
        <p:spPr>
          <a:xfrm>
            <a:off x="1008739" y="276512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" name="r0_o00585"/>
          <p:cNvSpPr/>
          <p:nvPr/>
        </p:nvSpPr>
        <p:spPr>
          <a:xfrm>
            <a:off x="2593024" y="27611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" name="r0_o00586"/>
          <p:cNvSpPr/>
          <p:nvPr/>
        </p:nvSpPr>
        <p:spPr>
          <a:xfrm>
            <a:off x="2601187" y="27683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" name="r0_o00587"/>
          <p:cNvSpPr/>
          <p:nvPr/>
        </p:nvSpPr>
        <p:spPr>
          <a:xfrm>
            <a:off x="2601187" y="27683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" name="r0_o00588"/>
          <p:cNvSpPr/>
          <p:nvPr/>
        </p:nvSpPr>
        <p:spPr>
          <a:xfrm>
            <a:off x="2629756" y="279491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" name="r0_o00589"/>
          <p:cNvSpPr/>
          <p:nvPr/>
        </p:nvSpPr>
        <p:spPr>
          <a:xfrm>
            <a:off x="2634980" y="279958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92" name="r0_o00590"/>
          <p:cNvSpPr/>
          <p:nvPr/>
        </p:nvSpPr>
        <p:spPr>
          <a:xfrm>
            <a:off x="2634980" y="279958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3" name="r0_o00591"/>
          <p:cNvSpPr/>
          <p:nvPr/>
        </p:nvSpPr>
        <p:spPr>
          <a:xfrm>
            <a:off x="1756869" y="27632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4" name="r0_o00592"/>
          <p:cNvSpPr/>
          <p:nvPr/>
        </p:nvSpPr>
        <p:spPr>
          <a:xfrm>
            <a:off x="1765032" y="27705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5" name="r0_o00593"/>
          <p:cNvSpPr/>
          <p:nvPr/>
        </p:nvSpPr>
        <p:spPr>
          <a:xfrm>
            <a:off x="1765032" y="27705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6" name="r0_o00594"/>
          <p:cNvSpPr/>
          <p:nvPr/>
        </p:nvSpPr>
        <p:spPr>
          <a:xfrm>
            <a:off x="1677006" y="27709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7" name="r0_o00595"/>
          <p:cNvSpPr/>
          <p:nvPr/>
        </p:nvSpPr>
        <p:spPr>
          <a:xfrm>
            <a:off x="1685169" y="27781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8" name="r0_o00596"/>
          <p:cNvSpPr/>
          <p:nvPr/>
        </p:nvSpPr>
        <p:spPr>
          <a:xfrm>
            <a:off x="1685169" y="27781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9" name="r0_o00597"/>
          <p:cNvSpPr/>
          <p:nvPr/>
        </p:nvSpPr>
        <p:spPr>
          <a:xfrm>
            <a:off x="840851" y="277309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" name="r0_o00598"/>
          <p:cNvSpPr/>
          <p:nvPr/>
        </p:nvSpPr>
        <p:spPr>
          <a:xfrm>
            <a:off x="849013" y="278038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" name="r0_o00599"/>
          <p:cNvSpPr/>
          <p:nvPr/>
        </p:nvSpPr>
        <p:spPr>
          <a:xfrm>
            <a:off x="849013" y="278038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r0_o00600"/>
          <p:cNvSpPr/>
          <p:nvPr/>
        </p:nvSpPr>
        <p:spPr>
          <a:xfrm>
            <a:off x="2433299" y="277635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r0_o00601"/>
          <p:cNvSpPr/>
          <p:nvPr/>
        </p:nvSpPr>
        <p:spPr>
          <a:xfrm>
            <a:off x="2441461" y="278364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" name="r0_o00602"/>
          <p:cNvSpPr/>
          <p:nvPr/>
        </p:nvSpPr>
        <p:spPr>
          <a:xfrm>
            <a:off x="2441461" y="278364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" name="r0_o00603"/>
          <p:cNvSpPr/>
          <p:nvPr/>
        </p:nvSpPr>
        <p:spPr>
          <a:xfrm>
            <a:off x="760988" y="27807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" name="r0_o00604"/>
          <p:cNvSpPr/>
          <p:nvPr/>
        </p:nvSpPr>
        <p:spPr>
          <a:xfrm>
            <a:off x="769151" y="27880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" name="r0_o00605"/>
          <p:cNvSpPr/>
          <p:nvPr/>
        </p:nvSpPr>
        <p:spPr>
          <a:xfrm>
            <a:off x="769151" y="27880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" name="r0_o00606"/>
          <p:cNvSpPr/>
          <p:nvPr/>
        </p:nvSpPr>
        <p:spPr>
          <a:xfrm>
            <a:off x="2353436" y="27839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" name="r0_o00607"/>
          <p:cNvSpPr/>
          <p:nvPr/>
        </p:nvSpPr>
        <p:spPr>
          <a:xfrm>
            <a:off x="2361598" y="27912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" name="r0_o00608"/>
          <p:cNvSpPr/>
          <p:nvPr/>
        </p:nvSpPr>
        <p:spPr>
          <a:xfrm>
            <a:off x="2361598" y="27912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" name="r0_o00609"/>
          <p:cNvSpPr/>
          <p:nvPr/>
        </p:nvSpPr>
        <p:spPr>
          <a:xfrm>
            <a:off x="1517281" y="27861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" name="r0_o00610"/>
          <p:cNvSpPr/>
          <p:nvPr/>
        </p:nvSpPr>
        <p:spPr>
          <a:xfrm>
            <a:off x="1525443" y="27934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" name="r0_o00611"/>
          <p:cNvSpPr/>
          <p:nvPr/>
        </p:nvSpPr>
        <p:spPr>
          <a:xfrm>
            <a:off x="1525443" y="27934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" name="r0_o00612"/>
          <p:cNvSpPr/>
          <p:nvPr/>
        </p:nvSpPr>
        <p:spPr>
          <a:xfrm>
            <a:off x="1437418" y="27937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" name="r0_o00613"/>
          <p:cNvSpPr/>
          <p:nvPr/>
        </p:nvSpPr>
        <p:spPr>
          <a:xfrm>
            <a:off x="1445580" y="28010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" name="r0_o00614"/>
          <p:cNvSpPr/>
          <p:nvPr/>
        </p:nvSpPr>
        <p:spPr>
          <a:xfrm>
            <a:off x="1445580" y="28010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" name="r0_o00615"/>
          <p:cNvSpPr/>
          <p:nvPr/>
        </p:nvSpPr>
        <p:spPr>
          <a:xfrm>
            <a:off x="2193710" y="279923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" name="r0_o00616"/>
          <p:cNvSpPr/>
          <p:nvPr/>
        </p:nvSpPr>
        <p:spPr>
          <a:xfrm>
            <a:off x="2201873" y="280652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r0_o00617"/>
          <p:cNvSpPr/>
          <p:nvPr/>
        </p:nvSpPr>
        <p:spPr>
          <a:xfrm>
            <a:off x="2201873" y="280652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" name="r0_o00618"/>
          <p:cNvSpPr/>
          <p:nvPr/>
        </p:nvSpPr>
        <p:spPr>
          <a:xfrm>
            <a:off x="2113847" y="28068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" name="r0_o00619"/>
          <p:cNvSpPr/>
          <p:nvPr/>
        </p:nvSpPr>
        <p:spPr>
          <a:xfrm>
            <a:off x="2122010" y="28141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r0_o00620"/>
          <p:cNvSpPr/>
          <p:nvPr/>
        </p:nvSpPr>
        <p:spPr>
          <a:xfrm>
            <a:off x="2122010" y="28141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" name="r0_o00621"/>
          <p:cNvSpPr/>
          <p:nvPr/>
        </p:nvSpPr>
        <p:spPr>
          <a:xfrm>
            <a:off x="1277692" y="280904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" name="r0_o00622"/>
          <p:cNvSpPr/>
          <p:nvPr/>
        </p:nvSpPr>
        <p:spPr>
          <a:xfrm>
            <a:off x="1285855" y="281633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r0_o00623"/>
          <p:cNvSpPr/>
          <p:nvPr/>
        </p:nvSpPr>
        <p:spPr>
          <a:xfrm>
            <a:off x="1285855" y="281633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" name="r0_o00624"/>
          <p:cNvSpPr/>
          <p:nvPr/>
        </p:nvSpPr>
        <p:spPr>
          <a:xfrm>
            <a:off x="1197829" y="28166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r0_o00625"/>
          <p:cNvSpPr/>
          <p:nvPr/>
        </p:nvSpPr>
        <p:spPr>
          <a:xfrm>
            <a:off x="1205992" y="28239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8" name="r0_o00626"/>
          <p:cNvSpPr/>
          <p:nvPr/>
        </p:nvSpPr>
        <p:spPr>
          <a:xfrm>
            <a:off x="1205992" y="28239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r0_o00627"/>
          <p:cNvSpPr/>
          <p:nvPr/>
        </p:nvSpPr>
        <p:spPr>
          <a:xfrm>
            <a:off x="1954122" y="282211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0" name="r0_o00628"/>
          <p:cNvSpPr/>
          <p:nvPr/>
        </p:nvSpPr>
        <p:spPr>
          <a:xfrm>
            <a:off x="1962284" y="282940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r0_o00629"/>
          <p:cNvSpPr/>
          <p:nvPr/>
        </p:nvSpPr>
        <p:spPr>
          <a:xfrm>
            <a:off x="1962284" y="282940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2" name="r0_o00630"/>
          <p:cNvSpPr/>
          <p:nvPr/>
        </p:nvSpPr>
        <p:spPr>
          <a:xfrm>
            <a:off x="1874259" y="282974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r0_o00631"/>
          <p:cNvSpPr/>
          <p:nvPr/>
        </p:nvSpPr>
        <p:spPr>
          <a:xfrm>
            <a:off x="1882421" y="283703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4" name="r0_o00632"/>
          <p:cNvSpPr/>
          <p:nvPr/>
        </p:nvSpPr>
        <p:spPr>
          <a:xfrm>
            <a:off x="1882421" y="283703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r0_o00633"/>
          <p:cNvSpPr/>
          <p:nvPr/>
        </p:nvSpPr>
        <p:spPr>
          <a:xfrm>
            <a:off x="1038104" y="283192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" name="r0_o00634"/>
          <p:cNvSpPr/>
          <p:nvPr/>
        </p:nvSpPr>
        <p:spPr>
          <a:xfrm>
            <a:off x="1046266" y="283921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" name="r0_o00635"/>
          <p:cNvSpPr/>
          <p:nvPr/>
        </p:nvSpPr>
        <p:spPr>
          <a:xfrm>
            <a:off x="1046266" y="283921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" name="r0_o00636"/>
          <p:cNvSpPr/>
          <p:nvPr/>
        </p:nvSpPr>
        <p:spPr>
          <a:xfrm>
            <a:off x="2630560" y="28351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" name="r0_o00637"/>
          <p:cNvSpPr/>
          <p:nvPr/>
        </p:nvSpPr>
        <p:spPr>
          <a:xfrm>
            <a:off x="2638723" y="28424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" name="r0_o00638"/>
          <p:cNvSpPr/>
          <p:nvPr/>
        </p:nvSpPr>
        <p:spPr>
          <a:xfrm>
            <a:off x="2638723" y="28424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" name="r0_o00639"/>
          <p:cNvSpPr/>
          <p:nvPr/>
        </p:nvSpPr>
        <p:spPr>
          <a:xfrm>
            <a:off x="2667292" y="286901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" name="r0_o00640"/>
          <p:cNvSpPr/>
          <p:nvPr/>
        </p:nvSpPr>
        <p:spPr>
          <a:xfrm>
            <a:off x="2672516" y="287367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" name="r0_o00641"/>
          <p:cNvSpPr/>
          <p:nvPr/>
        </p:nvSpPr>
        <p:spPr>
          <a:xfrm>
            <a:off x="2672516" y="287367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" name="r0_o00642"/>
          <p:cNvSpPr/>
          <p:nvPr/>
        </p:nvSpPr>
        <p:spPr>
          <a:xfrm>
            <a:off x="958241" y="28395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" name="r0_o00643"/>
          <p:cNvSpPr/>
          <p:nvPr/>
        </p:nvSpPr>
        <p:spPr>
          <a:xfrm>
            <a:off x="966403" y="28468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" name="r0_o00644"/>
          <p:cNvSpPr/>
          <p:nvPr/>
        </p:nvSpPr>
        <p:spPr>
          <a:xfrm>
            <a:off x="966403" y="28468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" name="r0_o00645"/>
          <p:cNvSpPr/>
          <p:nvPr/>
        </p:nvSpPr>
        <p:spPr>
          <a:xfrm>
            <a:off x="2550697" y="284282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" name="r0_o00646"/>
          <p:cNvSpPr/>
          <p:nvPr/>
        </p:nvSpPr>
        <p:spPr>
          <a:xfrm>
            <a:off x="2558860" y="285011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" name="r0_o00647"/>
          <p:cNvSpPr/>
          <p:nvPr/>
        </p:nvSpPr>
        <p:spPr>
          <a:xfrm>
            <a:off x="2558860" y="285011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" name="r0_o00648"/>
          <p:cNvSpPr/>
          <p:nvPr/>
        </p:nvSpPr>
        <p:spPr>
          <a:xfrm>
            <a:off x="2587429" y="287664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" name="r0_o00649"/>
          <p:cNvSpPr/>
          <p:nvPr/>
        </p:nvSpPr>
        <p:spPr>
          <a:xfrm>
            <a:off x="2592653" y="288130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" name="r0_o00650"/>
          <p:cNvSpPr/>
          <p:nvPr/>
        </p:nvSpPr>
        <p:spPr>
          <a:xfrm>
            <a:off x="2592653" y="288130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" name="r0_o00651"/>
          <p:cNvSpPr/>
          <p:nvPr/>
        </p:nvSpPr>
        <p:spPr>
          <a:xfrm>
            <a:off x="1714533" y="28449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" name="r0_o00652"/>
          <p:cNvSpPr/>
          <p:nvPr/>
        </p:nvSpPr>
        <p:spPr>
          <a:xfrm>
            <a:off x="1722696" y="28522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" name="r0_o00653"/>
          <p:cNvSpPr/>
          <p:nvPr/>
        </p:nvSpPr>
        <p:spPr>
          <a:xfrm>
            <a:off x="1722696" y="28522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" name="r0_o00654"/>
          <p:cNvSpPr/>
          <p:nvPr/>
        </p:nvSpPr>
        <p:spPr>
          <a:xfrm>
            <a:off x="1634670" y="285262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" name="r0_o00655"/>
          <p:cNvSpPr/>
          <p:nvPr/>
        </p:nvSpPr>
        <p:spPr>
          <a:xfrm>
            <a:off x="1642833" y="285991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" name="r0_o00656"/>
          <p:cNvSpPr/>
          <p:nvPr/>
        </p:nvSpPr>
        <p:spPr>
          <a:xfrm>
            <a:off x="1642833" y="285991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" name="r0_o00657"/>
          <p:cNvSpPr/>
          <p:nvPr/>
        </p:nvSpPr>
        <p:spPr>
          <a:xfrm>
            <a:off x="798515" y="285480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" name="r0_o00658"/>
          <p:cNvSpPr/>
          <p:nvPr/>
        </p:nvSpPr>
        <p:spPr>
          <a:xfrm>
            <a:off x="806678" y="286209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" name="r0_o00659"/>
          <p:cNvSpPr/>
          <p:nvPr/>
        </p:nvSpPr>
        <p:spPr>
          <a:xfrm>
            <a:off x="806678" y="286209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2" name="r0_o00660"/>
          <p:cNvSpPr/>
          <p:nvPr/>
        </p:nvSpPr>
        <p:spPr>
          <a:xfrm>
            <a:off x="835247" y="288862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3" name="r0_o00661"/>
          <p:cNvSpPr/>
          <p:nvPr/>
        </p:nvSpPr>
        <p:spPr>
          <a:xfrm>
            <a:off x="840471" y="289328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64" name="r0_o00662"/>
          <p:cNvSpPr/>
          <p:nvPr/>
        </p:nvSpPr>
        <p:spPr>
          <a:xfrm>
            <a:off x="840471" y="289328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5" name="r0_o00663"/>
          <p:cNvSpPr/>
          <p:nvPr/>
        </p:nvSpPr>
        <p:spPr>
          <a:xfrm>
            <a:off x="2390972" y="28580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66" name="r0_o00664"/>
          <p:cNvSpPr/>
          <p:nvPr/>
        </p:nvSpPr>
        <p:spPr>
          <a:xfrm>
            <a:off x="2399134" y="28653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7" name="r0_o00665"/>
          <p:cNvSpPr/>
          <p:nvPr/>
        </p:nvSpPr>
        <p:spPr>
          <a:xfrm>
            <a:off x="2399134" y="28653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8" name="r0_o00666"/>
          <p:cNvSpPr/>
          <p:nvPr/>
        </p:nvSpPr>
        <p:spPr>
          <a:xfrm>
            <a:off x="2427703" y="289189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9" name="r0_o00667"/>
          <p:cNvSpPr/>
          <p:nvPr/>
        </p:nvSpPr>
        <p:spPr>
          <a:xfrm>
            <a:off x="2432927" y="289656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0" name="r0_o00668"/>
          <p:cNvSpPr/>
          <p:nvPr/>
        </p:nvSpPr>
        <p:spPr>
          <a:xfrm>
            <a:off x="2432927" y="289656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1" name="r0_o00669"/>
          <p:cNvSpPr/>
          <p:nvPr/>
        </p:nvSpPr>
        <p:spPr>
          <a:xfrm>
            <a:off x="2311109" y="28657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2" name="r0_o00670"/>
          <p:cNvSpPr/>
          <p:nvPr/>
        </p:nvSpPr>
        <p:spPr>
          <a:xfrm>
            <a:off x="2319271" y="28729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3" name="r0_o00671"/>
          <p:cNvSpPr/>
          <p:nvPr/>
        </p:nvSpPr>
        <p:spPr>
          <a:xfrm>
            <a:off x="2319271" y="28729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4" name="r0_o00672"/>
          <p:cNvSpPr/>
          <p:nvPr/>
        </p:nvSpPr>
        <p:spPr>
          <a:xfrm>
            <a:off x="2347840" y="289952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" name="r0_o00673"/>
          <p:cNvSpPr/>
          <p:nvPr/>
        </p:nvSpPr>
        <p:spPr>
          <a:xfrm>
            <a:off x="2353064" y="290418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" name="r0_o00674"/>
          <p:cNvSpPr/>
          <p:nvPr/>
        </p:nvSpPr>
        <p:spPr>
          <a:xfrm>
            <a:off x="2353064" y="290418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" name="r0_o00675"/>
          <p:cNvSpPr/>
          <p:nvPr/>
        </p:nvSpPr>
        <p:spPr>
          <a:xfrm>
            <a:off x="1474945" y="28678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" name="r0_o00676"/>
          <p:cNvSpPr/>
          <p:nvPr/>
        </p:nvSpPr>
        <p:spPr>
          <a:xfrm>
            <a:off x="1483107" y="28751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" name="r0_o00677"/>
          <p:cNvSpPr/>
          <p:nvPr/>
        </p:nvSpPr>
        <p:spPr>
          <a:xfrm>
            <a:off x="1483107" y="28751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" name="r0_o00678"/>
          <p:cNvSpPr/>
          <p:nvPr/>
        </p:nvSpPr>
        <p:spPr>
          <a:xfrm>
            <a:off x="1395082" y="28755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" name="r0_o00679"/>
          <p:cNvSpPr/>
          <p:nvPr/>
        </p:nvSpPr>
        <p:spPr>
          <a:xfrm>
            <a:off x="1403244" y="28827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" name="r0_o00680"/>
          <p:cNvSpPr/>
          <p:nvPr/>
        </p:nvSpPr>
        <p:spPr>
          <a:xfrm>
            <a:off x="1403244" y="28827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" name="r0_o00681"/>
          <p:cNvSpPr/>
          <p:nvPr/>
        </p:nvSpPr>
        <p:spPr>
          <a:xfrm>
            <a:off x="2151383" y="28809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" name="r0_o00682"/>
          <p:cNvSpPr/>
          <p:nvPr/>
        </p:nvSpPr>
        <p:spPr>
          <a:xfrm>
            <a:off x="2159546" y="28882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" name="r0_o00683"/>
          <p:cNvSpPr/>
          <p:nvPr/>
        </p:nvSpPr>
        <p:spPr>
          <a:xfrm>
            <a:off x="2159546" y="28882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" name="r0_o00684"/>
          <p:cNvSpPr/>
          <p:nvPr/>
        </p:nvSpPr>
        <p:spPr>
          <a:xfrm>
            <a:off x="2188115" y="291477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" name="r0_o00685"/>
          <p:cNvSpPr/>
          <p:nvPr/>
        </p:nvSpPr>
        <p:spPr>
          <a:xfrm>
            <a:off x="2193339" y="291944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" name="r0_o00686"/>
          <p:cNvSpPr/>
          <p:nvPr/>
        </p:nvSpPr>
        <p:spPr>
          <a:xfrm>
            <a:off x="2193339" y="291944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" name="r0_o00687"/>
          <p:cNvSpPr/>
          <p:nvPr/>
        </p:nvSpPr>
        <p:spPr>
          <a:xfrm>
            <a:off x="2071520" y="28885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" name="r0_o00688"/>
          <p:cNvSpPr/>
          <p:nvPr/>
        </p:nvSpPr>
        <p:spPr>
          <a:xfrm>
            <a:off x="2079683" y="28958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" name="r0_o00689"/>
          <p:cNvSpPr/>
          <p:nvPr/>
        </p:nvSpPr>
        <p:spPr>
          <a:xfrm>
            <a:off x="2079683" y="28958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" name="r0_o00690"/>
          <p:cNvSpPr/>
          <p:nvPr/>
        </p:nvSpPr>
        <p:spPr>
          <a:xfrm>
            <a:off x="2108252" y="292240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" name="r0_o00691"/>
          <p:cNvSpPr/>
          <p:nvPr/>
        </p:nvSpPr>
        <p:spPr>
          <a:xfrm>
            <a:off x="2113476" y="292706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" name="r0_o00692"/>
          <p:cNvSpPr/>
          <p:nvPr/>
        </p:nvSpPr>
        <p:spPr>
          <a:xfrm>
            <a:off x="2113476" y="292706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" name="r0_o00693"/>
          <p:cNvSpPr/>
          <p:nvPr/>
        </p:nvSpPr>
        <p:spPr>
          <a:xfrm>
            <a:off x="1235356" y="28907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" name="r0_o00694"/>
          <p:cNvSpPr/>
          <p:nvPr/>
        </p:nvSpPr>
        <p:spPr>
          <a:xfrm>
            <a:off x="1243519" y="28980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" name="r0_o00695"/>
          <p:cNvSpPr/>
          <p:nvPr/>
        </p:nvSpPr>
        <p:spPr>
          <a:xfrm>
            <a:off x="1243519" y="28980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" name="r0_o00696"/>
          <p:cNvSpPr/>
          <p:nvPr/>
        </p:nvSpPr>
        <p:spPr>
          <a:xfrm>
            <a:off x="1155493" y="28983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" name="r0_o00697"/>
          <p:cNvSpPr/>
          <p:nvPr/>
        </p:nvSpPr>
        <p:spPr>
          <a:xfrm>
            <a:off x="1163656" y="29056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" name="r0_o00698"/>
          <p:cNvSpPr/>
          <p:nvPr/>
        </p:nvSpPr>
        <p:spPr>
          <a:xfrm>
            <a:off x="1163656" y="29056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" name="r0_o00699"/>
          <p:cNvSpPr/>
          <p:nvPr/>
        </p:nvSpPr>
        <p:spPr>
          <a:xfrm>
            <a:off x="1911795" y="29038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" name="r0_o00700"/>
          <p:cNvSpPr/>
          <p:nvPr/>
        </p:nvSpPr>
        <p:spPr>
          <a:xfrm>
            <a:off x="1919957" y="29111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" name="r0_o00701"/>
          <p:cNvSpPr/>
          <p:nvPr/>
        </p:nvSpPr>
        <p:spPr>
          <a:xfrm>
            <a:off x="1919957" y="29111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" name="r0_o00702"/>
          <p:cNvSpPr/>
          <p:nvPr/>
        </p:nvSpPr>
        <p:spPr>
          <a:xfrm>
            <a:off x="1948526" y="293765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" name="r0_o00703"/>
          <p:cNvSpPr/>
          <p:nvPr/>
        </p:nvSpPr>
        <p:spPr>
          <a:xfrm>
            <a:off x="1953750" y="294232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" name="r0_o00704"/>
          <p:cNvSpPr/>
          <p:nvPr/>
        </p:nvSpPr>
        <p:spPr>
          <a:xfrm>
            <a:off x="1953750" y="294232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" name="r0_o00705"/>
          <p:cNvSpPr/>
          <p:nvPr/>
        </p:nvSpPr>
        <p:spPr>
          <a:xfrm>
            <a:off x="1831932" y="29114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" name="r0_o00706"/>
          <p:cNvSpPr/>
          <p:nvPr/>
        </p:nvSpPr>
        <p:spPr>
          <a:xfrm>
            <a:off x="1840094" y="29187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" name="r0_o00707"/>
          <p:cNvSpPr/>
          <p:nvPr/>
        </p:nvSpPr>
        <p:spPr>
          <a:xfrm>
            <a:off x="1840094" y="29187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" name="r0_o00708"/>
          <p:cNvSpPr/>
          <p:nvPr/>
        </p:nvSpPr>
        <p:spPr>
          <a:xfrm>
            <a:off x="1868663" y="294528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r0_o00709"/>
          <p:cNvSpPr/>
          <p:nvPr/>
        </p:nvSpPr>
        <p:spPr>
          <a:xfrm>
            <a:off x="1873887" y="294994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12" name="r0_o00710"/>
          <p:cNvSpPr/>
          <p:nvPr/>
        </p:nvSpPr>
        <p:spPr>
          <a:xfrm>
            <a:off x="1873887" y="294994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" name="r0_o00711"/>
          <p:cNvSpPr/>
          <p:nvPr/>
        </p:nvSpPr>
        <p:spPr>
          <a:xfrm>
            <a:off x="995768" y="29136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14" name="r0_o00712"/>
          <p:cNvSpPr/>
          <p:nvPr/>
        </p:nvSpPr>
        <p:spPr>
          <a:xfrm>
            <a:off x="1003930" y="29209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15" name="r0_o00713"/>
          <p:cNvSpPr/>
          <p:nvPr/>
        </p:nvSpPr>
        <p:spPr>
          <a:xfrm>
            <a:off x="1003930" y="29209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r0_o00714"/>
          <p:cNvSpPr/>
          <p:nvPr/>
        </p:nvSpPr>
        <p:spPr>
          <a:xfrm>
            <a:off x="915905" y="29212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17" name="r0_o00715"/>
          <p:cNvSpPr/>
          <p:nvPr/>
        </p:nvSpPr>
        <p:spPr>
          <a:xfrm>
            <a:off x="924067" y="29285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18" name="r0_o00716"/>
          <p:cNvSpPr/>
          <p:nvPr/>
        </p:nvSpPr>
        <p:spPr>
          <a:xfrm>
            <a:off x="924067" y="29285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9" name="r0_o00717"/>
          <p:cNvSpPr/>
          <p:nvPr/>
        </p:nvSpPr>
        <p:spPr>
          <a:xfrm>
            <a:off x="952636" y="295508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0" name="r0_o00718"/>
          <p:cNvSpPr/>
          <p:nvPr/>
        </p:nvSpPr>
        <p:spPr>
          <a:xfrm>
            <a:off x="957860" y="295974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1" name="r0_o00719"/>
          <p:cNvSpPr/>
          <p:nvPr/>
        </p:nvSpPr>
        <p:spPr>
          <a:xfrm>
            <a:off x="957860" y="295974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" name="r0_o00720"/>
          <p:cNvSpPr/>
          <p:nvPr/>
        </p:nvSpPr>
        <p:spPr>
          <a:xfrm>
            <a:off x="1672206" y="29267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" name="r0_o00721"/>
          <p:cNvSpPr/>
          <p:nvPr/>
        </p:nvSpPr>
        <p:spPr>
          <a:xfrm>
            <a:off x="1680369" y="29340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" name="r0_o00722"/>
          <p:cNvSpPr/>
          <p:nvPr/>
        </p:nvSpPr>
        <p:spPr>
          <a:xfrm>
            <a:off x="1680369" y="29340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" name="r0_o00723"/>
          <p:cNvSpPr/>
          <p:nvPr/>
        </p:nvSpPr>
        <p:spPr>
          <a:xfrm>
            <a:off x="1708938" y="296053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" name="r0_o00724"/>
          <p:cNvSpPr/>
          <p:nvPr/>
        </p:nvSpPr>
        <p:spPr>
          <a:xfrm>
            <a:off x="1714162" y="296520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" name="r0_o00725"/>
          <p:cNvSpPr/>
          <p:nvPr/>
        </p:nvSpPr>
        <p:spPr>
          <a:xfrm>
            <a:off x="1714162" y="296520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" name="r0_o00726"/>
          <p:cNvSpPr/>
          <p:nvPr/>
        </p:nvSpPr>
        <p:spPr>
          <a:xfrm>
            <a:off x="1592343" y="293434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" name="r0_o00727"/>
          <p:cNvSpPr/>
          <p:nvPr/>
        </p:nvSpPr>
        <p:spPr>
          <a:xfrm>
            <a:off x="1600506" y="294163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" name="r0_o00728"/>
          <p:cNvSpPr/>
          <p:nvPr/>
        </p:nvSpPr>
        <p:spPr>
          <a:xfrm>
            <a:off x="1600506" y="294163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" name="r0_o00729"/>
          <p:cNvSpPr/>
          <p:nvPr/>
        </p:nvSpPr>
        <p:spPr>
          <a:xfrm>
            <a:off x="1629075" y="296816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" name="r0_o00730"/>
          <p:cNvSpPr/>
          <p:nvPr/>
        </p:nvSpPr>
        <p:spPr>
          <a:xfrm>
            <a:off x="1634299" y="297282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" name="r0_o00731"/>
          <p:cNvSpPr/>
          <p:nvPr/>
        </p:nvSpPr>
        <p:spPr>
          <a:xfrm>
            <a:off x="1634299" y="297282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" name="r0_o00732"/>
          <p:cNvSpPr/>
          <p:nvPr/>
        </p:nvSpPr>
        <p:spPr>
          <a:xfrm>
            <a:off x="1432618" y="29496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" name="r0_o00733"/>
          <p:cNvSpPr/>
          <p:nvPr/>
        </p:nvSpPr>
        <p:spPr>
          <a:xfrm>
            <a:off x="1440780" y="29568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" name="r0_o00734"/>
          <p:cNvSpPr/>
          <p:nvPr/>
        </p:nvSpPr>
        <p:spPr>
          <a:xfrm>
            <a:off x="1440780" y="29568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" name="r0_o00735"/>
          <p:cNvSpPr/>
          <p:nvPr/>
        </p:nvSpPr>
        <p:spPr>
          <a:xfrm>
            <a:off x="1469349" y="298341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" name="r0_o00736"/>
          <p:cNvSpPr/>
          <p:nvPr/>
        </p:nvSpPr>
        <p:spPr>
          <a:xfrm>
            <a:off x="1474573" y="298808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" name="r0_o00737"/>
          <p:cNvSpPr/>
          <p:nvPr/>
        </p:nvSpPr>
        <p:spPr>
          <a:xfrm>
            <a:off x="1474573" y="298808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" name="r0_o00738"/>
          <p:cNvSpPr/>
          <p:nvPr/>
        </p:nvSpPr>
        <p:spPr>
          <a:xfrm>
            <a:off x="1352755" y="295723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" name="r0_o00739"/>
          <p:cNvSpPr/>
          <p:nvPr/>
        </p:nvSpPr>
        <p:spPr>
          <a:xfrm>
            <a:off x="1360917" y="296451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" name="r0_o00740"/>
          <p:cNvSpPr/>
          <p:nvPr/>
        </p:nvSpPr>
        <p:spPr>
          <a:xfrm>
            <a:off x="1360917" y="296451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" name="r0_o00741"/>
          <p:cNvSpPr/>
          <p:nvPr/>
        </p:nvSpPr>
        <p:spPr>
          <a:xfrm>
            <a:off x="1389486" y="299104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" name="r0_o00742"/>
          <p:cNvSpPr/>
          <p:nvPr/>
        </p:nvSpPr>
        <p:spPr>
          <a:xfrm>
            <a:off x="1394710" y="299571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" name="r0_o00743"/>
          <p:cNvSpPr/>
          <p:nvPr/>
        </p:nvSpPr>
        <p:spPr>
          <a:xfrm>
            <a:off x="1394710" y="299571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" name="r0_o00744"/>
          <p:cNvSpPr/>
          <p:nvPr/>
        </p:nvSpPr>
        <p:spPr>
          <a:xfrm>
            <a:off x="1193029" y="297248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" name="r0_o00745"/>
          <p:cNvSpPr/>
          <p:nvPr/>
        </p:nvSpPr>
        <p:spPr>
          <a:xfrm>
            <a:off x="1201192" y="297977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" name="r0_o00746"/>
          <p:cNvSpPr/>
          <p:nvPr/>
        </p:nvSpPr>
        <p:spPr>
          <a:xfrm>
            <a:off x="1201192" y="297977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" name="r0_o00747"/>
          <p:cNvSpPr/>
          <p:nvPr/>
        </p:nvSpPr>
        <p:spPr>
          <a:xfrm>
            <a:off x="1229761" y="300630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" name="r0_o00748"/>
          <p:cNvSpPr/>
          <p:nvPr/>
        </p:nvSpPr>
        <p:spPr>
          <a:xfrm>
            <a:off x="1234985" y="301096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" name="r0_o00749"/>
          <p:cNvSpPr/>
          <p:nvPr/>
        </p:nvSpPr>
        <p:spPr>
          <a:xfrm>
            <a:off x="1234985" y="301096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" name="r0_o00750"/>
          <p:cNvSpPr/>
          <p:nvPr/>
        </p:nvSpPr>
        <p:spPr>
          <a:xfrm>
            <a:off x="1113166" y="298011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" name="r0_o00751"/>
          <p:cNvSpPr/>
          <p:nvPr/>
        </p:nvSpPr>
        <p:spPr>
          <a:xfrm>
            <a:off x="1121329" y="298739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" name="r0_o00752"/>
          <p:cNvSpPr/>
          <p:nvPr/>
        </p:nvSpPr>
        <p:spPr>
          <a:xfrm>
            <a:off x="1121329" y="298739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" name="r0_o00753"/>
          <p:cNvSpPr/>
          <p:nvPr/>
        </p:nvSpPr>
        <p:spPr>
          <a:xfrm>
            <a:off x="1149898" y="301392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" name="r0_o00754"/>
          <p:cNvSpPr/>
          <p:nvPr/>
        </p:nvSpPr>
        <p:spPr>
          <a:xfrm>
            <a:off x="1155122" y="301859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" name="r0_o00755"/>
          <p:cNvSpPr/>
          <p:nvPr/>
        </p:nvSpPr>
        <p:spPr>
          <a:xfrm>
            <a:off x="1155122" y="301859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" name="r0_o00756"/>
          <p:cNvSpPr/>
          <p:nvPr/>
        </p:nvSpPr>
        <p:spPr>
          <a:xfrm flipV="1">
            <a:off x="719886" y="227961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" name="r0_o00757"/>
          <p:cNvSpPr/>
          <p:nvPr/>
        </p:nvSpPr>
        <p:spPr>
          <a:xfrm flipV="1">
            <a:off x="2142999" y="260974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" name="r0_o00758"/>
          <p:cNvSpPr/>
          <p:nvPr/>
        </p:nvSpPr>
        <p:spPr>
          <a:xfrm flipH="1" flipV="1">
            <a:off x="1945747" y="255854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" name="r0_o00759"/>
          <p:cNvSpPr/>
          <p:nvPr/>
        </p:nvSpPr>
        <p:spPr>
          <a:xfrm flipH="1" flipV="1">
            <a:off x="1424234" y="268601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" name="r0_o00760"/>
          <p:cNvSpPr/>
          <p:nvPr/>
        </p:nvSpPr>
        <p:spPr>
          <a:xfrm>
            <a:off x="672750" y="252477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" name="r0_o00761"/>
          <p:cNvSpPr/>
          <p:nvPr/>
        </p:nvSpPr>
        <p:spPr>
          <a:xfrm>
            <a:off x="1955355" y="224692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" name="r0_o00762"/>
          <p:cNvSpPr/>
          <p:nvPr/>
        </p:nvSpPr>
        <p:spPr>
          <a:xfrm>
            <a:off x="1391516" y="245612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" name="r0_o00763"/>
          <p:cNvSpPr/>
          <p:nvPr/>
        </p:nvSpPr>
        <p:spPr>
          <a:xfrm>
            <a:off x="1194254" y="2397285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" name="r0_o00764"/>
          <p:cNvSpPr/>
          <p:nvPr/>
        </p:nvSpPr>
        <p:spPr>
          <a:xfrm>
            <a:off x="1588768" y="251496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" name="r0_o00765"/>
          <p:cNvSpPr/>
          <p:nvPr/>
        </p:nvSpPr>
        <p:spPr>
          <a:xfrm>
            <a:off x="1983274" y="2632630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" name="r0_o00766"/>
          <p:cNvSpPr/>
          <p:nvPr/>
        </p:nvSpPr>
        <p:spPr>
          <a:xfrm flipV="1">
            <a:off x="1945747" y="255091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" name="r0_o00767"/>
          <p:cNvSpPr/>
          <p:nvPr/>
        </p:nvSpPr>
        <p:spPr>
          <a:xfrm flipH="1" flipV="1">
            <a:off x="1438652" y="221860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0" name="r0_o00768"/>
          <p:cNvSpPr/>
          <p:nvPr/>
        </p:nvSpPr>
        <p:spPr>
          <a:xfrm flipH="1" flipV="1">
            <a:off x="1790830" y="241799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1" name="r0_o00769"/>
          <p:cNvSpPr/>
          <p:nvPr/>
        </p:nvSpPr>
        <p:spPr>
          <a:xfrm flipV="1">
            <a:off x="677550" y="236133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2" name="r0_o00770"/>
          <p:cNvSpPr/>
          <p:nvPr/>
        </p:nvSpPr>
        <p:spPr>
          <a:xfrm>
            <a:off x="1067256" y="264243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3" name="r0_o00771"/>
          <p:cNvSpPr/>
          <p:nvPr/>
        </p:nvSpPr>
        <p:spPr>
          <a:xfrm flipV="1">
            <a:off x="1156727" y="231556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4" name="r0_o00772"/>
          <p:cNvSpPr/>
          <p:nvPr/>
        </p:nvSpPr>
        <p:spPr>
          <a:xfrm flipH="1" flipV="1">
            <a:off x="959475" y="226436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5" name="r0_o00773"/>
          <p:cNvSpPr/>
          <p:nvPr/>
        </p:nvSpPr>
        <p:spPr>
          <a:xfrm>
            <a:off x="1715767" y="226980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6" name="r0_o00774"/>
          <p:cNvSpPr/>
          <p:nvPr/>
        </p:nvSpPr>
        <p:spPr>
          <a:xfrm flipV="1">
            <a:off x="917139" y="233845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7" name="r0_o00775"/>
          <p:cNvSpPr/>
          <p:nvPr/>
        </p:nvSpPr>
        <p:spPr>
          <a:xfrm flipH="1" flipV="1">
            <a:off x="2312334" y="229050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8" name="r0_o00776"/>
          <p:cNvSpPr/>
          <p:nvPr/>
        </p:nvSpPr>
        <p:spPr>
          <a:xfrm>
            <a:off x="1631104" y="243324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9" name="r0_o00777"/>
          <p:cNvSpPr/>
          <p:nvPr/>
        </p:nvSpPr>
        <p:spPr>
          <a:xfrm flipH="1" flipV="1">
            <a:off x="635214" y="2450673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0" name="r0_o00778"/>
          <p:cNvSpPr/>
          <p:nvPr/>
        </p:nvSpPr>
        <p:spPr>
          <a:xfrm flipH="1" flipV="1">
            <a:off x="1353980" y="2382031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1" name="r0_o00779"/>
          <p:cNvSpPr/>
          <p:nvPr/>
        </p:nvSpPr>
        <p:spPr>
          <a:xfrm flipH="1" flipV="1">
            <a:off x="1663822" y="266313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2" name="r0_o00780"/>
          <p:cNvSpPr/>
          <p:nvPr/>
        </p:nvSpPr>
        <p:spPr>
          <a:xfrm flipH="1" flipV="1">
            <a:off x="2467259" y="243106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3" name="r0_o00781"/>
          <p:cNvSpPr/>
          <p:nvPr/>
        </p:nvSpPr>
        <p:spPr>
          <a:xfrm flipV="1">
            <a:off x="1593568" y="235152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4" name="r0_o00782"/>
          <p:cNvSpPr/>
          <p:nvPr/>
        </p:nvSpPr>
        <p:spPr>
          <a:xfrm>
            <a:off x="2222862" y="2609749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5" name="r0_o00783"/>
          <p:cNvSpPr/>
          <p:nvPr/>
        </p:nvSpPr>
        <p:spPr>
          <a:xfrm flipV="1">
            <a:off x="1748494" y="249208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6" name="r0_o00784"/>
          <p:cNvSpPr/>
          <p:nvPr/>
        </p:nvSpPr>
        <p:spPr>
          <a:xfrm>
            <a:off x="2110281" y="238748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7" name="r0_o00785"/>
          <p:cNvSpPr/>
          <p:nvPr/>
        </p:nvSpPr>
        <p:spPr>
          <a:xfrm flipV="1">
            <a:off x="1678240" y="218809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8" name="r0_o00786"/>
          <p:cNvSpPr/>
          <p:nvPr/>
        </p:nvSpPr>
        <p:spPr>
          <a:xfrm flipV="1">
            <a:off x="1396316" y="229268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89" name="r0_o00787"/>
          <p:cNvSpPr/>
          <p:nvPr/>
        </p:nvSpPr>
        <p:spPr>
          <a:xfrm flipV="1">
            <a:off x="1790830" y="241036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0" name="r0_o00788"/>
          <p:cNvSpPr/>
          <p:nvPr/>
        </p:nvSpPr>
        <p:spPr>
          <a:xfrm flipV="1">
            <a:off x="1184645" y="270127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1" name="r0_o00789"/>
          <p:cNvSpPr/>
          <p:nvPr/>
        </p:nvSpPr>
        <p:spPr>
          <a:xfrm>
            <a:off x="1151927" y="247900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2" name="r0_o00790"/>
          <p:cNvSpPr/>
          <p:nvPr/>
        </p:nvSpPr>
        <p:spPr>
          <a:xfrm>
            <a:off x="2307534" y="244631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3" name="r0_o00791"/>
          <p:cNvSpPr/>
          <p:nvPr/>
        </p:nvSpPr>
        <p:spPr>
          <a:xfrm>
            <a:off x="1349180" y="253784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4" name="r0_o00792"/>
          <p:cNvSpPr/>
          <p:nvPr/>
        </p:nvSpPr>
        <p:spPr>
          <a:xfrm flipV="1">
            <a:off x="1466570" y="259667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5" name="r0_o00793"/>
          <p:cNvSpPr/>
          <p:nvPr/>
        </p:nvSpPr>
        <p:spPr>
          <a:xfrm flipH="1" flipV="1">
            <a:off x="1226981" y="262718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6" name="r0_o00794"/>
          <p:cNvSpPr/>
          <p:nvPr/>
        </p:nvSpPr>
        <p:spPr>
          <a:xfrm flipV="1">
            <a:off x="1269317" y="253784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7" name="r0_o00795"/>
          <p:cNvSpPr/>
          <p:nvPr/>
        </p:nvSpPr>
        <p:spPr>
          <a:xfrm>
            <a:off x="715077" y="2443046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8" name="r0_o00796"/>
          <p:cNvSpPr/>
          <p:nvPr/>
        </p:nvSpPr>
        <p:spPr>
          <a:xfrm>
            <a:off x="1264508" y="270127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99" name="r0_o00797"/>
          <p:cNvSpPr/>
          <p:nvPr/>
        </p:nvSpPr>
        <p:spPr>
          <a:xfrm flipH="1" flipV="1">
            <a:off x="1593568" y="235915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0" name="r0_o00798"/>
          <p:cNvSpPr/>
          <p:nvPr/>
        </p:nvSpPr>
        <p:spPr>
          <a:xfrm flipV="1">
            <a:off x="2115081" y="222404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1" name="r0_o00799"/>
          <p:cNvSpPr/>
          <p:nvPr/>
        </p:nvSpPr>
        <p:spPr>
          <a:xfrm flipH="1" flipV="1">
            <a:off x="1875493" y="225455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2" name="r0_o00800"/>
          <p:cNvSpPr/>
          <p:nvPr/>
        </p:nvSpPr>
        <p:spPr>
          <a:xfrm flipH="1" flipV="1">
            <a:off x="2072745" y="231338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3" name="r0_o00801"/>
          <p:cNvSpPr/>
          <p:nvPr/>
        </p:nvSpPr>
        <p:spPr>
          <a:xfrm>
            <a:off x="2152608" y="230576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4" name="r0_o00802"/>
          <p:cNvSpPr/>
          <p:nvPr/>
        </p:nvSpPr>
        <p:spPr>
          <a:xfrm flipH="1" flipV="1">
            <a:off x="1114391" y="2404911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5" name="r0_o00803"/>
          <p:cNvSpPr/>
          <p:nvPr/>
        </p:nvSpPr>
        <p:spPr>
          <a:xfrm>
            <a:off x="799749" y="227961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" name="r0_o00804"/>
          <p:cNvSpPr/>
          <p:nvPr/>
        </p:nvSpPr>
        <p:spPr>
          <a:xfrm>
            <a:off x="2504786" y="250515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" name="r0_o00805"/>
          <p:cNvSpPr/>
          <p:nvPr/>
        </p:nvSpPr>
        <p:spPr>
          <a:xfrm flipV="1">
            <a:off x="1438652" y="221097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" name="r0_o00806"/>
          <p:cNvSpPr/>
          <p:nvPr/>
        </p:nvSpPr>
        <p:spPr>
          <a:xfrm flipV="1">
            <a:off x="2185335" y="252803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" name="r0_o00807"/>
          <p:cNvSpPr/>
          <p:nvPr/>
        </p:nvSpPr>
        <p:spPr>
          <a:xfrm>
            <a:off x="1997691" y="216521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" name="r0_o00808"/>
          <p:cNvSpPr/>
          <p:nvPr/>
        </p:nvSpPr>
        <p:spPr>
          <a:xfrm flipV="1">
            <a:off x="480298" y="230249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" name="r0_o00809"/>
          <p:cNvSpPr/>
          <p:nvPr/>
        </p:nvSpPr>
        <p:spPr>
          <a:xfrm flipV="1">
            <a:off x="1142318" y="278299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" name="r0_o00810"/>
          <p:cNvSpPr/>
          <p:nvPr/>
        </p:nvSpPr>
        <p:spPr>
          <a:xfrm>
            <a:off x="912339" y="250188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" name="r0_o00811"/>
          <p:cNvSpPr/>
          <p:nvPr/>
        </p:nvSpPr>
        <p:spPr>
          <a:xfrm>
            <a:off x="757413" y="236133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" name="r0_o00812"/>
          <p:cNvSpPr/>
          <p:nvPr/>
        </p:nvSpPr>
        <p:spPr>
          <a:xfrm>
            <a:off x="954666" y="2420165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" name="r0_o00813"/>
          <p:cNvSpPr/>
          <p:nvPr/>
        </p:nvSpPr>
        <p:spPr>
          <a:xfrm flipV="1">
            <a:off x="1199063" y="223385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" name="r0_o00814"/>
          <p:cNvSpPr/>
          <p:nvPr/>
        </p:nvSpPr>
        <p:spPr>
          <a:xfrm flipH="1" flipV="1">
            <a:off x="2142999" y="2617376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" name="r0_o00815"/>
          <p:cNvSpPr/>
          <p:nvPr/>
        </p:nvSpPr>
        <p:spPr>
          <a:xfrm flipH="1" flipV="1">
            <a:off x="832476" y="250951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8" name="r0_o00816"/>
          <p:cNvSpPr/>
          <p:nvPr/>
        </p:nvSpPr>
        <p:spPr>
          <a:xfrm>
            <a:off x="1518514" y="221097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9" name="r0_o00817"/>
          <p:cNvSpPr/>
          <p:nvPr/>
        </p:nvSpPr>
        <p:spPr>
          <a:xfrm flipV="1">
            <a:off x="2579849" y="264571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0" name="r0_o00818"/>
          <p:cNvSpPr/>
          <p:nvPr/>
        </p:nvSpPr>
        <p:spPr>
          <a:xfrm flipH="1" flipV="1">
            <a:off x="2622176" y="2571614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1" name="r0_o00819"/>
          <p:cNvSpPr/>
          <p:nvPr/>
        </p:nvSpPr>
        <p:spPr>
          <a:xfrm>
            <a:off x="1913020" y="232864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2" name="r0_o00820"/>
          <p:cNvSpPr/>
          <p:nvPr/>
        </p:nvSpPr>
        <p:spPr>
          <a:xfrm flipV="1">
            <a:off x="790140" y="258360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3" name="r0_o00821"/>
          <p:cNvSpPr/>
          <p:nvPr/>
        </p:nvSpPr>
        <p:spPr>
          <a:xfrm flipH="1" flipV="1">
            <a:off x="1311653" y="246375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4" name="r0_o00822"/>
          <p:cNvSpPr/>
          <p:nvPr/>
        </p:nvSpPr>
        <p:spPr>
          <a:xfrm flipV="1">
            <a:off x="959475" y="225673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5" name="r0_o00823"/>
          <p:cNvSpPr/>
          <p:nvPr/>
        </p:nvSpPr>
        <p:spPr>
          <a:xfrm flipH="1" flipV="1">
            <a:off x="1396316" y="230031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6" name="r0_o00824"/>
          <p:cNvSpPr/>
          <p:nvPr/>
        </p:nvSpPr>
        <p:spPr>
          <a:xfrm flipV="1">
            <a:off x="832476" y="250188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7" name="r0_o00825"/>
          <p:cNvSpPr/>
          <p:nvPr/>
        </p:nvSpPr>
        <p:spPr>
          <a:xfrm flipV="1">
            <a:off x="1072064" y="247900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8" name="r0_o00826"/>
          <p:cNvSpPr/>
          <p:nvPr/>
        </p:nvSpPr>
        <p:spPr>
          <a:xfrm flipV="1">
            <a:off x="1381907" y="276011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29" name="r0_o00827"/>
          <p:cNvSpPr/>
          <p:nvPr/>
        </p:nvSpPr>
        <p:spPr>
          <a:xfrm flipH="1" flipV="1">
            <a:off x="1748494" y="249970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0" name="r0_o00828"/>
          <p:cNvSpPr/>
          <p:nvPr/>
        </p:nvSpPr>
        <p:spPr>
          <a:xfrm>
            <a:off x="2265198" y="252803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1" name="r0_o00829"/>
          <p:cNvSpPr/>
          <p:nvPr/>
        </p:nvSpPr>
        <p:spPr>
          <a:xfrm flipV="1">
            <a:off x="1353980" y="237440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2" name="r0_o00830"/>
          <p:cNvSpPr/>
          <p:nvPr/>
        </p:nvSpPr>
        <p:spPr>
          <a:xfrm flipH="1" flipV="1">
            <a:off x="1678240" y="219571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3" name="r0_o00831"/>
          <p:cNvSpPr/>
          <p:nvPr/>
        </p:nvSpPr>
        <p:spPr>
          <a:xfrm>
            <a:off x="1786021" y="257379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4" name="r0_o00832"/>
          <p:cNvSpPr/>
          <p:nvPr/>
        </p:nvSpPr>
        <p:spPr>
          <a:xfrm flipV="1">
            <a:off x="1114391" y="239728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5" name="r0_o00833"/>
          <p:cNvSpPr/>
          <p:nvPr/>
        </p:nvSpPr>
        <p:spPr>
          <a:xfrm flipV="1">
            <a:off x="1861084" y="271435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6" name="r0_o00834"/>
          <p:cNvSpPr/>
          <p:nvPr/>
        </p:nvSpPr>
        <p:spPr>
          <a:xfrm flipH="1" flipV="1">
            <a:off x="480298" y="231012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7" name="r0_o00835"/>
          <p:cNvSpPr/>
          <p:nvPr/>
        </p:nvSpPr>
        <p:spPr>
          <a:xfrm>
            <a:off x="1278926" y="223385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8" name="r0_o00836"/>
          <p:cNvSpPr/>
          <p:nvPr/>
        </p:nvSpPr>
        <p:spPr>
          <a:xfrm flipH="1" flipV="1">
            <a:off x="1551241" y="244087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39" name="r0_o00837"/>
          <p:cNvSpPr/>
          <p:nvPr/>
        </p:nvSpPr>
        <p:spPr>
          <a:xfrm flipH="1" flipV="1">
            <a:off x="1072064" y="248663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0" name="r0_o00838"/>
          <p:cNvSpPr/>
          <p:nvPr/>
        </p:nvSpPr>
        <p:spPr>
          <a:xfrm flipH="1" flipV="1">
            <a:off x="1269317" y="254546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1" name="r0_o00839"/>
          <p:cNvSpPr/>
          <p:nvPr/>
        </p:nvSpPr>
        <p:spPr>
          <a:xfrm flipH="1" flipV="1">
            <a:off x="2382588" y="2594495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2" name="r0_o00840"/>
          <p:cNvSpPr/>
          <p:nvPr/>
        </p:nvSpPr>
        <p:spPr>
          <a:xfrm>
            <a:off x="1758103" y="218809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3" name="r0_o00841"/>
          <p:cNvSpPr/>
          <p:nvPr/>
        </p:nvSpPr>
        <p:spPr>
          <a:xfrm>
            <a:off x="1236590" y="231556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4" name="r0_o00842"/>
          <p:cNvSpPr/>
          <p:nvPr/>
        </p:nvSpPr>
        <p:spPr>
          <a:xfrm>
            <a:off x="1433843" y="237440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5" name="r0_o00843"/>
          <p:cNvSpPr/>
          <p:nvPr/>
        </p:nvSpPr>
        <p:spPr>
          <a:xfrm>
            <a:off x="1306844" y="261955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6" name="r0_o00844"/>
          <p:cNvSpPr/>
          <p:nvPr/>
        </p:nvSpPr>
        <p:spPr>
          <a:xfrm>
            <a:off x="1109591" y="256072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7" name="r0_o00845"/>
          <p:cNvSpPr/>
          <p:nvPr/>
        </p:nvSpPr>
        <p:spPr>
          <a:xfrm flipV="1">
            <a:off x="1903411" y="263263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8" name="r0_o00846"/>
          <p:cNvSpPr/>
          <p:nvPr/>
        </p:nvSpPr>
        <p:spPr>
          <a:xfrm flipV="1">
            <a:off x="1635904" y="226980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49" name="r0_o00847"/>
          <p:cNvSpPr/>
          <p:nvPr/>
        </p:nvSpPr>
        <p:spPr>
          <a:xfrm flipV="1">
            <a:off x="1551241" y="243324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0" name="r0_o00848"/>
          <p:cNvSpPr/>
          <p:nvPr/>
        </p:nvSpPr>
        <p:spPr>
          <a:xfrm>
            <a:off x="1870693" y="241036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1" name="r0_o00849"/>
          <p:cNvSpPr/>
          <p:nvPr/>
        </p:nvSpPr>
        <p:spPr>
          <a:xfrm flipV="1">
            <a:off x="2227671" y="244631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2" name="r0_o00850"/>
          <p:cNvSpPr/>
          <p:nvPr/>
        </p:nvSpPr>
        <p:spPr>
          <a:xfrm flipV="1">
            <a:off x="987393" y="264243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3" name="r0_o00851"/>
          <p:cNvSpPr/>
          <p:nvPr/>
        </p:nvSpPr>
        <p:spPr>
          <a:xfrm flipH="1" flipV="1">
            <a:off x="987393" y="265006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4" name="r0_o00852"/>
          <p:cNvSpPr/>
          <p:nvPr/>
        </p:nvSpPr>
        <p:spPr>
          <a:xfrm>
            <a:off x="2067945" y="246919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5" name="r0_o00853"/>
          <p:cNvSpPr/>
          <p:nvPr/>
        </p:nvSpPr>
        <p:spPr>
          <a:xfrm flipV="1">
            <a:off x="945057" y="272415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6" name="r0_o00854"/>
          <p:cNvSpPr/>
          <p:nvPr/>
        </p:nvSpPr>
        <p:spPr>
          <a:xfrm flipV="1">
            <a:off x="1988083" y="246919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7" name="r0_o00855"/>
          <p:cNvSpPr/>
          <p:nvPr/>
        </p:nvSpPr>
        <p:spPr>
          <a:xfrm>
            <a:off x="1024920" y="272415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8" name="r0_o00856"/>
          <p:cNvSpPr/>
          <p:nvPr/>
        </p:nvSpPr>
        <p:spPr>
          <a:xfrm>
            <a:off x="2349870" y="236460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59" name="r0_o00857"/>
          <p:cNvSpPr/>
          <p:nvPr/>
        </p:nvSpPr>
        <p:spPr>
          <a:xfrm flipH="1" flipV="1">
            <a:off x="1635904" y="227743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0" name="r0_o00858"/>
          <p:cNvSpPr/>
          <p:nvPr/>
        </p:nvSpPr>
        <p:spPr>
          <a:xfrm flipV="1">
            <a:off x="2072745" y="230576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1" name="r0_o00859"/>
          <p:cNvSpPr/>
          <p:nvPr/>
        </p:nvSpPr>
        <p:spPr>
          <a:xfrm>
            <a:off x="1828357" y="249208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2" name="r0_o00860"/>
          <p:cNvSpPr/>
          <p:nvPr/>
        </p:nvSpPr>
        <p:spPr>
          <a:xfrm flipV="1">
            <a:off x="1424234" y="267839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3" name="r0_o00861"/>
          <p:cNvSpPr/>
          <p:nvPr/>
        </p:nvSpPr>
        <p:spPr>
          <a:xfrm flipH="1" flipV="1">
            <a:off x="2424924" y="251278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4" name="r0_o00862"/>
          <p:cNvSpPr/>
          <p:nvPr/>
        </p:nvSpPr>
        <p:spPr>
          <a:xfrm flipV="1">
            <a:off x="1833157" y="232864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5" name="r0_o00863"/>
          <p:cNvSpPr/>
          <p:nvPr/>
        </p:nvSpPr>
        <p:spPr>
          <a:xfrm flipH="1" flipV="1">
            <a:off x="1466570" y="260430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6" name="r0_o00864"/>
          <p:cNvSpPr/>
          <p:nvPr/>
        </p:nvSpPr>
        <p:spPr>
          <a:xfrm flipV="1">
            <a:off x="1663822" y="265551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7" name="r0_o00865"/>
          <p:cNvSpPr/>
          <p:nvPr/>
        </p:nvSpPr>
        <p:spPr>
          <a:xfrm flipH="1" flipV="1">
            <a:off x="1508906" y="252258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8" name="r0_o00866"/>
          <p:cNvSpPr/>
          <p:nvPr/>
        </p:nvSpPr>
        <p:spPr>
          <a:xfrm>
            <a:off x="827667" y="266531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69" name="r0_o00867"/>
          <p:cNvSpPr/>
          <p:nvPr/>
        </p:nvSpPr>
        <p:spPr>
          <a:xfrm>
            <a:off x="2462451" y="2586868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0" name="r0_o00868"/>
          <p:cNvSpPr/>
          <p:nvPr/>
        </p:nvSpPr>
        <p:spPr>
          <a:xfrm>
            <a:off x="1546433" y="259667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1" name="r0_o00869"/>
          <p:cNvSpPr/>
          <p:nvPr/>
        </p:nvSpPr>
        <p:spPr>
          <a:xfrm>
            <a:off x="1504097" y="267839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2" name="r0_o00870"/>
          <p:cNvSpPr/>
          <p:nvPr/>
        </p:nvSpPr>
        <p:spPr>
          <a:xfrm flipH="1" flipV="1">
            <a:off x="2270007" y="237223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3" name="r0_o00871"/>
          <p:cNvSpPr/>
          <p:nvPr/>
        </p:nvSpPr>
        <p:spPr>
          <a:xfrm flipH="1" flipV="1">
            <a:off x="1833157" y="233626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4" name="r0_o00872"/>
          <p:cNvSpPr/>
          <p:nvPr/>
        </p:nvSpPr>
        <p:spPr>
          <a:xfrm>
            <a:off x="1673431" y="235152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5" name="r0_o00873"/>
          <p:cNvSpPr/>
          <p:nvPr/>
        </p:nvSpPr>
        <p:spPr>
          <a:xfrm flipH="1" flipV="1">
            <a:off x="719886" y="228724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6" name="r0_o00874"/>
          <p:cNvSpPr/>
          <p:nvPr/>
        </p:nvSpPr>
        <p:spPr>
          <a:xfrm flipH="1" flipV="1">
            <a:off x="2227671" y="245394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7" name="r0_o00875"/>
          <p:cNvSpPr/>
          <p:nvPr/>
        </p:nvSpPr>
        <p:spPr>
          <a:xfrm>
            <a:off x="560160" y="230249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8" name="r0_o00876"/>
          <p:cNvSpPr/>
          <p:nvPr/>
        </p:nvSpPr>
        <p:spPr>
          <a:xfrm>
            <a:off x="1476179" y="229268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79" name="r0_o00877"/>
          <p:cNvSpPr/>
          <p:nvPr/>
        </p:nvSpPr>
        <p:spPr>
          <a:xfrm flipV="1">
            <a:off x="2270007" y="236460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0" name="r0_o00878"/>
          <p:cNvSpPr/>
          <p:nvPr/>
        </p:nvSpPr>
        <p:spPr>
          <a:xfrm>
            <a:off x="1039337" y="225673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1" name="r0_o00879"/>
          <p:cNvSpPr/>
          <p:nvPr/>
        </p:nvSpPr>
        <p:spPr>
          <a:xfrm flipH="1" flipV="1">
            <a:off x="917139" y="234607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2" name="r0_o00880"/>
          <p:cNvSpPr/>
          <p:nvPr/>
        </p:nvSpPr>
        <p:spPr>
          <a:xfrm flipV="1">
            <a:off x="1621495" y="273723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3" name="r0_o00881"/>
          <p:cNvSpPr/>
          <p:nvPr/>
        </p:nvSpPr>
        <p:spPr>
          <a:xfrm flipH="1" flipV="1">
            <a:off x="2030418" y="239511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4" name="r0_o00882"/>
          <p:cNvSpPr/>
          <p:nvPr/>
        </p:nvSpPr>
        <p:spPr>
          <a:xfrm flipH="1" flipV="1">
            <a:off x="2115081" y="223167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5" name="r0_o00883"/>
          <p:cNvSpPr/>
          <p:nvPr/>
        </p:nvSpPr>
        <p:spPr>
          <a:xfrm>
            <a:off x="997002" y="233845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6" name="r0_o00884"/>
          <p:cNvSpPr/>
          <p:nvPr/>
        </p:nvSpPr>
        <p:spPr>
          <a:xfrm flipV="1">
            <a:off x="1508906" y="251496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7" name="r0_o00885"/>
          <p:cNvSpPr/>
          <p:nvPr/>
        </p:nvSpPr>
        <p:spPr>
          <a:xfrm flipH="1" flipV="1">
            <a:off x="1917829" y="217283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8" name="r0_o00886"/>
          <p:cNvSpPr/>
          <p:nvPr/>
        </p:nvSpPr>
        <p:spPr>
          <a:xfrm flipV="1">
            <a:off x="1311653" y="245612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89" name="r0_o00887"/>
          <p:cNvSpPr/>
          <p:nvPr/>
        </p:nvSpPr>
        <p:spPr>
          <a:xfrm flipV="1">
            <a:off x="874803" y="242016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0" name="r0_o00888"/>
          <p:cNvSpPr/>
          <p:nvPr/>
        </p:nvSpPr>
        <p:spPr>
          <a:xfrm flipH="1" flipV="1">
            <a:off x="1184645" y="270889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1" name="r0_o00889"/>
          <p:cNvSpPr/>
          <p:nvPr/>
        </p:nvSpPr>
        <p:spPr>
          <a:xfrm flipH="1" flipV="1">
            <a:off x="1706158" y="258142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2" name="r0_o00890"/>
          <p:cNvSpPr/>
          <p:nvPr/>
        </p:nvSpPr>
        <p:spPr>
          <a:xfrm flipV="1">
            <a:off x="1875493" y="224692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3" name="r0_o00891"/>
          <p:cNvSpPr/>
          <p:nvPr/>
        </p:nvSpPr>
        <p:spPr>
          <a:xfrm flipV="1">
            <a:off x="2100672" y="269147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4" name="r0_o00892"/>
          <p:cNvSpPr/>
          <p:nvPr/>
        </p:nvSpPr>
        <p:spPr>
          <a:xfrm flipV="1">
            <a:off x="2424924" y="250515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5" name="r0_o00893"/>
          <p:cNvSpPr/>
          <p:nvPr/>
        </p:nvSpPr>
        <p:spPr>
          <a:xfrm flipH="1" flipV="1">
            <a:off x="1199063" y="224148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6" name="r0_o00894"/>
          <p:cNvSpPr/>
          <p:nvPr/>
        </p:nvSpPr>
        <p:spPr>
          <a:xfrm flipH="1" flipV="1">
            <a:off x="1988083" y="247682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7" name="r0_o00895"/>
          <p:cNvSpPr/>
          <p:nvPr/>
        </p:nvSpPr>
        <p:spPr>
          <a:xfrm>
            <a:off x="1743685" y="265551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8" name="r0_o00896"/>
          <p:cNvSpPr/>
          <p:nvPr/>
        </p:nvSpPr>
        <p:spPr>
          <a:xfrm flipH="1" flipV="1">
            <a:off x="677550" y="236895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99" name="r0_o00897"/>
          <p:cNvSpPr/>
          <p:nvPr/>
        </p:nvSpPr>
        <p:spPr>
          <a:xfrm flipV="1">
            <a:off x="1917829" y="216521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0" name="r0_o00898"/>
          <p:cNvSpPr/>
          <p:nvPr/>
        </p:nvSpPr>
        <p:spPr>
          <a:xfrm>
            <a:off x="2194944" y="222404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1" name="r0_o00899"/>
          <p:cNvSpPr/>
          <p:nvPr/>
        </p:nvSpPr>
        <p:spPr>
          <a:xfrm>
            <a:off x="2025609" y="255091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2" name="r0_o00900"/>
          <p:cNvSpPr/>
          <p:nvPr/>
        </p:nvSpPr>
        <p:spPr>
          <a:xfrm flipV="1">
            <a:off x="635214" y="244304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3" name="r0_o00901"/>
          <p:cNvSpPr/>
          <p:nvPr/>
        </p:nvSpPr>
        <p:spPr>
          <a:xfrm flipH="1" flipV="1">
            <a:off x="1029729" y="256835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4" name="r0_o00902"/>
          <p:cNvSpPr/>
          <p:nvPr/>
        </p:nvSpPr>
        <p:spPr>
          <a:xfrm>
            <a:off x="517825" y="238421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5" name="r0_o00903"/>
          <p:cNvSpPr/>
          <p:nvPr/>
        </p:nvSpPr>
        <p:spPr>
          <a:xfrm flipV="1">
            <a:off x="1226981" y="261955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" name="r0_o00904"/>
          <p:cNvSpPr/>
          <p:nvPr/>
        </p:nvSpPr>
        <p:spPr>
          <a:xfrm flipH="1" flipV="1">
            <a:off x="790140" y="259123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" name="r0_o00905"/>
          <p:cNvSpPr/>
          <p:nvPr/>
        </p:nvSpPr>
        <p:spPr>
          <a:xfrm flipH="1" flipV="1">
            <a:off x="874803" y="2427792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" name="r0_o00906"/>
          <p:cNvSpPr/>
          <p:nvPr/>
        </p:nvSpPr>
        <p:spPr>
          <a:xfrm flipV="1">
            <a:off x="1706158" y="257379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" name="r0_o00907"/>
          <p:cNvSpPr/>
          <p:nvPr/>
        </p:nvSpPr>
        <p:spPr>
          <a:xfrm>
            <a:off x="870003" y="258360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" name="r0_o00908"/>
          <p:cNvSpPr/>
          <p:nvPr/>
        </p:nvSpPr>
        <p:spPr>
          <a:xfrm flipH="1" flipV="1">
            <a:off x="1156727" y="232319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" name="r0_o00909"/>
          <p:cNvSpPr/>
          <p:nvPr/>
        </p:nvSpPr>
        <p:spPr>
          <a:xfrm flipV="1">
            <a:off x="1029729" y="256072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2" name="r0_o00910"/>
          <p:cNvSpPr/>
          <p:nvPr/>
        </p:nvSpPr>
        <p:spPr>
          <a:xfrm flipV="1">
            <a:off x="2030418" y="238748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3" name="r0_o00911"/>
          <p:cNvSpPr/>
          <p:nvPr/>
        </p:nvSpPr>
        <p:spPr>
          <a:xfrm flipH="1" flipV="1">
            <a:off x="1903411" y="264025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4" name="r0_o00912"/>
          <p:cNvSpPr/>
          <p:nvPr/>
        </p:nvSpPr>
        <p:spPr>
          <a:xfrm flipH="1" flipV="1">
            <a:off x="2185335" y="253566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5" name="r0_o00913"/>
          <p:cNvSpPr/>
          <p:nvPr/>
        </p:nvSpPr>
        <p:spPr>
          <a:xfrm flipV="1">
            <a:off x="2340261" y="266859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6" name="r0_o00914"/>
          <p:cNvSpPr/>
          <p:nvPr/>
        </p:nvSpPr>
        <p:spPr>
          <a:xfrm flipV="1">
            <a:off x="2382588" y="258686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7" name="r0_o00915"/>
          <p:cNvSpPr/>
          <p:nvPr/>
        </p:nvSpPr>
        <p:spPr>
          <a:xfrm>
            <a:off x="1968539" y="21360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" name="r0_o00916"/>
          <p:cNvSpPr/>
          <p:nvPr/>
        </p:nvSpPr>
        <p:spPr>
          <a:xfrm>
            <a:off x="1976702" y="21433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" name="r0_o00917"/>
          <p:cNvSpPr/>
          <p:nvPr/>
        </p:nvSpPr>
        <p:spPr>
          <a:xfrm>
            <a:off x="1976702" y="21433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" name="r0_o00918"/>
          <p:cNvSpPr/>
          <p:nvPr/>
        </p:nvSpPr>
        <p:spPr>
          <a:xfrm>
            <a:off x="2005271" y="216987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" name="r0_o00919"/>
          <p:cNvSpPr/>
          <p:nvPr/>
        </p:nvSpPr>
        <p:spPr>
          <a:xfrm>
            <a:off x="2010495" y="217454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" name="r0_o00920"/>
          <p:cNvSpPr/>
          <p:nvPr/>
        </p:nvSpPr>
        <p:spPr>
          <a:xfrm>
            <a:off x="2010495" y="217454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" name="r0_o00921"/>
          <p:cNvSpPr/>
          <p:nvPr/>
        </p:nvSpPr>
        <p:spPr>
          <a:xfrm>
            <a:off x="1888677" y="214368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" name="r0_o00922"/>
          <p:cNvSpPr/>
          <p:nvPr/>
        </p:nvSpPr>
        <p:spPr>
          <a:xfrm>
            <a:off x="1896839" y="215097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" name="r0_o00923"/>
          <p:cNvSpPr/>
          <p:nvPr/>
        </p:nvSpPr>
        <p:spPr>
          <a:xfrm>
            <a:off x="1896839" y="215097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" name="r0_o00924"/>
          <p:cNvSpPr/>
          <p:nvPr/>
        </p:nvSpPr>
        <p:spPr>
          <a:xfrm>
            <a:off x="1925408" y="217750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" name="r0_o00925"/>
          <p:cNvSpPr/>
          <p:nvPr/>
        </p:nvSpPr>
        <p:spPr>
          <a:xfrm>
            <a:off x="1930632" y="218216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" name="r0_o00926"/>
          <p:cNvSpPr/>
          <p:nvPr/>
        </p:nvSpPr>
        <p:spPr>
          <a:xfrm>
            <a:off x="1930632" y="218216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" name="r0_o00927"/>
          <p:cNvSpPr/>
          <p:nvPr/>
        </p:nvSpPr>
        <p:spPr>
          <a:xfrm>
            <a:off x="1728951" y="21589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" name="r0_o00928"/>
          <p:cNvSpPr/>
          <p:nvPr/>
        </p:nvSpPr>
        <p:spPr>
          <a:xfrm>
            <a:off x="1737113" y="21662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" name="r0_o00929"/>
          <p:cNvSpPr/>
          <p:nvPr/>
        </p:nvSpPr>
        <p:spPr>
          <a:xfrm>
            <a:off x="1737113" y="21662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" name="r0_o00930"/>
          <p:cNvSpPr/>
          <p:nvPr/>
        </p:nvSpPr>
        <p:spPr>
          <a:xfrm>
            <a:off x="1765682" y="219275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" name="r0_o00931"/>
          <p:cNvSpPr/>
          <p:nvPr/>
        </p:nvSpPr>
        <p:spPr>
          <a:xfrm>
            <a:off x="1770906" y="219742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" name="r0_o00932"/>
          <p:cNvSpPr/>
          <p:nvPr/>
        </p:nvSpPr>
        <p:spPr>
          <a:xfrm>
            <a:off x="1770906" y="219742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5" name="r0_o00933"/>
          <p:cNvSpPr/>
          <p:nvPr/>
        </p:nvSpPr>
        <p:spPr>
          <a:xfrm>
            <a:off x="1649088" y="216656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6" name="r0_o00934"/>
          <p:cNvSpPr/>
          <p:nvPr/>
        </p:nvSpPr>
        <p:spPr>
          <a:xfrm>
            <a:off x="1657251" y="217385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7" name="r0_o00935"/>
          <p:cNvSpPr/>
          <p:nvPr/>
        </p:nvSpPr>
        <p:spPr>
          <a:xfrm>
            <a:off x="1657251" y="217385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8" name="r0_o00936"/>
          <p:cNvSpPr/>
          <p:nvPr/>
        </p:nvSpPr>
        <p:spPr>
          <a:xfrm>
            <a:off x="1685820" y="220038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9" name="r0_o00937"/>
          <p:cNvSpPr/>
          <p:nvPr/>
        </p:nvSpPr>
        <p:spPr>
          <a:xfrm>
            <a:off x="1691044" y="220504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0" name="r0_o00938"/>
          <p:cNvSpPr/>
          <p:nvPr/>
        </p:nvSpPr>
        <p:spPr>
          <a:xfrm>
            <a:off x="1691044" y="220504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" name="r0_o00939"/>
          <p:cNvSpPr/>
          <p:nvPr/>
        </p:nvSpPr>
        <p:spPr>
          <a:xfrm>
            <a:off x="1489362" y="21818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" name="r0_o00940"/>
          <p:cNvSpPr/>
          <p:nvPr/>
        </p:nvSpPr>
        <p:spPr>
          <a:xfrm>
            <a:off x="1497525" y="21891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" name="r0_o00941"/>
          <p:cNvSpPr/>
          <p:nvPr/>
        </p:nvSpPr>
        <p:spPr>
          <a:xfrm>
            <a:off x="1497525" y="21891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" name="r0_o00942"/>
          <p:cNvSpPr/>
          <p:nvPr/>
        </p:nvSpPr>
        <p:spPr>
          <a:xfrm>
            <a:off x="1526094" y="221563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" name="r0_o00943"/>
          <p:cNvSpPr/>
          <p:nvPr/>
        </p:nvSpPr>
        <p:spPr>
          <a:xfrm>
            <a:off x="1531318" y="222030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" name="r0_o00944"/>
          <p:cNvSpPr/>
          <p:nvPr/>
        </p:nvSpPr>
        <p:spPr>
          <a:xfrm>
            <a:off x="1531318" y="222030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" name="r0_o00945"/>
          <p:cNvSpPr/>
          <p:nvPr/>
        </p:nvSpPr>
        <p:spPr>
          <a:xfrm>
            <a:off x="1409500" y="218944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" name="r0_o00946"/>
          <p:cNvSpPr/>
          <p:nvPr/>
        </p:nvSpPr>
        <p:spPr>
          <a:xfrm>
            <a:off x="1417662" y="219673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" name="r0_o00947"/>
          <p:cNvSpPr/>
          <p:nvPr/>
        </p:nvSpPr>
        <p:spPr>
          <a:xfrm>
            <a:off x="1417662" y="219673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" name="r0_o00948"/>
          <p:cNvSpPr/>
          <p:nvPr/>
        </p:nvSpPr>
        <p:spPr>
          <a:xfrm>
            <a:off x="1446231" y="222326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" name="r0_o00949"/>
          <p:cNvSpPr/>
          <p:nvPr/>
        </p:nvSpPr>
        <p:spPr>
          <a:xfrm>
            <a:off x="1451455" y="222792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" name="r0_o00950"/>
          <p:cNvSpPr/>
          <p:nvPr/>
        </p:nvSpPr>
        <p:spPr>
          <a:xfrm>
            <a:off x="1451455" y="222792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" name="r0_o00951"/>
          <p:cNvSpPr/>
          <p:nvPr/>
        </p:nvSpPr>
        <p:spPr>
          <a:xfrm>
            <a:off x="2165792" y="21948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" name="r0_o00952"/>
          <p:cNvSpPr/>
          <p:nvPr/>
        </p:nvSpPr>
        <p:spPr>
          <a:xfrm>
            <a:off x="2173955" y="22021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" name="r0_o00953"/>
          <p:cNvSpPr/>
          <p:nvPr/>
        </p:nvSpPr>
        <p:spPr>
          <a:xfrm>
            <a:off x="2173955" y="22021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" name="r0_o00954"/>
          <p:cNvSpPr/>
          <p:nvPr/>
        </p:nvSpPr>
        <p:spPr>
          <a:xfrm>
            <a:off x="2202523" y="222871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" name="r0_o00955"/>
          <p:cNvSpPr/>
          <p:nvPr/>
        </p:nvSpPr>
        <p:spPr>
          <a:xfrm>
            <a:off x="2207748" y="223337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" name="r0_o00956"/>
          <p:cNvSpPr/>
          <p:nvPr/>
        </p:nvSpPr>
        <p:spPr>
          <a:xfrm>
            <a:off x="2207748" y="223337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" name="r0_o00957"/>
          <p:cNvSpPr/>
          <p:nvPr/>
        </p:nvSpPr>
        <p:spPr>
          <a:xfrm>
            <a:off x="2085929" y="22025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" name="r0_o00958"/>
          <p:cNvSpPr/>
          <p:nvPr/>
        </p:nvSpPr>
        <p:spPr>
          <a:xfrm>
            <a:off x="2094092" y="22098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" name="r0_o00959"/>
          <p:cNvSpPr/>
          <p:nvPr/>
        </p:nvSpPr>
        <p:spPr>
          <a:xfrm>
            <a:off x="2094092" y="22098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" name="r0_o00960"/>
          <p:cNvSpPr/>
          <p:nvPr/>
        </p:nvSpPr>
        <p:spPr>
          <a:xfrm>
            <a:off x="1249774" y="22047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" name="r0_o00961"/>
          <p:cNvSpPr/>
          <p:nvPr/>
        </p:nvSpPr>
        <p:spPr>
          <a:xfrm>
            <a:off x="1257936" y="22119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4" name="r0_o00962"/>
          <p:cNvSpPr/>
          <p:nvPr/>
        </p:nvSpPr>
        <p:spPr>
          <a:xfrm>
            <a:off x="1257936" y="22119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5" name="r0_o00963"/>
          <p:cNvSpPr/>
          <p:nvPr/>
        </p:nvSpPr>
        <p:spPr>
          <a:xfrm>
            <a:off x="1286505" y="223851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66" name="r0_o00964"/>
          <p:cNvSpPr/>
          <p:nvPr/>
        </p:nvSpPr>
        <p:spPr>
          <a:xfrm>
            <a:off x="1291729" y="224318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67" name="r0_o00965"/>
          <p:cNvSpPr/>
          <p:nvPr/>
        </p:nvSpPr>
        <p:spPr>
          <a:xfrm>
            <a:off x="1291729" y="224318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8" name="r0_o00966"/>
          <p:cNvSpPr/>
          <p:nvPr/>
        </p:nvSpPr>
        <p:spPr>
          <a:xfrm>
            <a:off x="1169911" y="221232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9" name="r0_o00967"/>
          <p:cNvSpPr/>
          <p:nvPr/>
        </p:nvSpPr>
        <p:spPr>
          <a:xfrm>
            <a:off x="1178074" y="221961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" name="r0_o00968"/>
          <p:cNvSpPr/>
          <p:nvPr/>
        </p:nvSpPr>
        <p:spPr>
          <a:xfrm>
            <a:off x="1178074" y="221961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" name="r0_o00969"/>
          <p:cNvSpPr/>
          <p:nvPr/>
        </p:nvSpPr>
        <p:spPr>
          <a:xfrm>
            <a:off x="1206643" y="224614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" name="r0_o00970"/>
          <p:cNvSpPr/>
          <p:nvPr/>
        </p:nvSpPr>
        <p:spPr>
          <a:xfrm>
            <a:off x="1211867" y="225081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" name="r0_o00971"/>
          <p:cNvSpPr/>
          <p:nvPr/>
        </p:nvSpPr>
        <p:spPr>
          <a:xfrm>
            <a:off x="1211867" y="225081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" name="r0_o00972"/>
          <p:cNvSpPr/>
          <p:nvPr/>
        </p:nvSpPr>
        <p:spPr>
          <a:xfrm>
            <a:off x="1926204" y="221777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" name="r0_o00973"/>
          <p:cNvSpPr/>
          <p:nvPr/>
        </p:nvSpPr>
        <p:spPr>
          <a:xfrm>
            <a:off x="1934366" y="222506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" name="r0_o00974"/>
          <p:cNvSpPr/>
          <p:nvPr/>
        </p:nvSpPr>
        <p:spPr>
          <a:xfrm>
            <a:off x="1934366" y="222506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" name="r0_o00975"/>
          <p:cNvSpPr/>
          <p:nvPr/>
        </p:nvSpPr>
        <p:spPr>
          <a:xfrm>
            <a:off x="1846341" y="22254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" name="r0_o00976"/>
          <p:cNvSpPr/>
          <p:nvPr/>
        </p:nvSpPr>
        <p:spPr>
          <a:xfrm>
            <a:off x="1854503" y="22326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" name="r0_o00977"/>
          <p:cNvSpPr/>
          <p:nvPr/>
        </p:nvSpPr>
        <p:spPr>
          <a:xfrm>
            <a:off x="1854503" y="22326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" name="r0_o00978"/>
          <p:cNvSpPr/>
          <p:nvPr/>
        </p:nvSpPr>
        <p:spPr>
          <a:xfrm>
            <a:off x="1010185" y="22275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" name="r0_o00979"/>
          <p:cNvSpPr/>
          <p:nvPr/>
        </p:nvSpPr>
        <p:spPr>
          <a:xfrm>
            <a:off x="1018348" y="22348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" name="r0_o00980"/>
          <p:cNvSpPr/>
          <p:nvPr/>
        </p:nvSpPr>
        <p:spPr>
          <a:xfrm>
            <a:off x="1018348" y="22348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" name="r0_o00981"/>
          <p:cNvSpPr/>
          <p:nvPr/>
        </p:nvSpPr>
        <p:spPr>
          <a:xfrm>
            <a:off x="1046917" y="226139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" name="r0_o00982"/>
          <p:cNvSpPr/>
          <p:nvPr/>
        </p:nvSpPr>
        <p:spPr>
          <a:xfrm>
            <a:off x="1052141" y="226606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" name="r0_o00983"/>
          <p:cNvSpPr/>
          <p:nvPr/>
        </p:nvSpPr>
        <p:spPr>
          <a:xfrm>
            <a:off x="1052141" y="226606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" name="r0_o00984"/>
          <p:cNvSpPr/>
          <p:nvPr/>
        </p:nvSpPr>
        <p:spPr>
          <a:xfrm>
            <a:off x="930323" y="22352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" name="r0_o00985"/>
          <p:cNvSpPr/>
          <p:nvPr/>
        </p:nvSpPr>
        <p:spPr>
          <a:xfrm>
            <a:off x="938485" y="22424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" name="r0_o00986"/>
          <p:cNvSpPr/>
          <p:nvPr/>
        </p:nvSpPr>
        <p:spPr>
          <a:xfrm>
            <a:off x="938485" y="22424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" name="r0_o00987"/>
          <p:cNvSpPr/>
          <p:nvPr/>
        </p:nvSpPr>
        <p:spPr>
          <a:xfrm>
            <a:off x="967054" y="226902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" name="r0_o00988"/>
          <p:cNvSpPr/>
          <p:nvPr/>
        </p:nvSpPr>
        <p:spPr>
          <a:xfrm>
            <a:off x="972278" y="227369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" name="r0_o00989"/>
          <p:cNvSpPr/>
          <p:nvPr/>
        </p:nvSpPr>
        <p:spPr>
          <a:xfrm>
            <a:off x="972278" y="227369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" name="r0_o00990"/>
          <p:cNvSpPr/>
          <p:nvPr/>
        </p:nvSpPr>
        <p:spPr>
          <a:xfrm>
            <a:off x="1686615" y="224065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3" name="r0_o00991"/>
          <p:cNvSpPr/>
          <p:nvPr/>
        </p:nvSpPr>
        <p:spPr>
          <a:xfrm>
            <a:off x="1694778" y="224794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4" name="r0_o00992"/>
          <p:cNvSpPr/>
          <p:nvPr/>
        </p:nvSpPr>
        <p:spPr>
          <a:xfrm>
            <a:off x="1694778" y="224794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5" name="r0_o00993"/>
          <p:cNvSpPr/>
          <p:nvPr/>
        </p:nvSpPr>
        <p:spPr>
          <a:xfrm>
            <a:off x="1606752" y="22482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6" name="r0_o00994"/>
          <p:cNvSpPr/>
          <p:nvPr/>
        </p:nvSpPr>
        <p:spPr>
          <a:xfrm>
            <a:off x="1614915" y="22555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7" name="r0_o00995"/>
          <p:cNvSpPr/>
          <p:nvPr/>
        </p:nvSpPr>
        <p:spPr>
          <a:xfrm>
            <a:off x="1614915" y="22555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8" name="r0_o00996"/>
          <p:cNvSpPr/>
          <p:nvPr/>
        </p:nvSpPr>
        <p:spPr>
          <a:xfrm>
            <a:off x="770597" y="22504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r0_o00997"/>
          <p:cNvSpPr/>
          <p:nvPr/>
        </p:nvSpPr>
        <p:spPr>
          <a:xfrm>
            <a:off x="778760" y="22577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" name="r0_o00998"/>
          <p:cNvSpPr/>
          <p:nvPr/>
        </p:nvSpPr>
        <p:spPr>
          <a:xfrm>
            <a:off x="778760" y="22577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" name="r0_o00999"/>
          <p:cNvSpPr/>
          <p:nvPr/>
        </p:nvSpPr>
        <p:spPr>
          <a:xfrm>
            <a:off x="807328" y="228428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" name="r0_o01000"/>
          <p:cNvSpPr/>
          <p:nvPr/>
        </p:nvSpPr>
        <p:spPr>
          <a:xfrm>
            <a:off x="812552" y="228894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" name="r0_o01001"/>
          <p:cNvSpPr/>
          <p:nvPr/>
        </p:nvSpPr>
        <p:spPr>
          <a:xfrm>
            <a:off x="812552" y="228894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" name="r0_o01002"/>
          <p:cNvSpPr/>
          <p:nvPr/>
        </p:nvSpPr>
        <p:spPr>
          <a:xfrm>
            <a:off x="690734" y="22580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" name="r0_o01003"/>
          <p:cNvSpPr/>
          <p:nvPr/>
        </p:nvSpPr>
        <p:spPr>
          <a:xfrm>
            <a:off x="698897" y="22653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" name="r0_o01004"/>
          <p:cNvSpPr/>
          <p:nvPr/>
        </p:nvSpPr>
        <p:spPr>
          <a:xfrm>
            <a:off x="698897" y="22653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" name="r0_o01005"/>
          <p:cNvSpPr/>
          <p:nvPr/>
        </p:nvSpPr>
        <p:spPr>
          <a:xfrm>
            <a:off x="727466" y="229190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" name="r0_o01006"/>
          <p:cNvSpPr/>
          <p:nvPr/>
        </p:nvSpPr>
        <p:spPr>
          <a:xfrm>
            <a:off x="732690" y="229657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" name="r0_o01007"/>
          <p:cNvSpPr/>
          <p:nvPr/>
        </p:nvSpPr>
        <p:spPr>
          <a:xfrm>
            <a:off x="732690" y="229657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" name="r0_o01008"/>
          <p:cNvSpPr/>
          <p:nvPr/>
        </p:nvSpPr>
        <p:spPr>
          <a:xfrm>
            <a:off x="2283182" y="226135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" name="r0_o01009"/>
          <p:cNvSpPr/>
          <p:nvPr/>
        </p:nvSpPr>
        <p:spPr>
          <a:xfrm>
            <a:off x="2291344" y="226864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" name="r0_o01010"/>
          <p:cNvSpPr/>
          <p:nvPr/>
        </p:nvSpPr>
        <p:spPr>
          <a:xfrm>
            <a:off x="2291344" y="226864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" name="r0_o01011"/>
          <p:cNvSpPr/>
          <p:nvPr/>
        </p:nvSpPr>
        <p:spPr>
          <a:xfrm>
            <a:off x="2319913" y="229517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" name="r0_o01012"/>
          <p:cNvSpPr/>
          <p:nvPr/>
        </p:nvSpPr>
        <p:spPr>
          <a:xfrm>
            <a:off x="2325137" y="229983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" name="r0_o01013"/>
          <p:cNvSpPr/>
          <p:nvPr/>
        </p:nvSpPr>
        <p:spPr>
          <a:xfrm>
            <a:off x="2325137" y="229983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" name="r0_o01014"/>
          <p:cNvSpPr/>
          <p:nvPr/>
        </p:nvSpPr>
        <p:spPr>
          <a:xfrm>
            <a:off x="1447027" y="226353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" name="r0_o01015"/>
          <p:cNvSpPr/>
          <p:nvPr/>
        </p:nvSpPr>
        <p:spPr>
          <a:xfrm>
            <a:off x="1455189" y="227082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" name="r0_o01016"/>
          <p:cNvSpPr/>
          <p:nvPr/>
        </p:nvSpPr>
        <p:spPr>
          <a:xfrm>
            <a:off x="1455189" y="227082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" name="r0_o01017"/>
          <p:cNvSpPr/>
          <p:nvPr/>
        </p:nvSpPr>
        <p:spPr>
          <a:xfrm>
            <a:off x="1367164" y="227116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" name="r0_o01018"/>
          <p:cNvSpPr/>
          <p:nvPr/>
        </p:nvSpPr>
        <p:spPr>
          <a:xfrm>
            <a:off x="1375326" y="227845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1" name="r0_o01019"/>
          <p:cNvSpPr/>
          <p:nvPr/>
        </p:nvSpPr>
        <p:spPr>
          <a:xfrm>
            <a:off x="1375326" y="227845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2" name="r0_o01020"/>
          <p:cNvSpPr/>
          <p:nvPr/>
        </p:nvSpPr>
        <p:spPr>
          <a:xfrm>
            <a:off x="531008" y="227334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3" name="r0_o01021"/>
          <p:cNvSpPr/>
          <p:nvPr/>
        </p:nvSpPr>
        <p:spPr>
          <a:xfrm>
            <a:off x="539171" y="228063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4" name="r0_o01022"/>
          <p:cNvSpPr/>
          <p:nvPr/>
        </p:nvSpPr>
        <p:spPr>
          <a:xfrm>
            <a:off x="539171" y="228063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5" name="r0_o01023"/>
          <p:cNvSpPr/>
          <p:nvPr/>
        </p:nvSpPr>
        <p:spPr>
          <a:xfrm>
            <a:off x="567740" y="230716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6" name="r0_o01024"/>
          <p:cNvSpPr/>
          <p:nvPr/>
        </p:nvSpPr>
        <p:spPr>
          <a:xfrm>
            <a:off x="572964" y="231182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7" name="r0_o01025"/>
          <p:cNvSpPr/>
          <p:nvPr/>
        </p:nvSpPr>
        <p:spPr>
          <a:xfrm>
            <a:off x="572964" y="231182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" name="r0_o01026"/>
          <p:cNvSpPr/>
          <p:nvPr/>
        </p:nvSpPr>
        <p:spPr>
          <a:xfrm>
            <a:off x="2123456" y="22766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" name="r0_o01027"/>
          <p:cNvSpPr/>
          <p:nvPr/>
        </p:nvSpPr>
        <p:spPr>
          <a:xfrm>
            <a:off x="2131619" y="22838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" name="r0_o01028"/>
          <p:cNvSpPr/>
          <p:nvPr/>
        </p:nvSpPr>
        <p:spPr>
          <a:xfrm>
            <a:off x="2131619" y="22838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" name="r0_o01029"/>
          <p:cNvSpPr/>
          <p:nvPr/>
        </p:nvSpPr>
        <p:spPr>
          <a:xfrm>
            <a:off x="451146" y="22809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" name="r0_o01030"/>
          <p:cNvSpPr/>
          <p:nvPr/>
        </p:nvSpPr>
        <p:spPr>
          <a:xfrm>
            <a:off x="459308" y="22882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" name="r0_o01031"/>
          <p:cNvSpPr/>
          <p:nvPr/>
        </p:nvSpPr>
        <p:spPr>
          <a:xfrm>
            <a:off x="459308" y="22882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" name="r0_o01032"/>
          <p:cNvSpPr/>
          <p:nvPr/>
        </p:nvSpPr>
        <p:spPr>
          <a:xfrm>
            <a:off x="487877" y="231478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" name="r0_o01033"/>
          <p:cNvSpPr/>
          <p:nvPr/>
        </p:nvSpPr>
        <p:spPr>
          <a:xfrm>
            <a:off x="493101" y="231945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" name="r0_o01034"/>
          <p:cNvSpPr/>
          <p:nvPr/>
        </p:nvSpPr>
        <p:spPr>
          <a:xfrm>
            <a:off x="493101" y="231945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" name="r0_o01035"/>
          <p:cNvSpPr/>
          <p:nvPr/>
        </p:nvSpPr>
        <p:spPr>
          <a:xfrm>
            <a:off x="2043593" y="228423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" name="r0_o01036"/>
          <p:cNvSpPr/>
          <p:nvPr/>
        </p:nvSpPr>
        <p:spPr>
          <a:xfrm>
            <a:off x="2051756" y="229152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" name="r0_o01037"/>
          <p:cNvSpPr/>
          <p:nvPr/>
        </p:nvSpPr>
        <p:spPr>
          <a:xfrm>
            <a:off x="2051756" y="229152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" name="r0_o01038"/>
          <p:cNvSpPr/>
          <p:nvPr/>
        </p:nvSpPr>
        <p:spPr>
          <a:xfrm>
            <a:off x="1207438" y="22864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" name="r0_o01039"/>
          <p:cNvSpPr/>
          <p:nvPr/>
        </p:nvSpPr>
        <p:spPr>
          <a:xfrm>
            <a:off x="1215601" y="22937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" name="r0_o01040"/>
          <p:cNvSpPr/>
          <p:nvPr/>
        </p:nvSpPr>
        <p:spPr>
          <a:xfrm>
            <a:off x="1215601" y="22937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" name="r0_o01041"/>
          <p:cNvSpPr/>
          <p:nvPr/>
        </p:nvSpPr>
        <p:spPr>
          <a:xfrm>
            <a:off x="1127575" y="229404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" name="r0_o01042"/>
          <p:cNvSpPr/>
          <p:nvPr/>
        </p:nvSpPr>
        <p:spPr>
          <a:xfrm>
            <a:off x="1135738" y="23013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" name="r0_o01043"/>
          <p:cNvSpPr/>
          <p:nvPr/>
        </p:nvSpPr>
        <p:spPr>
          <a:xfrm>
            <a:off x="1135738" y="23013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" name="r0_o01044"/>
          <p:cNvSpPr/>
          <p:nvPr/>
        </p:nvSpPr>
        <p:spPr>
          <a:xfrm>
            <a:off x="1883868" y="22994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" name="r0_o01045"/>
          <p:cNvSpPr/>
          <p:nvPr/>
        </p:nvSpPr>
        <p:spPr>
          <a:xfrm>
            <a:off x="1892030" y="23067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" name="r0_o01046"/>
          <p:cNvSpPr/>
          <p:nvPr/>
        </p:nvSpPr>
        <p:spPr>
          <a:xfrm>
            <a:off x="1892030" y="23067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" name="r0_o01047"/>
          <p:cNvSpPr/>
          <p:nvPr/>
        </p:nvSpPr>
        <p:spPr>
          <a:xfrm>
            <a:off x="1804005" y="23071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0" name="r0_o01048"/>
          <p:cNvSpPr/>
          <p:nvPr/>
        </p:nvSpPr>
        <p:spPr>
          <a:xfrm>
            <a:off x="1812167" y="23144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1" name="r0_o01049"/>
          <p:cNvSpPr/>
          <p:nvPr/>
        </p:nvSpPr>
        <p:spPr>
          <a:xfrm>
            <a:off x="1812167" y="23144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2" name="r0_o01050"/>
          <p:cNvSpPr/>
          <p:nvPr/>
        </p:nvSpPr>
        <p:spPr>
          <a:xfrm>
            <a:off x="967850" y="23092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3" name="r0_o01051"/>
          <p:cNvSpPr/>
          <p:nvPr/>
        </p:nvSpPr>
        <p:spPr>
          <a:xfrm>
            <a:off x="976012" y="23165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4" name="r0_o01052"/>
          <p:cNvSpPr/>
          <p:nvPr/>
        </p:nvSpPr>
        <p:spPr>
          <a:xfrm>
            <a:off x="976012" y="23165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5" name="r0_o01053"/>
          <p:cNvSpPr/>
          <p:nvPr/>
        </p:nvSpPr>
        <p:spPr>
          <a:xfrm>
            <a:off x="887987" y="231692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6" name="r0_o01054"/>
          <p:cNvSpPr/>
          <p:nvPr/>
        </p:nvSpPr>
        <p:spPr>
          <a:xfrm>
            <a:off x="896149" y="232421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" name="r0_o01055"/>
          <p:cNvSpPr/>
          <p:nvPr/>
        </p:nvSpPr>
        <p:spPr>
          <a:xfrm>
            <a:off x="896149" y="232421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" name="r0_o01056"/>
          <p:cNvSpPr/>
          <p:nvPr/>
        </p:nvSpPr>
        <p:spPr>
          <a:xfrm>
            <a:off x="1644279" y="23223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" name="r0_o01057"/>
          <p:cNvSpPr/>
          <p:nvPr/>
        </p:nvSpPr>
        <p:spPr>
          <a:xfrm>
            <a:off x="1652442" y="23296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" name="r0_o01058"/>
          <p:cNvSpPr/>
          <p:nvPr/>
        </p:nvSpPr>
        <p:spPr>
          <a:xfrm>
            <a:off x="1652442" y="23296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" name="r0_o01059"/>
          <p:cNvSpPr/>
          <p:nvPr/>
        </p:nvSpPr>
        <p:spPr>
          <a:xfrm>
            <a:off x="1564416" y="23299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" name="r0_o01060"/>
          <p:cNvSpPr/>
          <p:nvPr/>
        </p:nvSpPr>
        <p:spPr>
          <a:xfrm>
            <a:off x="1572579" y="23372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" name="r0_o01061"/>
          <p:cNvSpPr/>
          <p:nvPr/>
        </p:nvSpPr>
        <p:spPr>
          <a:xfrm>
            <a:off x="1572579" y="23372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" name="r0_o01062"/>
          <p:cNvSpPr/>
          <p:nvPr/>
        </p:nvSpPr>
        <p:spPr>
          <a:xfrm>
            <a:off x="728261" y="23321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" name="r0_o01063"/>
          <p:cNvSpPr/>
          <p:nvPr/>
        </p:nvSpPr>
        <p:spPr>
          <a:xfrm>
            <a:off x="736424" y="23394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" name="r0_o01064"/>
          <p:cNvSpPr/>
          <p:nvPr/>
        </p:nvSpPr>
        <p:spPr>
          <a:xfrm>
            <a:off x="736424" y="23394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" name="r0_o01065"/>
          <p:cNvSpPr/>
          <p:nvPr/>
        </p:nvSpPr>
        <p:spPr>
          <a:xfrm>
            <a:off x="2320718" y="233545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" name="r0_o01066"/>
          <p:cNvSpPr/>
          <p:nvPr/>
        </p:nvSpPr>
        <p:spPr>
          <a:xfrm>
            <a:off x="2328880" y="234273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" name="r0_o01067"/>
          <p:cNvSpPr/>
          <p:nvPr/>
        </p:nvSpPr>
        <p:spPr>
          <a:xfrm>
            <a:off x="2328880" y="234273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" name="r0_o01068"/>
          <p:cNvSpPr/>
          <p:nvPr/>
        </p:nvSpPr>
        <p:spPr>
          <a:xfrm>
            <a:off x="648398" y="23398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" name="r0_o01069"/>
          <p:cNvSpPr/>
          <p:nvPr/>
        </p:nvSpPr>
        <p:spPr>
          <a:xfrm>
            <a:off x="656561" y="23470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" name="r0_o01070"/>
          <p:cNvSpPr/>
          <p:nvPr/>
        </p:nvSpPr>
        <p:spPr>
          <a:xfrm>
            <a:off x="656561" y="23470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" name="r0_o01071"/>
          <p:cNvSpPr/>
          <p:nvPr/>
        </p:nvSpPr>
        <p:spPr>
          <a:xfrm>
            <a:off x="2240855" y="234307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" name="r0_o01072"/>
          <p:cNvSpPr/>
          <p:nvPr/>
        </p:nvSpPr>
        <p:spPr>
          <a:xfrm>
            <a:off x="2249017" y="235036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" name="r0_o01073"/>
          <p:cNvSpPr/>
          <p:nvPr/>
        </p:nvSpPr>
        <p:spPr>
          <a:xfrm>
            <a:off x="2249017" y="235036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" name="r0_o01074"/>
          <p:cNvSpPr/>
          <p:nvPr/>
        </p:nvSpPr>
        <p:spPr>
          <a:xfrm>
            <a:off x="1404691" y="234525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" name="r0_o01075"/>
          <p:cNvSpPr/>
          <p:nvPr/>
        </p:nvSpPr>
        <p:spPr>
          <a:xfrm>
            <a:off x="1412853" y="235254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" name="r0_o01076"/>
          <p:cNvSpPr/>
          <p:nvPr/>
        </p:nvSpPr>
        <p:spPr>
          <a:xfrm>
            <a:off x="1412853" y="235254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9" name="r0_o01077"/>
          <p:cNvSpPr/>
          <p:nvPr/>
        </p:nvSpPr>
        <p:spPr>
          <a:xfrm>
            <a:off x="1324828" y="23528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0" name="r0_o01078"/>
          <p:cNvSpPr/>
          <p:nvPr/>
        </p:nvSpPr>
        <p:spPr>
          <a:xfrm>
            <a:off x="1332990" y="23601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1" name="r0_o01079"/>
          <p:cNvSpPr/>
          <p:nvPr/>
        </p:nvSpPr>
        <p:spPr>
          <a:xfrm>
            <a:off x="1332990" y="23601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2" name="r0_o01080"/>
          <p:cNvSpPr/>
          <p:nvPr/>
        </p:nvSpPr>
        <p:spPr>
          <a:xfrm>
            <a:off x="488673" y="23550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3" name="r0_o01081"/>
          <p:cNvSpPr/>
          <p:nvPr/>
        </p:nvSpPr>
        <p:spPr>
          <a:xfrm>
            <a:off x="496835" y="23623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4" name="r0_o01082"/>
          <p:cNvSpPr/>
          <p:nvPr/>
        </p:nvSpPr>
        <p:spPr>
          <a:xfrm>
            <a:off x="496835" y="23623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5" name="r0_o01083"/>
          <p:cNvSpPr/>
          <p:nvPr/>
        </p:nvSpPr>
        <p:spPr>
          <a:xfrm>
            <a:off x="525404" y="238887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" name="r0_o01084"/>
          <p:cNvSpPr/>
          <p:nvPr/>
        </p:nvSpPr>
        <p:spPr>
          <a:xfrm>
            <a:off x="530628" y="239354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" name="r0_o01085"/>
          <p:cNvSpPr/>
          <p:nvPr/>
        </p:nvSpPr>
        <p:spPr>
          <a:xfrm>
            <a:off x="530628" y="239354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" name="r0_o01086"/>
          <p:cNvSpPr/>
          <p:nvPr/>
        </p:nvSpPr>
        <p:spPr>
          <a:xfrm>
            <a:off x="2081129" y="235833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" name="r0_o01087"/>
          <p:cNvSpPr/>
          <p:nvPr/>
        </p:nvSpPr>
        <p:spPr>
          <a:xfrm>
            <a:off x="2089292" y="236562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" name="r0_o01088"/>
          <p:cNvSpPr/>
          <p:nvPr/>
        </p:nvSpPr>
        <p:spPr>
          <a:xfrm>
            <a:off x="2089292" y="236562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" name="r0_o01089"/>
          <p:cNvSpPr/>
          <p:nvPr/>
        </p:nvSpPr>
        <p:spPr>
          <a:xfrm>
            <a:off x="2001266" y="23659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" name="r0_o01090"/>
          <p:cNvSpPr/>
          <p:nvPr/>
        </p:nvSpPr>
        <p:spPr>
          <a:xfrm>
            <a:off x="2009429" y="23732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" name="r0_o01091"/>
          <p:cNvSpPr/>
          <p:nvPr/>
        </p:nvSpPr>
        <p:spPr>
          <a:xfrm>
            <a:off x="2009429" y="23732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" name="r0_o01092"/>
          <p:cNvSpPr/>
          <p:nvPr/>
        </p:nvSpPr>
        <p:spPr>
          <a:xfrm>
            <a:off x="1165102" y="236813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" name="r0_o01093"/>
          <p:cNvSpPr/>
          <p:nvPr/>
        </p:nvSpPr>
        <p:spPr>
          <a:xfrm>
            <a:off x="1173265" y="237542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" name="r0_o01094"/>
          <p:cNvSpPr/>
          <p:nvPr/>
        </p:nvSpPr>
        <p:spPr>
          <a:xfrm>
            <a:off x="1173265" y="237542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" name="r0_o01095"/>
          <p:cNvSpPr/>
          <p:nvPr/>
        </p:nvSpPr>
        <p:spPr>
          <a:xfrm>
            <a:off x="1085239" y="23757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" name="r0_o01096"/>
          <p:cNvSpPr/>
          <p:nvPr/>
        </p:nvSpPr>
        <p:spPr>
          <a:xfrm>
            <a:off x="1093402" y="23830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" name="r0_o01097"/>
          <p:cNvSpPr/>
          <p:nvPr/>
        </p:nvSpPr>
        <p:spPr>
          <a:xfrm>
            <a:off x="1093402" y="23830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" name="r0_o01098"/>
          <p:cNvSpPr/>
          <p:nvPr/>
        </p:nvSpPr>
        <p:spPr>
          <a:xfrm>
            <a:off x="1841541" y="23812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" name="r0_o01099"/>
          <p:cNvSpPr/>
          <p:nvPr/>
        </p:nvSpPr>
        <p:spPr>
          <a:xfrm>
            <a:off x="1849703" y="23885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" name="r0_o01100"/>
          <p:cNvSpPr/>
          <p:nvPr/>
        </p:nvSpPr>
        <p:spPr>
          <a:xfrm>
            <a:off x="1849703" y="23885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" name="r0_o01101"/>
          <p:cNvSpPr/>
          <p:nvPr/>
        </p:nvSpPr>
        <p:spPr>
          <a:xfrm>
            <a:off x="1761678" y="23888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" name="r0_o01102"/>
          <p:cNvSpPr/>
          <p:nvPr/>
        </p:nvSpPr>
        <p:spPr>
          <a:xfrm>
            <a:off x="1769840" y="23961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" name="r0_o01103"/>
          <p:cNvSpPr/>
          <p:nvPr/>
        </p:nvSpPr>
        <p:spPr>
          <a:xfrm>
            <a:off x="1769840" y="23961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" name="r0_o01104"/>
          <p:cNvSpPr/>
          <p:nvPr/>
        </p:nvSpPr>
        <p:spPr>
          <a:xfrm>
            <a:off x="925514" y="23910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" name="r0_o01105"/>
          <p:cNvSpPr/>
          <p:nvPr/>
        </p:nvSpPr>
        <p:spPr>
          <a:xfrm>
            <a:off x="933676" y="23983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8" name="r0_o01106"/>
          <p:cNvSpPr/>
          <p:nvPr/>
        </p:nvSpPr>
        <p:spPr>
          <a:xfrm>
            <a:off x="933676" y="23983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9" name="r0_o01107"/>
          <p:cNvSpPr/>
          <p:nvPr/>
        </p:nvSpPr>
        <p:spPr>
          <a:xfrm>
            <a:off x="845651" y="23986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0" name="r0_o01108"/>
          <p:cNvSpPr/>
          <p:nvPr/>
        </p:nvSpPr>
        <p:spPr>
          <a:xfrm>
            <a:off x="853813" y="24059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1" name="r0_o01109"/>
          <p:cNvSpPr/>
          <p:nvPr/>
        </p:nvSpPr>
        <p:spPr>
          <a:xfrm>
            <a:off x="853813" y="24059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2" name="r0_o01110"/>
          <p:cNvSpPr/>
          <p:nvPr/>
        </p:nvSpPr>
        <p:spPr>
          <a:xfrm>
            <a:off x="2438108" y="24019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3" name="r0_o01111"/>
          <p:cNvSpPr/>
          <p:nvPr/>
        </p:nvSpPr>
        <p:spPr>
          <a:xfrm>
            <a:off x="2446270" y="24092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4" name="r0_o01112"/>
          <p:cNvSpPr/>
          <p:nvPr/>
        </p:nvSpPr>
        <p:spPr>
          <a:xfrm>
            <a:off x="2446270" y="24092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" name="r0_o01113"/>
          <p:cNvSpPr/>
          <p:nvPr/>
        </p:nvSpPr>
        <p:spPr>
          <a:xfrm>
            <a:off x="2474839" y="243572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" name="r0_o01114"/>
          <p:cNvSpPr/>
          <p:nvPr/>
        </p:nvSpPr>
        <p:spPr>
          <a:xfrm>
            <a:off x="2480063" y="244039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" name="r0_o01115"/>
          <p:cNvSpPr/>
          <p:nvPr/>
        </p:nvSpPr>
        <p:spPr>
          <a:xfrm>
            <a:off x="2480063" y="244039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" name="r0_o01116"/>
          <p:cNvSpPr/>
          <p:nvPr/>
        </p:nvSpPr>
        <p:spPr>
          <a:xfrm>
            <a:off x="1601952" y="24040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" name="r0_o01117"/>
          <p:cNvSpPr/>
          <p:nvPr/>
        </p:nvSpPr>
        <p:spPr>
          <a:xfrm>
            <a:off x="1610115" y="24113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" name="r0_o01118"/>
          <p:cNvSpPr/>
          <p:nvPr/>
        </p:nvSpPr>
        <p:spPr>
          <a:xfrm>
            <a:off x="1610115" y="24113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" name="r0_o01119"/>
          <p:cNvSpPr/>
          <p:nvPr/>
        </p:nvSpPr>
        <p:spPr>
          <a:xfrm>
            <a:off x="1522089" y="24117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" name="r0_o01120"/>
          <p:cNvSpPr/>
          <p:nvPr/>
        </p:nvSpPr>
        <p:spPr>
          <a:xfrm>
            <a:off x="1530252" y="24190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" name="r0_o01121"/>
          <p:cNvSpPr/>
          <p:nvPr/>
        </p:nvSpPr>
        <p:spPr>
          <a:xfrm>
            <a:off x="1530252" y="24190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" name="r0_o01122"/>
          <p:cNvSpPr/>
          <p:nvPr/>
        </p:nvSpPr>
        <p:spPr>
          <a:xfrm>
            <a:off x="685925" y="24138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" name="r0_o01123"/>
          <p:cNvSpPr/>
          <p:nvPr/>
        </p:nvSpPr>
        <p:spPr>
          <a:xfrm>
            <a:off x="694088" y="24211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" name="r0_o01124"/>
          <p:cNvSpPr/>
          <p:nvPr/>
        </p:nvSpPr>
        <p:spPr>
          <a:xfrm>
            <a:off x="694088" y="24211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" name="r0_o01125"/>
          <p:cNvSpPr/>
          <p:nvPr/>
        </p:nvSpPr>
        <p:spPr>
          <a:xfrm>
            <a:off x="2278382" y="241716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" name="r0_o01126"/>
          <p:cNvSpPr/>
          <p:nvPr/>
        </p:nvSpPr>
        <p:spPr>
          <a:xfrm>
            <a:off x="2286544" y="242445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" name="r0_o01127"/>
          <p:cNvSpPr/>
          <p:nvPr/>
        </p:nvSpPr>
        <p:spPr>
          <a:xfrm>
            <a:off x="2286544" y="242445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" name="r0_o01128"/>
          <p:cNvSpPr/>
          <p:nvPr/>
        </p:nvSpPr>
        <p:spPr>
          <a:xfrm>
            <a:off x="606062" y="24215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" name="r0_o01129"/>
          <p:cNvSpPr/>
          <p:nvPr/>
        </p:nvSpPr>
        <p:spPr>
          <a:xfrm>
            <a:off x="614225" y="24288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" name="r0_o01130"/>
          <p:cNvSpPr/>
          <p:nvPr/>
        </p:nvSpPr>
        <p:spPr>
          <a:xfrm>
            <a:off x="614225" y="24288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" name="r0_o01131"/>
          <p:cNvSpPr/>
          <p:nvPr/>
        </p:nvSpPr>
        <p:spPr>
          <a:xfrm>
            <a:off x="2198519" y="24247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" name="r0_o01132"/>
          <p:cNvSpPr/>
          <p:nvPr/>
        </p:nvSpPr>
        <p:spPr>
          <a:xfrm>
            <a:off x="2206682" y="24320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" name="r0_o01133"/>
          <p:cNvSpPr/>
          <p:nvPr/>
        </p:nvSpPr>
        <p:spPr>
          <a:xfrm>
            <a:off x="2206682" y="24320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" name="r0_o01134"/>
          <p:cNvSpPr/>
          <p:nvPr/>
        </p:nvSpPr>
        <p:spPr>
          <a:xfrm>
            <a:off x="1362364" y="242697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7" name="r0_o01135"/>
          <p:cNvSpPr/>
          <p:nvPr/>
        </p:nvSpPr>
        <p:spPr>
          <a:xfrm>
            <a:off x="1370526" y="243426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8" name="r0_o01136"/>
          <p:cNvSpPr/>
          <p:nvPr/>
        </p:nvSpPr>
        <p:spPr>
          <a:xfrm>
            <a:off x="1370526" y="243426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9" name="r0_o01137"/>
          <p:cNvSpPr/>
          <p:nvPr/>
        </p:nvSpPr>
        <p:spPr>
          <a:xfrm>
            <a:off x="1282501" y="24346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0" name="r0_o01138"/>
          <p:cNvSpPr/>
          <p:nvPr/>
        </p:nvSpPr>
        <p:spPr>
          <a:xfrm>
            <a:off x="1290663" y="24418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1" name="r0_o01139"/>
          <p:cNvSpPr/>
          <p:nvPr/>
        </p:nvSpPr>
        <p:spPr>
          <a:xfrm>
            <a:off x="1290663" y="24418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2" name="r0_o01140"/>
          <p:cNvSpPr/>
          <p:nvPr/>
        </p:nvSpPr>
        <p:spPr>
          <a:xfrm>
            <a:off x="2038793" y="24400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3" name="r0_o01141"/>
          <p:cNvSpPr/>
          <p:nvPr/>
        </p:nvSpPr>
        <p:spPr>
          <a:xfrm>
            <a:off x="2046956" y="24473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" name="r0_o01142"/>
          <p:cNvSpPr/>
          <p:nvPr/>
        </p:nvSpPr>
        <p:spPr>
          <a:xfrm>
            <a:off x="2046956" y="24473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" name="r0_o01143"/>
          <p:cNvSpPr/>
          <p:nvPr/>
        </p:nvSpPr>
        <p:spPr>
          <a:xfrm>
            <a:off x="1958931" y="244767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" name="r0_o01144"/>
          <p:cNvSpPr/>
          <p:nvPr/>
        </p:nvSpPr>
        <p:spPr>
          <a:xfrm>
            <a:off x="1967093" y="245496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" name="r0_o01145"/>
          <p:cNvSpPr/>
          <p:nvPr/>
        </p:nvSpPr>
        <p:spPr>
          <a:xfrm>
            <a:off x="1967093" y="245496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" name="r0_o01146"/>
          <p:cNvSpPr/>
          <p:nvPr/>
        </p:nvSpPr>
        <p:spPr>
          <a:xfrm>
            <a:off x="1122775" y="244985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" name="r0_o01147"/>
          <p:cNvSpPr/>
          <p:nvPr/>
        </p:nvSpPr>
        <p:spPr>
          <a:xfrm>
            <a:off x="1130938" y="245714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" name="r0_o01148"/>
          <p:cNvSpPr/>
          <p:nvPr/>
        </p:nvSpPr>
        <p:spPr>
          <a:xfrm>
            <a:off x="1130938" y="245714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" name="r0_o01149"/>
          <p:cNvSpPr/>
          <p:nvPr/>
        </p:nvSpPr>
        <p:spPr>
          <a:xfrm>
            <a:off x="1042912" y="24574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" name="r0_o01150"/>
          <p:cNvSpPr/>
          <p:nvPr/>
        </p:nvSpPr>
        <p:spPr>
          <a:xfrm>
            <a:off x="1051075" y="24647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" name="r0_o01151"/>
          <p:cNvSpPr/>
          <p:nvPr/>
        </p:nvSpPr>
        <p:spPr>
          <a:xfrm>
            <a:off x="1051075" y="24647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" name="r0_o01152"/>
          <p:cNvSpPr/>
          <p:nvPr/>
        </p:nvSpPr>
        <p:spPr>
          <a:xfrm>
            <a:off x="1799205" y="24629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" name="r0_o01153"/>
          <p:cNvSpPr/>
          <p:nvPr/>
        </p:nvSpPr>
        <p:spPr>
          <a:xfrm>
            <a:off x="1807367" y="24702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" name="r0_o01154"/>
          <p:cNvSpPr/>
          <p:nvPr/>
        </p:nvSpPr>
        <p:spPr>
          <a:xfrm>
            <a:off x="1807367" y="24702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" name="r0_o01155"/>
          <p:cNvSpPr/>
          <p:nvPr/>
        </p:nvSpPr>
        <p:spPr>
          <a:xfrm>
            <a:off x="1719342" y="247055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" name="r0_o01156"/>
          <p:cNvSpPr/>
          <p:nvPr/>
        </p:nvSpPr>
        <p:spPr>
          <a:xfrm>
            <a:off x="1727505" y="247784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" name="r0_o01157"/>
          <p:cNvSpPr/>
          <p:nvPr/>
        </p:nvSpPr>
        <p:spPr>
          <a:xfrm>
            <a:off x="1727505" y="247784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" name="r0_o01158"/>
          <p:cNvSpPr/>
          <p:nvPr/>
        </p:nvSpPr>
        <p:spPr>
          <a:xfrm>
            <a:off x="883187" y="247273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" name="r0_o01159"/>
          <p:cNvSpPr/>
          <p:nvPr/>
        </p:nvSpPr>
        <p:spPr>
          <a:xfrm>
            <a:off x="891349" y="248002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" name="r0_o01160"/>
          <p:cNvSpPr/>
          <p:nvPr/>
        </p:nvSpPr>
        <p:spPr>
          <a:xfrm>
            <a:off x="891349" y="248002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" name="r0_o01161"/>
          <p:cNvSpPr/>
          <p:nvPr/>
        </p:nvSpPr>
        <p:spPr>
          <a:xfrm>
            <a:off x="2475634" y="24760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" name="r0_o01162"/>
          <p:cNvSpPr/>
          <p:nvPr/>
        </p:nvSpPr>
        <p:spPr>
          <a:xfrm>
            <a:off x="2483797" y="24832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" name="r0_o01163"/>
          <p:cNvSpPr/>
          <p:nvPr/>
        </p:nvSpPr>
        <p:spPr>
          <a:xfrm>
            <a:off x="2483797" y="24832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6" name="r0_o01164"/>
          <p:cNvSpPr/>
          <p:nvPr/>
        </p:nvSpPr>
        <p:spPr>
          <a:xfrm>
            <a:off x="803324" y="24803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7" name="r0_o01165"/>
          <p:cNvSpPr/>
          <p:nvPr/>
        </p:nvSpPr>
        <p:spPr>
          <a:xfrm>
            <a:off x="811487" y="24876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8" name="r0_o01166"/>
          <p:cNvSpPr/>
          <p:nvPr/>
        </p:nvSpPr>
        <p:spPr>
          <a:xfrm>
            <a:off x="811487" y="24876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9" name="r0_o01167"/>
          <p:cNvSpPr/>
          <p:nvPr/>
        </p:nvSpPr>
        <p:spPr>
          <a:xfrm>
            <a:off x="2395772" y="24836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0" name="r0_o01168"/>
          <p:cNvSpPr/>
          <p:nvPr/>
        </p:nvSpPr>
        <p:spPr>
          <a:xfrm>
            <a:off x="2403934" y="24909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1" name="r0_o01169"/>
          <p:cNvSpPr/>
          <p:nvPr/>
        </p:nvSpPr>
        <p:spPr>
          <a:xfrm>
            <a:off x="2403934" y="24909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2" name="r0_o01170"/>
          <p:cNvSpPr/>
          <p:nvPr/>
        </p:nvSpPr>
        <p:spPr>
          <a:xfrm>
            <a:off x="1559616" y="24858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" name="r0_o01171"/>
          <p:cNvSpPr/>
          <p:nvPr/>
        </p:nvSpPr>
        <p:spPr>
          <a:xfrm>
            <a:off x="1567779" y="24930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" name="r0_o01172"/>
          <p:cNvSpPr/>
          <p:nvPr/>
        </p:nvSpPr>
        <p:spPr>
          <a:xfrm>
            <a:off x="1567779" y="24930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" name="r0_o01173"/>
          <p:cNvSpPr/>
          <p:nvPr/>
        </p:nvSpPr>
        <p:spPr>
          <a:xfrm>
            <a:off x="1479754" y="249343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" name="r0_o01174"/>
          <p:cNvSpPr/>
          <p:nvPr/>
        </p:nvSpPr>
        <p:spPr>
          <a:xfrm>
            <a:off x="1487916" y="250072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" name="r0_o01175"/>
          <p:cNvSpPr/>
          <p:nvPr/>
        </p:nvSpPr>
        <p:spPr>
          <a:xfrm>
            <a:off x="1487916" y="250072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" name="r0_o01176"/>
          <p:cNvSpPr/>
          <p:nvPr/>
        </p:nvSpPr>
        <p:spPr>
          <a:xfrm>
            <a:off x="643598" y="249561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" name="r0_o01177"/>
          <p:cNvSpPr/>
          <p:nvPr/>
        </p:nvSpPr>
        <p:spPr>
          <a:xfrm>
            <a:off x="651761" y="250290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" name="r0_o01178"/>
          <p:cNvSpPr/>
          <p:nvPr/>
        </p:nvSpPr>
        <p:spPr>
          <a:xfrm>
            <a:off x="651761" y="250290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" name="r0_o01179"/>
          <p:cNvSpPr/>
          <p:nvPr/>
        </p:nvSpPr>
        <p:spPr>
          <a:xfrm>
            <a:off x="680330" y="252943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" name="r0_o01180"/>
          <p:cNvSpPr/>
          <p:nvPr/>
        </p:nvSpPr>
        <p:spPr>
          <a:xfrm>
            <a:off x="685554" y="253409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" name="r0_o01181"/>
          <p:cNvSpPr/>
          <p:nvPr/>
        </p:nvSpPr>
        <p:spPr>
          <a:xfrm>
            <a:off x="685554" y="253409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" name="r0_o01182"/>
          <p:cNvSpPr/>
          <p:nvPr/>
        </p:nvSpPr>
        <p:spPr>
          <a:xfrm>
            <a:off x="2236046" y="24988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" name="r0_o01183"/>
          <p:cNvSpPr/>
          <p:nvPr/>
        </p:nvSpPr>
        <p:spPr>
          <a:xfrm>
            <a:off x="2244209" y="25061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" name="r0_o01184"/>
          <p:cNvSpPr/>
          <p:nvPr/>
        </p:nvSpPr>
        <p:spPr>
          <a:xfrm>
            <a:off x="2244209" y="25061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" name="r0_o01185"/>
          <p:cNvSpPr/>
          <p:nvPr/>
        </p:nvSpPr>
        <p:spPr>
          <a:xfrm>
            <a:off x="2156183" y="25065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" name="r0_o01186"/>
          <p:cNvSpPr/>
          <p:nvPr/>
        </p:nvSpPr>
        <p:spPr>
          <a:xfrm>
            <a:off x="2164346" y="25137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" name="r0_o01187"/>
          <p:cNvSpPr/>
          <p:nvPr/>
        </p:nvSpPr>
        <p:spPr>
          <a:xfrm>
            <a:off x="2164346" y="25137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" name="r0_o01188"/>
          <p:cNvSpPr/>
          <p:nvPr/>
        </p:nvSpPr>
        <p:spPr>
          <a:xfrm>
            <a:off x="1320028" y="25086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" name="r0_o01189"/>
          <p:cNvSpPr/>
          <p:nvPr/>
        </p:nvSpPr>
        <p:spPr>
          <a:xfrm>
            <a:off x="1328190" y="25159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" name="r0_o01190"/>
          <p:cNvSpPr/>
          <p:nvPr/>
        </p:nvSpPr>
        <p:spPr>
          <a:xfrm>
            <a:off x="1328190" y="25159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" name="r0_o01191"/>
          <p:cNvSpPr/>
          <p:nvPr/>
        </p:nvSpPr>
        <p:spPr>
          <a:xfrm>
            <a:off x="1240165" y="25163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" name="r0_o01192"/>
          <p:cNvSpPr/>
          <p:nvPr/>
        </p:nvSpPr>
        <p:spPr>
          <a:xfrm>
            <a:off x="1248328" y="25236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5" name="r0_o01193"/>
          <p:cNvSpPr/>
          <p:nvPr/>
        </p:nvSpPr>
        <p:spPr>
          <a:xfrm>
            <a:off x="1248328" y="25236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6" name="r0_o01194"/>
          <p:cNvSpPr/>
          <p:nvPr/>
        </p:nvSpPr>
        <p:spPr>
          <a:xfrm>
            <a:off x="1996458" y="252176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7" name="r0_o01195"/>
          <p:cNvSpPr/>
          <p:nvPr/>
        </p:nvSpPr>
        <p:spPr>
          <a:xfrm>
            <a:off x="2004620" y="252905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8" name="r0_o01196"/>
          <p:cNvSpPr/>
          <p:nvPr/>
        </p:nvSpPr>
        <p:spPr>
          <a:xfrm>
            <a:off x="2004620" y="252905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9" name="r0_o01197"/>
          <p:cNvSpPr/>
          <p:nvPr/>
        </p:nvSpPr>
        <p:spPr>
          <a:xfrm>
            <a:off x="1916595" y="25293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0" name="r0_o01198"/>
          <p:cNvSpPr/>
          <p:nvPr/>
        </p:nvSpPr>
        <p:spPr>
          <a:xfrm>
            <a:off x="1924757" y="25366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1" name="r0_o01199"/>
          <p:cNvSpPr/>
          <p:nvPr/>
        </p:nvSpPr>
        <p:spPr>
          <a:xfrm>
            <a:off x="1924757" y="25366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" name="r0_o01200"/>
          <p:cNvSpPr/>
          <p:nvPr/>
        </p:nvSpPr>
        <p:spPr>
          <a:xfrm>
            <a:off x="1080439" y="25315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" name="r0_o01201"/>
          <p:cNvSpPr/>
          <p:nvPr/>
        </p:nvSpPr>
        <p:spPr>
          <a:xfrm>
            <a:off x="1088602" y="25388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" name="r0_o01202"/>
          <p:cNvSpPr/>
          <p:nvPr/>
        </p:nvSpPr>
        <p:spPr>
          <a:xfrm>
            <a:off x="1088602" y="25388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" name="r0_o01203"/>
          <p:cNvSpPr/>
          <p:nvPr/>
        </p:nvSpPr>
        <p:spPr>
          <a:xfrm>
            <a:off x="1000577" y="25391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" name="r0_o01204"/>
          <p:cNvSpPr/>
          <p:nvPr/>
        </p:nvSpPr>
        <p:spPr>
          <a:xfrm>
            <a:off x="1008739" y="25464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" name="r0_o01205"/>
          <p:cNvSpPr/>
          <p:nvPr/>
        </p:nvSpPr>
        <p:spPr>
          <a:xfrm>
            <a:off x="1008739" y="25464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" name="r0_o01206"/>
          <p:cNvSpPr/>
          <p:nvPr/>
        </p:nvSpPr>
        <p:spPr>
          <a:xfrm>
            <a:off x="2593024" y="254246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" name="r0_o01207"/>
          <p:cNvSpPr/>
          <p:nvPr/>
        </p:nvSpPr>
        <p:spPr>
          <a:xfrm>
            <a:off x="2601187" y="254975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" name="r0_o01208"/>
          <p:cNvSpPr/>
          <p:nvPr/>
        </p:nvSpPr>
        <p:spPr>
          <a:xfrm>
            <a:off x="2601187" y="254975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" name="r0_o01209"/>
          <p:cNvSpPr/>
          <p:nvPr/>
        </p:nvSpPr>
        <p:spPr>
          <a:xfrm>
            <a:off x="2629756" y="257627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" name="r0_o01210"/>
          <p:cNvSpPr/>
          <p:nvPr/>
        </p:nvSpPr>
        <p:spPr>
          <a:xfrm>
            <a:off x="2634980" y="258094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" name="r0_o01211"/>
          <p:cNvSpPr/>
          <p:nvPr/>
        </p:nvSpPr>
        <p:spPr>
          <a:xfrm>
            <a:off x="2634980" y="258094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" name="r0_o01212"/>
          <p:cNvSpPr/>
          <p:nvPr/>
        </p:nvSpPr>
        <p:spPr>
          <a:xfrm>
            <a:off x="1756869" y="254464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" name="r0_o01213"/>
          <p:cNvSpPr/>
          <p:nvPr/>
        </p:nvSpPr>
        <p:spPr>
          <a:xfrm>
            <a:off x="1765032" y="25519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" name="r0_o01214"/>
          <p:cNvSpPr/>
          <p:nvPr/>
        </p:nvSpPr>
        <p:spPr>
          <a:xfrm>
            <a:off x="1765032" y="25519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" name="r0_o01215"/>
          <p:cNvSpPr/>
          <p:nvPr/>
        </p:nvSpPr>
        <p:spPr>
          <a:xfrm>
            <a:off x="1677006" y="25522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" name="r0_o01216"/>
          <p:cNvSpPr/>
          <p:nvPr/>
        </p:nvSpPr>
        <p:spPr>
          <a:xfrm>
            <a:off x="1685169" y="25595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" name="r0_o01217"/>
          <p:cNvSpPr/>
          <p:nvPr/>
        </p:nvSpPr>
        <p:spPr>
          <a:xfrm>
            <a:off x="1685169" y="25595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" name="r0_o01218"/>
          <p:cNvSpPr/>
          <p:nvPr/>
        </p:nvSpPr>
        <p:spPr>
          <a:xfrm>
            <a:off x="840851" y="255445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" name="r0_o01219"/>
          <p:cNvSpPr/>
          <p:nvPr/>
        </p:nvSpPr>
        <p:spPr>
          <a:xfrm>
            <a:off x="849013" y="256174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" name="r0_o01220"/>
          <p:cNvSpPr/>
          <p:nvPr/>
        </p:nvSpPr>
        <p:spPr>
          <a:xfrm>
            <a:off x="849013" y="256174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" name="r0_o01221"/>
          <p:cNvSpPr/>
          <p:nvPr/>
        </p:nvSpPr>
        <p:spPr>
          <a:xfrm>
            <a:off x="2433299" y="255771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4" name="r0_o01222"/>
          <p:cNvSpPr/>
          <p:nvPr/>
        </p:nvSpPr>
        <p:spPr>
          <a:xfrm>
            <a:off x="2441461" y="256500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5" name="r0_o01223"/>
          <p:cNvSpPr/>
          <p:nvPr/>
        </p:nvSpPr>
        <p:spPr>
          <a:xfrm>
            <a:off x="2441461" y="256500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6" name="r0_o01224"/>
          <p:cNvSpPr/>
          <p:nvPr/>
        </p:nvSpPr>
        <p:spPr>
          <a:xfrm>
            <a:off x="760988" y="25620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7" name="r0_o01225"/>
          <p:cNvSpPr/>
          <p:nvPr/>
        </p:nvSpPr>
        <p:spPr>
          <a:xfrm>
            <a:off x="769151" y="25693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8" name="r0_o01226"/>
          <p:cNvSpPr/>
          <p:nvPr/>
        </p:nvSpPr>
        <p:spPr>
          <a:xfrm>
            <a:off x="769151" y="25693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9" name="r0_o01227"/>
          <p:cNvSpPr/>
          <p:nvPr/>
        </p:nvSpPr>
        <p:spPr>
          <a:xfrm>
            <a:off x="2353436" y="256534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0" name="r0_o01228"/>
          <p:cNvSpPr/>
          <p:nvPr/>
        </p:nvSpPr>
        <p:spPr>
          <a:xfrm>
            <a:off x="2361598" y="257263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" name="r0_o01229"/>
          <p:cNvSpPr/>
          <p:nvPr/>
        </p:nvSpPr>
        <p:spPr>
          <a:xfrm>
            <a:off x="2361598" y="257263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" name="r0_o01230"/>
          <p:cNvSpPr/>
          <p:nvPr/>
        </p:nvSpPr>
        <p:spPr>
          <a:xfrm>
            <a:off x="1517281" y="25675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" name="r0_o01231"/>
          <p:cNvSpPr/>
          <p:nvPr/>
        </p:nvSpPr>
        <p:spPr>
          <a:xfrm>
            <a:off x="1525443" y="25748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" name="r0_o01232"/>
          <p:cNvSpPr/>
          <p:nvPr/>
        </p:nvSpPr>
        <p:spPr>
          <a:xfrm>
            <a:off x="1525443" y="25748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" name="r0_o01233"/>
          <p:cNvSpPr/>
          <p:nvPr/>
        </p:nvSpPr>
        <p:spPr>
          <a:xfrm>
            <a:off x="1437418" y="257515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" name="r0_o01234"/>
          <p:cNvSpPr/>
          <p:nvPr/>
        </p:nvSpPr>
        <p:spPr>
          <a:xfrm>
            <a:off x="1445580" y="258243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" name="r0_o01235"/>
          <p:cNvSpPr/>
          <p:nvPr/>
        </p:nvSpPr>
        <p:spPr>
          <a:xfrm>
            <a:off x="1445580" y="258243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" name="r0_o01236"/>
          <p:cNvSpPr/>
          <p:nvPr/>
        </p:nvSpPr>
        <p:spPr>
          <a:xfrm>
            <a:off x="2193710" y="258059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" name="r0_o01237"/>
          <p:cNvSpPr/>
          <p:nvPr/>
        </p:nvSpPr>
        <p:spPr>
          <a:xfrm>
            <a:off x="2201873" y="258788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" name="r0_o01238"/>
          <p:cNvSpPr/>
          <p:nvPr/>
        </p:nvSpPr>
        <p:spPr>
          <a:xfrm>
            <a:off x="2201873" y="258788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" name="r0_o01239"/>
          <p:cNvSpPr/>
          <p:nvPr/>
        </p:nvSpPr>
        <p:spPr>
          <a:xfrm>
            <a:off x="2113847" y="25882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" name="r0_o01240"/>
          <p:cNvSpPr/>
          <p:nvPr/>
        </p:nvSpPr>
        <p:spPr>
          <a:xfrm>
            <a:off x="2122010" y="25955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" name="r0_o01241"/>
          <p:cNvSpPr/>
          <p:nvPr/>
        </p:nvSpPr>
        <p:spPr>
          <a:xfrm>
            <a:off x="2122010" y="25955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" name="r0_o01242"/>
          <p:cNvSpPr/>
          <p:nvPr/>
        </p:nvSpPr>
        <p:spPr>
          <a:xfrm>
            <a:off x="1277692" y="259040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" name="r0_o01243"/>
          <p:cNvSpPr/>
          <p:nvPr/>
        </p:nvSpPr>
        <p:spPr>
          <a:xfrm>
            <a:off x="1285855" y="259769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" name="r0_o01244"/>
          <p:cNvSpPr/>
          <p:nvPr/>
        </p:nvSpPr>
        <p:spPr>
          <a:xfrm>
            <a:off x="1285855" y="259769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" name="r0_o01245"/>
          <p:cNvSpPr/>
          <p:nvPr/>
        </p:nvSpPr>
        <p:spPr>
          <a:xfrm>
            <a:off x="1197829" y="259803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" name="r0_o01246"/>
          <p:cNvSpPr/>
          <p:nvPr/>
        </p:nvSpPr>
        <p:spPr>
          <a:xfrm>
            <a:off x="1205992" y="260532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" name="r0_o01247"/>
          <p:cNvSpPr/>
          <p:nvPr/>
        </p:nvSpPr>
        <p:spPr>
          <a:xfrm>
            <a:off x="1205992" y="260532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" name="r0_o01248"/>
          <p:cNvSpPr/>
          <p:nvPr/>
        </p:nvSpPr>
        <p:spPr>
          <a:xfrm>
            <a:off x="1954122" y="260347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" name="r0_o01249"/>
          <p:cNvSpPr/>
          <p:nvPr/>
        </p:nvSpPr>
        <p:spPr>
          <a:xfrm>
            <a:off x="1962284" y="261076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" name="r0_o01250"/>
          <p:cNvSpPr/>
          <p:nvPr/>
        </p:nvSpPr>
        <p:spPr>
          <a:xfrm>
            <a:off x="1962284" y="261076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" name="r0_o01251"/>
          <p:cNvSpPr/>
          <p:nvPr/>
        </p:nvSpPr>
        <p:spPr>
          <a:xfrm>
            <a:off x="1874259" y="261110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" name="r0_o01252"/>
          <p:cNvSpPr/>
          <p:nvPr/>
        </p:nvSpPr>
        <p:spPr>
          <a:xfrm>
            <a:off x="1882421" y="261839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" name="r0_o01253"/>
          <p:cNvSpPr/>
          <p:nvPr/>
        </p:nvSpPr>
        <p:spPr>
          <a:xfrm>
            <a:off x="1882421" y="261839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" name="r0_o01254"/>
          <p:cNvSpPr/>
          <p:nvPr/>
        </p:nvSpPr>
        <p:spPr>
          <a:xfrm>
            <a:off x="1038104" y="261328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" name="r0_o01255"/>
          <p:cNvSpPr/>
          <p:nvPr/>
        </p:nvSpPr>
        <p:spPr>
          <a:xfrm>
            <a:off x="1046266" y="262057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" name="r0_o01256"/>
          <p:cNvSpPr/>
          <p:nvPr/>
        </p:nvSpPr>
        <p:spPr>
          <a:xfrm>
            <a:off x="1046266" y="262057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" name="r0_o01257"/>
          <p:cNvSpPr/>
          <p:nvPr/>
        </p:nvSpPr>
        <p:spPr>
          <a:xfrm>
            <a:off x="2630560" y="261655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" name="r0_o01258"/>
          <p:cNvSpPr/>
          <p:nvPr/>
        </p:nvSpPr>
        <p:spPr>
          <a:xfrm>
            <a:off x="2638723" y="262384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" name="r0_o01259"/>
          <p:cNvSpPr/>
          <p:nvPr/>
        </p:nvSpPr>
        <p:spPr>
          <a:xfrm>
            <a:off x="2638723" y="262384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" name="r0_o01260"/>
          <p:cNvSpPr/>
          <p:nvPr/>
        </p:nvSpPr>
        <p:spPr>
          <a:xfrm>
            <a:off x="2667292" y="265037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" name="r0_o01261"/>
          <p:cNvSpPr/>
          <p:nvPr/>
        </p:nvSpPr>
        <p:spPr>
          <a:xfrm>
            <a:off x="2672516" y="265503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" name="r0_o01262"/>
          <p:cNvSpPr/>
          <p:nvPr/>
        </p:nvSpPr>
        <p:spPr>
          <a:xfrm>
            <a:off x="2672516" y="265503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" name="r0_o01263"/>
          <p:cNvSpPr/>
          <p:nvPr/>
        </p:nvSpPr>
        <p:spPr>
          <a:xfrm>
            <a:off x="958241" y="26209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" name="r0_o01264"/>
          <p:cNvSpPr/>
          <p:nvPr/>
        </p:nvSpPr>
        <p:spPr>
          <a:xfrm>
            <a:off x="966403" y="26282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" name="r0_o01265"/>
          <p:cNvSpPr/>
          <p:nvPr/>
        </p:nvSpPr>
        <p:spPr>
          <a:xfrm>
            <a:off x="966403" y="26282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" name="r0_o01266"/>
          <p:cNvSpPr/>
          <p:nvPr/>
        </p:nvSpPr>
        <p:spPr>
          <a:xfrm>
            <a:off x="2550697" y="262418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" name="r0_o01267"/>
          <p:cNvSpPr/>
          <p:nvPr/>
        </p:nvSpPr>
        <p:spPr>
          <a:xfrm>
            <a:off x="2558860" y="263147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" name="r0_o01268"/>
          <p:cNvSpPr/>
          <p:nvPr/>
        </p:nvSpPr>
        <p:spPr>
          <a:xfrm>
            <a:off x="2558860" y="263147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" name="r0_o01269"/>
          <p:cNvSpPr/>
          <p:nvPr/>
        </p:nvSpPr>
        <p:spPr>
          <a:xfrm>
            <a:off x="2587429" y="265800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" name="r0_o01270"/>
          <p:cNvSpPr/>
          <p:nvPr/>
        </p:nvSpPr>
        <p:spPr>
          <a:xfrm>
            <a:off x="2592653" y="266266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" name="r0_o01271"/>
          <p:cNvSpPr/>
          <p:nvPr/>
        </p:nvSpPr>
        <p:spPr>
          <a:xfrm>
            <a:off x="2592653" y="266266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" name="r0_o01272"/>
          <p:cNvSpPr/>
          <p:nvPr/>
        </p:nvSpPr>
        <p:spPr>
          <a:xfrm>
            <a:off x="1714533" y="26263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" name="r0_o01273"/>
          <p:cNvSpPr/>
          <p:nvPr/>
        </p:nvSpPr>
        <p:spPr>
          <a:xfrm>
            <a:off x="1722696" y="26336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" name="r0_o01274"/>
          <p:cNvSpPr/>
          <p:nvPr/>
        </p:nvSpPr>
        <p:spPr>
          <a:xfrm>
            <a:off x="1722696" y="26336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" name="r0_o01275"/>
          <p:cNvSpPr/>
          <p:nvPr/>
        </p:nvSpPr>
        <p:spPr>
          <a:xfrm>
            <a:off x="1634670" y="263398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" name="r0_o01276"/>
          <p:cNvSpPr/>
          <p:nvPr/>
        </p:nvSpPr>
        <p:spPr>
          <a:xfrm>
            <a:off x="1642833" y="264127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" name="r0_o01277"/>
          <p:cNvSpPr/>
          <p:nvPr/>
        </p:nvSpPr>
        <p:spPr>
          <a:xfrm>
            <a:off x="1642833" y="264127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" name="r0_o01278"/>
          <p:cNvSpPr/>
          <p:nvPr/>
        </p:nvSpPr>
        <p:spPr>
          <a:xfrm>
            <a:off x="798515" y="263616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" name="r0_o01279"/>
          <p:cNvSpPr/>
          <p:nvPr/>
        </p:nvSpPr>
        <p:spPr>
          <a:xfrm>
            <a:off x="806678" y="264345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" name="r0_o01280"/>
          <p:cNvSpPr/>
          <p:nvPr/>
        </p:nvSpPr>
        <p:spPr>
          <a:xfrm>
            <a:off x="806678" y="264345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" name="r0_o01281"/>
          <p:cNvSpPr/>
          <p:nvPr/>
        </p:nvSpPr>
        <p:spPr>
          <a:xfrm>
            <a:off x="835247" y="266998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" name="r0_o01282"/>
          <p:cNvSpPr/>
          <p:nvPr/>
        </p:nvSpPr>
        <p:spPr>
          <a:xfrm>
            <a:off x="840471" y="267464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" name="r0_o01283"/>
          <p:cNvSpPr/>
          <p:nvPr/>
        </p:nvSpPr>
        <p:spPr>
          <a:xfrm>
            <a:off x="840471" y="267464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" name="r0_o01284"/>
          <p:cNvSpPr/>
          <p:nvPr/>
        </p:nvSpPr>
        <p:spPr>
          <a:xfrm>
            <a:off x="2390972" y="263943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" name="r0_o01285"/>
          <p:cNvSpPr/>
          <p:nvPr/>
        </p:nvSpPr>
        <p:spPr>
          <a:xfrm>
            <a:off x="2399134" y="26467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" name="r0_o01286"/>
          <p:cNvSpPr/>
          <p:nvPr/>
        </p:nvSpPr>
        <p:spPr>
          <a:xfrm>
            <a:off x="2399134" y="26467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" name="r0_o01287"/>
          <p:cNvSpPr/>
          <p:nvPr/>
        </p:nvSpPr>
        <p:spPr>
          <a:xfrm>
            <a:off x="2427703" y="267325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" name="r0_o01288"/>
          <p:cNvSpPr/>
          <p:nvPr/>
        </p:nvSpPr>
        <p:spPr>
          <a:xfrm>
            <a:off x="2432927" y="267792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" name="r0_o01289"/>
          <p:cNvSpPr/>
          <p:nvPr/>
        </p:nvSpPr>
        <p:spPr>
          <a:xfrm>
            <a:off x="2432927" y="267792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" name="r0_o01290"/>
          <p:cNvSpPr/>
          <p:nvPr/>
        </p:nvSpPr>
        <p:spPr>
          <a:xfrm>
            <a:off x="2311109" y="264706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3" name="r0_o01291"/>
          <p:cNvSpPr/>
          <p:nvPr/>
        </p:nvSpPr>
        <p:spPr>
          <a:xfrm>
            <a:off x="2319271" y="265435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4" name="r0_o01292"/>
          <p:cNvSpPr/>
          <p:nvPr/>
        </p:nvSpPr>
        <p:spPr>
          <a:xfrm>
            <a:off x="2319271" y="265435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5" name="r0_o01293"/>
          <p:cNvSpPr/>
          <p:nvPr/>
        </p:nvSpPr>
        <p:spPr>
          <a:xfrm>
            <a:off x="2347840" y="268088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6" name="r0_o01294"/>
          <p:cNvSpPr/>
          <p:nvPr/>
        </p:nvSpPr>
        <p:spPr>
          <a:xfrm>
            <a:off x="2353064" y="268554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7" name="r0_o01295"/>
          <p:cNvSpPr/>
          <p:nvPr/>
        </p:nvSpPr>
        <p:spPr>
          <a:xfrm>
            <a:off x="2353064" y="268554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8" name="r0_o01296"/>
          <p:cNvSpPr/>
          <p:nvPr/>
        </p:nvSpPr>
        <p:spPr>
          <a:xfrm>
            <a:off x="1474945" y="26492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9" name="r0_o01297"/>
          <p:cNvSpPr/>
          <p:nvPr/>
        </p:nvSpPr>
        <p:spPr>
          <a:xfrm>
            <a:off x="1483107" y="26565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0" name="r0_o01298"/>
          <p:cNvSpPr/>
          <p:nvPr/>
        </p:nvSpPr>
        <p:spPr>
          <a:xfrm>
            <a:off x="1483107" y="26565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1" name="r0_o01299"/>
          <p:cNvSpPr/>
          <p:nvPr/>
        </p:nvSpPr>
        <p:spPr>
          <a:xfrm>
            <a:off x="1395082" y="265686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" name="r0_o01300"/>
          <p:cNvSpPr/>
          <p:nvPr/>
        </p:nvSpPr>
        <p:spPr>
          <a:xfrm>
            <a:off x="1403244" y="266415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" name="r0_o01301"/>
          <p:cNvSpPr/>
          <p:nvPr/>
        </p:nvSpPr>
        <p:spPr>
          <a:xfrm>
            <a:off x="1403244" y="266415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" name="r0_o01302"/>
          <p:cNvSpPr/>
          <p:nvPr/>
        </p:nvSpPr>
        <p:spPr>
          <a:xfrm>
            <a:off x="2151383" y="266232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" name="r0_o01303"/>
          <p:cNvSpPr/>
          <p:nvPr/>
        </p:nvSpPr>
        <p:spPr>
          <a:xfrm>
            <a:off x="2159546" y="266960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" name="r0_o01304"/>
          <p:cNvSpPr/>
          <p:nvPr/>
        </p:nvSpPr>
        <p:spPr>
          <a:xfrm>
            <a:off x="2159546" y="266960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" name="r0_o01305"/>
          <p:cNvSpPr/>
          <p:nvPr/>
        </p:nvSpPr>
        <p:spPr>
          <a:xfrm>
            <a:off x="2188115" y="269613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" name="r0_o01306"/>
          <p:cNvSpPr/>
          <p:nvPr/>
        </p:nvSpPr>
        <p:spPr>
          <a:xfrm>
            <a:off x="2193339" y="270080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" name="r0_o01307"/>
          <p:cNvSpPr/>
          <p:nvPr/>
        </p:nvSpPr>
        <p:spPr>
          <a:xfrm>
            <a:off x="2193339" y="270080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" name="r0_o01308"/>
          <p:cNvSpPr/>
          <p:nvPr/>
        </p:nvSpPr>
        <p:spPr>
          <a:xfrm>
            <a:off x="2071520" y="26699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" name="r0_o01309"/>
          <p:cNvSpPr/>
          <p:nvPr/>
        </p:nvSpPr>
        <p:spPr>
          <a:xfrm>
            <a:off x="2079683" y="26772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" name="r0_o01310"/>
          <p:cNvSpPr/>
          <p:nvPr/>
        </p:nvSpPr>
        <p:spPr>
          <a:xfrm>
            <a:off x="2079683" y="26772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" name="r0_o01311"/>
          <p:cNvSpPr/>
          <p:nvPr/>
        </p:nvSpPr>
        <p:spPr>
          <a:xfrm>
            <a:off x="2108252" y="270376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" name="r0_o01312"/>
          <p:cNvSpPr/>
          <p:nvPr/>
        </p:nvSpPr>
        <p:spPr>
          <a:xfrm>
            <a:off x="2113476" y="270842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" name="r0_o01313"/>
          <p:cNvSpPr/>
          <p:nvPr/>
        </p:nvSpPr>
        <p:spPr>
          <a:xfrm>
            <a:off x="2113476" y="270842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" name="r0_o01314"/>
          <p:cNvSpPr/>
          <p:nvPr/>
        </p:nvSpPr>
        <p:spPr>
          <a:xfrm>
            <a:off x="1235356" y="26721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" name="r0_o01315"/>
          <p:cNvSpPr/>
          <p:nvPr/>
        </p:nvSpPr>
        <p:spPr>
          <a:xfrm>
            <a:off x="1243519" y="26794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" name="r0_o01316"/>
          <p:cNvSpPr/>
          <p:nvPr/>
        </p:nvSpPr>
        <p:spPr>
          <a:xfrm>
            <a:off x="1243519" y="26794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" name="r0_o01317"/>
          <p:cNvSpPr/>
          <p:nvPr/>
        </p:nvSpPr>
        <p:spPr>
          <a:xfrm>
            <a:off x="1155493" y="267974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" name="r0_o01318"/>
          <p:cNvSpPr/>
          <p:nvPr/>
        </p:nvSpPr>
        <p:spPr>
          <a:xfrm>
            <a:off x="1163656" y="268703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" name="r0_o01319"/>
          <p:cNvSpPr/>
          <p:nvPr/>
        </p:nvSpPr>
        <p:spPr>
          <a:xfrm>
            <a:off x="1163656" y="268703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" name="r0_o01320"/>
          <p:cNvSpPr/>
          <p:nvPr/>
        </p:nvSpPr>
        <p:spPr>
          <a:xfrm>
            <a:off x="1911795" y="26852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" name="r0_o01321"/>
          <p:cNvSpPr/>
          <p:nvPr/>
        </p:nvSpPr>
        <p:spPr>
          <a:xfrm>
            <a:off x="1919957" y="26924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" name="r0_o01322"/>
          <p:cNvSpPr/>
          <p:nvPr/>
        </p:nvSpPr>
        <p:spPr>
          <a:xfrm>
            <a:off x="1919957" y="26924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" name="r0_o01323"/>
          <p:cNvSpPr/>
          <p:nvPr/>
        </p:nvSpPr>
        <p:spPr>
          <a:xfrm>
            <a:off x="1948526" y="271901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" name="r0_o01324"/>
          <p:cNvSpPr/>
          <p:nvPr/>
        </p:nvSpPr>
        <p:spPr>
          <a:xfrm>
            <a:off x="1953750" y="272368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" name="r0_o01325"/>
          <p:cNvSpPr/>
          <p:nvPr/>
        </p:nvSpPr>
        <p:spPr>
          <a:xfrm>
            <a:off x="1953750" y="272368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" name="r0_o01326"/>
          <p:cNvSpPr/>
          <p:nvPr/>
        </p:nvSpPr>
        <p:spPr>
          <a:xfrm>
            <a:off x="1831932" y="26928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" name="r0_o01327"/>
          <p:cNvSpPr/>
          <p:nvPr/>
        </p:nvSpPr>
        <p:spPr>
          <a:xfrm>
            <a:off x="1840094" y="27001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" name="r0_o01328"/>
          <p:cNvSpPr/>
          <p:nvPr/>
        </p:nvSpPr>
        <p:spPr>
          <a:xfrm>
            <a:off x="1840094" y="27001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" name="r0_o01329"/>
          <p:cNvSpPr/>
          <p:nvPr/>
        </p:nvSpPr>
        <p:spPr>
          <a:xfrm>
            <a:off x="1868663" y="272664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" name="r0_o01330"/>
          <p:cNvSpPr/>
          <p:nvPr/>
        </p:nvSpPr>
        <p:spPr>
          <a:xfrm>
            <a:off x="1873887" y="273130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3" name="r0_o01331"/>
          <p:cNvSpPr/>
          <p:nvPr/>
        </p:nvSpPr>
        <p:spPr>
          <a:xfrm>
            <a:off x="1873887" y="273130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4" name="r0_o01332"/>
          <p:cNvSpPr/>
          <p:nvPr/>
        </p:nvSpPr>
        <p:spPr>
          <a:xfrm>
            <a:off x="995768" y="26950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5" name="r0_o01333"/>
          <p:cNvSpPr/>
          <p:nvPr/>
        </p:nvSpPr>
        <p:spPr>
          <a:xfrm>
            <a:off x="1003930" y="27022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6" name="r0_o01334"/>
          <p:cNvSpPr/>
          <p:nvPr/>
        </p:nvSpPr>
        <p:spPr>
          <a:xfrm>
            <a:off x="1003930" y="27022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7" name="r0_o01335"/>
          <p:cNvSpPr/>
          <p:nvPr/>
        </p:nvSpPr>
        <p:spPr>
          <a:xfrm>
            <a:off x="915905" y="27026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8" name="r0_o01336"/>
          <p:cNvSpPr/>
          <p:nvPr/>
        </p:nvSpPr>
        <p:spPr>
          <a:xfrm>
            <a:off x="924067" y="27099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9" name="r0_o01337"/>
          <p:cNvSpPr/>
          <p:nvPr/>
        </p:nvSpPr>
        <p:spPr>
          <a:xfrm>
            <a:off x="924067" y="27099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0" name="r0_o01338"/>
          <p:cNvSpPr/>
          <p:nvPr/>
        </p:nvSpPr>
        <p:spPr>
          <a:xfrm>
            <a:off x="952636" y="273644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1" name="r0_o01339"/>
          <p:cNvSpPr/>
          <p:nvPr/>
        </p:nvSpPr>
        <p:spPr>
          <a:xfrm>
            <a:off x="957860" y="274110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2" name="r0_o01340"/>
          <p:cNvSpPr/>
          <p:nvPr/>
        </p:nvSpPr>
        <p:spPr>
          <a:xfrm>
            <a:off x="957860" y="274110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" name="r0_o01341"/>
          <p:cNvSpPr/>
          <p:nvPr/>
        </p:nvSpPr>
        <p:spPr>
          <a:xfrm>
            <a:off x="1672206" y="27080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" name="r0_o01342"/>
          <p:cNvSpPr/>
          <p:nvPr/>
        </p:nvSpPr>
        <p:spPr>
          <a:xfrm>
            <a:off x="1680369" y="27153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" name="r0_o01343"/>
          <p:cNvSpPr/>
          <p:nvPr/>
        </p:nvSpPr>
        <p:spPr>
          <a:xfrm>
            <a:off x="1680369" y="27153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" name="r0_o01344"/>
          <p:cNvSpPr/>
          <p:nvPr/>
        </p:nvSpPr>
        <p:spPr>
          <a:xfrm>
            <a:off x="1708938" y="274189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" name="r0_o01345"/>
          <p:cNvSpPr/>
          <p:nvPr/>
        </p:nvSpPr>
        <p:spPr>
          <a:xfrm>
            <a:off x="1714162" y="274656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" name="r0_o01346"/>
          <p:cNvSpPr/>
          <p:nvPr/>
        </p:nvSpPr>
        <p:spPr>
          <a:xfrm>
            <a:off x="1714162" y="274656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" name="r0_o01347"/>
          <p:cNvSpPr/>
          <p:nvPr/>
        </p:nvSpPr>
        <p:spPr>
          <a:xfrm>
            <a:off x="1592343" y="27157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" name="r0_o01348"/>
          <p:cNvSpPr/>
          <p:nvPr/>
        </p:nvSpPr>
        <p:spPr>
          <a:xfrm>
            <a:off x="1600506" y="27229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" name="r0_o01349"/>
          <p:cNvSpPr/>
          <p:nvPr/>
        </p:nvSpPr>
        <p:spPr>
          <a:xfrm>
            <a:off x="1600506" y="27229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" name="r0_o01350"/>
          <p:cNvSpPr/>
          <p:nvPr/>
        </p:nvSpPr>
        <p:spPr>
          <a:xfrm>
            <a:off x="1629075" y="274952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" name="r0_o01351"/>
          <p:cNvSpPr/>
          <p:nvPr/>
        </p:nvSpPr>
        <p:spPr>
          <a:xfrm>
            <a:off x="1634299" y="275419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" name="r0_o01352"/>
          <p:cNvSpPr/>
          <p:nvPr/>
        </p:nvSpPr>
        <p:spPr>
          <a:xfrm>
            <a:off x="1634299" y="275419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" name="r0_o01353"/>
          <p:cNvSpPr/>
          <p:nvPr/>
        </p:nvSpPr>
        <p:spPr>
          <a:xfrm>
            <a:off x="1432618" y="273096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" name="r0_o01354"/>
          <p:cNvSpPr/>
          <p:nvPr/>
        </p:nvSpPr>
        <p:spPr>
          <a:xfrm>
            <a:off x="1440780" y="273825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" name="r0_o01355"/>
          <p:cNvSpPr/>
          <p:nvPr/>
        </p:nvSpPr>
        <p:spPr>
          <a:xfrm>
            <a:off x="1440780" y="273825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" name="r0_o01356"/>
          <p:cNvSpPr/>
          <p:nvPr/>
        </p:nvSpPr>
        <p:spPr>
          <a:xfrm>
            <a:off x="1469349" y="276477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" name="r0_o01357"/>
          <p:cNvSpPr/>
          <p:nvPr/>
        </p:nvSpPr>
        <p:spPr>
          <a:xfrm>
            <a:off x="1474573" y="276944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" name="r0_o01358"/>
          <p:cNvSpPr/>
          <p:nvPr/>
        </p:nvSpPr>
        <p:spPr>
          <a:xfrm>
            <a:off x="1474573" y="276944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" name="r0_o01359"/>
          <p:cNvSpPr/>
          <p:nvPr/>
        </p:nvSpPr>
        <p:spPr>
          <a:xfrm>
            <a:off x="1352755" y="27385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" name="r0_o01360"/>
          <p:cNvSpPr/>
          <p:nvPr/>
        </p:nvSpPr>
        <p:spPr>
          <a:xfrm>
            <a:off x="1360917" y="27458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" name="r0_o01361"/>
          <p:cNvSpPr/>
          <p:nvPr/>
        </p:nvSpPr>
        <p:spPr>
          <a:xfrm>
            <a:off x="1360917" y="27458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" name="r0_o01362"/>
          <p:cNvSpPr/>
          <p:nvPr/>
        </p:nvSpPr>
        <p:spPr>
          <a:xfrm>
            <a:off x="1389486" y="277240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" name="r0_o01363"/>
          <p:cNvSpPr/>
          <p:nvPr/>
        </p:nvSpPr>
        <p:spPr>
          <a:xfrm>
            <a:off x="1394710" y="277707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" name="r0_o01364"/>
          <p:cNvSpPr/>
          <p:nvPr/>
        </p:nvSpPr>
        <p:spPr>
          <a:xfrm>
            <a:off x="1394710" y="277707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" name="r0_o01365"/>
          <p:cNvSpPr/>
          <p:nvPr/>
        </p:nvSpPr>
        <p:spPr>
          <a:xfrm>
            <a:off x="1193029" y="275384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" name="r0_o01366"/>
          <p:cNvSpPr/>
          <p:nvPr/>
        </p:nvSpPr>
        <p:spPr>
          <a:xfrm>
            <a:off x="1201192" y="27611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" name="r0_o01367"/>
          <p:cNvSpPr/>
          <p:nvPr/>
        </p:nvSpPr>
        <p:spPr>
          <a:xfrm>
            <a:off x="1201192" y="27611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" name="r0_o01368"/>
          <p:cNvSpPr/>
          <p:nvPr/>
        </p:nvSpPr>
        <p:spPr>
          <a:xfrm>
            <a:off x="1229761" y="278766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" name="r0_o01369"/>
          <p:cNvSpPr/>
          <p:nvPr/>
        </p:nvSpPr>
        <p:spPr>
          <a:xfrm>
            <a:off x="1234985" y="279232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" name="r0_o01370"/>
          <p:cNvSpPr/>
          <p:nvPr/>
        </p:nvSpPr>
        <p:spPr>
          <a:xfrm>
            <a:off x="1234985" y="279232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3" name="r0_o01371"/>
          <p:cNvSpPr/>
          <p:nvPr/>
        </p:nvSpPr>
        <p:spPr>
          <a:xfrm>
            <a:off x="1113166" y="27614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4" name="r0_o01372"/>
          <p:cNvSpPr/>
          <p:nvPr/>
        </p:nvSpPr>
        <p:spPr>
          <a:xfrm>
            <a:off x="1121329" y="27687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5" name="r0_o01373"/>
          <p:cNvSpPr/>
          <p:nvPr/>
        </p:nvSpPr>
        <p:spPr>
          <a:xfrm>
            <a:off x="1121329" y="27687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6" name="r0_o01374"/>
          <p:cNvSpPr/>
          <p:nvPr/>
        </p:nvSpPr>
        <p:spPr>
          <a:xfrm>
            <a:off x="1149898" y="279528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7" name="r0_o01375"/>
          <p:cNvSpPr/>
          <p:nvPr/>
        </p:nvSpPr>
        <p:spPr>
          <a:xfrm>
            <a:off x="1155122" y="279995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8" name="r0_o01376"/>
          <p:cNvSpPr/>
          <p:nvPr/>
        </p:nvSpPr>
        <p:spPr>
          <a:xfrm>
            <a:off x="1155122" y="279995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9" name="r0_o01377"/>
          <p:cNvSpPr/>
          <p:nvPr/>
        </p:nvSpPr>
        <p:spPr>
          <a:xfrm flipV="1">
            <a:off x="719886" y="206097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" name="r0_o01378"/>
          <p:cNvSpPr/>
          <p:nvPr/>
        </p:nvSpPr>
        <p:spPr>
          <a:xfrm flipV="1">
            <a:off x="2142999" y="239110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" name="r0_o01379"/>
          <p:cNvSpPr/>
          <p:nvPr/>
        </p:nvSpPr>
        <p:spPr>
          <a:xfrm flipH="1" flipV="1">
            <a:off x="1945747" y="233990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" name="r0_o01380"/>
          <p:cNvSpPr/>
          <p:nvPr/>
        </p:nvSpPr>
        <p:spPr>
          <a:xfrm flipH="1" flipV="1">
            <a:off x="1424234" y="246737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3" name="r0_o01381"/>
          <p:cNvSpPr/>
          <p:nvPr/>
        </p:nvSpPr>
        <p:spPr>
          <a:xfrm>
            <a:off x="672750" y="230613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4" name="r0_o01382"/>
          <p:cNvSpPr/>
          <p:nvPr/>
        </p:nvSpPr>
        <p:spPr>
          <a:xfrm>
            <a:off x="1955355" y="202828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5" name="r0_o01383"/>
          <p:cNvSpPr/>
          <p:nvPr/>
        </p:nvSpPr>
        <p:spPr>
          <a:xfrm>
            <a:off x="1391516" y="223748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6" name="r0_o01384"/>
          <p:cNvSpPr/>
          <p:nvPr/>
        </p:nvSpPr>
        <p:spPr>
          <a:xfrm>
            <a:off x="1194254" y="2178645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7" name="r0_o01385"/>
          <p:cNvSpPr/>
          <p:nvPr/>
        </p:nvSpPr>
        <p:spPr>
          <a:xfrm>
            <a:off x="1588768" y="229632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8" name="r0_o01386"/>
          <p:cNvSpPr/>
          <p:nvPr/>
        </p:nvSpPr>
        <p:spPr>
          <a:xfrm>
            <a:off x="1983274" y="2413990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9" name="r0_o01387"/>
          <p:cNvSpPr/>
          <p:nvPr/>
        </p:nvSpPr>
        <p:spPr>
          <a:xfrm flipV="1">
            <a:off x="1945747" y="233227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0" name="r0_o01388"/>
          <p:cNvSpPr/>
          <p:nvPr/>
        </p:nvSpPr>
        <p:spPr>
          <a:xfrm flipH="1" flipV="1">
            <a:off x="1438652" y="199996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1" name="r0_o01389"/>
          <p:cNvSpPr/>
          <p:nvPr/>
        </p:nvSpPr>
        <p:spPr>
          <a:xfrm flipH="1" flipV="1">
            <a:off x="1790830" y="219935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2" name="r0_o01390"/>
          <p:cNvSpPr/>
          <p:nvPr/>
        </p:nvSpPr>
        <p:spPr>
          <a:xfrm flipV="1">
            <a:off x="677550" y="214269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3" name="r0_o01391"/>
          <p:cNvSpPr/>
          <p:nvPr/>
        </p:nvSpPr>
        <p:spPr>
          <a:xfrm>
            <a:off x="1067256" y="242379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4" name="r0_o01392"/>
          <p:cNvSpPr/>
          <p:nvPr/>
        </p:nvSpPr>
        <p:spPr>
          <a:xfrm flipV="1">
            <a:off x="1156727" y="209693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5" name="r0_o01393"/>
          <p:cNvSpPr/>
          <p:nvPr/>
        </p:nvSpPr>
        <p:spPr>
          <a:xfrm flipH="1" flipV="1">
            <a:off x="959475" y="204572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6" name="r0_o01394"/>
          <p:cNvSpPr/>
          <p:nvPr/>
        </p:nvSpPr>
        <p:spPr>
          <a:xfrm>
            <a:off x="1715767" y="205116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7" name="r0_o01395"/>
          <p:cNvSpPr/>
          <p:nvPr/>
        </p:nvSpPr>
        <p:spPr>
          <a:xfrm flipV="1">
            <a:off x="917139" y="211981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8" name="r0_o01396"/>
          <p:cNvSpPr/>
          <p:nvPr/>
        </p:nvSpPr>
        <p:spPr>
          <a:xfrm flipH="1" flipV="1">
            <a:off x="2312334" y="207186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99" name="r0_o01397"/>
          <p:cNvSpPr/>
          <p:nvPr/>
        </p:nvSpPr>
        <p:spPr>
          <a:xfrm>
            <a:off x="1631104" y="221460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0" name="r0_o01398"/>
          <p:cNvSpPr/>
          <p:nvPr/>
        </p:nvSpPr>
        <p:spPr>
          <a:xfrm flipH="1" flipV="1">
            <a:off x="635214" y="2232034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1" name="r0_o01399"/>
          <p:cNvSpPr/>
          <p:nvPr/>
        </p:nvSpPr>
        <p:spPr>
          <a:xfrm flipH="1" flipV="1">
            <a:off x="1353980" y="2163391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2" name="r0_o01400"/>
          <p:cNvSpPr/>
          <p:nvPr/>
        </p:nvSpPr>
        <p:spPr>
          <a:xfrm flipH="1" flipV="1">
            <a:off x="1663822" y="244449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3" name="r0_o01401"/>
          <p:cNvSpPr/>
          <p:nvPr/>
        </p:nvSpPr>
        <p:spPr>
          <a:xfrm flipH="1" flipV="1">
            <a:off x="2467259" y="221242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4" name="r0_o01402"/>
          <p:cNvSpPr/>
          <p:nvPr/>
        </p:nvSpPr>
        <p:spPr>
          <a:xfrm flipV="1">
            <a:off x="1593568" y="213288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5" name="r0_o01403"/>
          <p:cNvSpPr/>
          <p:nvPr/>
        </p:nvSpPr>
        <p:spPr>
          <a:xfrm>
            <a:off x="2222862" y="2391109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6" name="r0_o01404"/>
          <p:cNvSpPr/>
          <p:nvPr/>
        </p:nvSpPr>
        <p:spPr>
          <a:xfrm flipV="1">
            <a:off x="1748494" y="227344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7" name="r0_o01405"/>
          <p:cNvSpPr/>
          <p:nvPr/>
        </p:nvSpPr>
        <p:spPr>
          <a:xfrm>
            <a:off x="2110281" y="216884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8" name="r0_o01406"/>
          <p:cNvSpPr/>
          <p:nvPr/>
        </p:nvSpPr>
        <p:spPr>
          <a:xfrm flipV="1">
            <a:off x="1678240" y="196945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09" name="r0_o01407"/>
          <p:cNvSpPr/>
          <p:nvPr/>
        </p:nvSpPr>
        <p:spPr>
          <a:xfrm flipV="1">
            <a:off x="1396316" y="207404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0" name="r0_o01408"/>
          <p:cNvSpPr/>
          <p:nvPr/>
        </p:nvSpPr>
        <p:spPr>
          <a:xfrm flipV="1">
            <a:off x="1790830" y="219172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1" name="r0_o01409"/>
          <p:cNvSpPr/>
          <p:nvPr/>
        </p:nvSpPr>
        <p:spPr>
          <a:xfrm flipV="1">
            <a:off x="1184645" y="248263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2" name="r0_o01410"/>
          <p:cNvSpPr/>
          <p:nvPr/>
        </p:nvSpPr>
        <p:spPr>
          <a:xfrm>
            <a:off x="1151927" y="226036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3" name="r0_o01411"/>
          <p:cNvSpPr/>
          <p:nvPr/>
        </p:nvSpPr>
        <p:spPr>
          <a:xfrm>
            <a:off x="2307534" y="222767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" name="r0_o01412"/>
          <p:cNvSpPr/>
          <p:nvPr/>
        </p:nvSpPr>
        <p:spPr>
          <a:xfrm>
            <a:off x="1349180" y="231920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" name="r0_o01413"/>
          <p:cNvSpPr/>
          <p:nvPr/>
        </p:nvSpPr>
        <p:spPr>
          <a:xfrm flipV="1">
            <a:off x="1466570" y="237803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" name="r0_o01414"/>
          <p:cNvSpPr/>
          <p:nvPr/>
        </p:nvSpPr>
        <p:spPr>
          <a:xfrm flipH="1" flipV="1">
            <a:off x="1226981" y="240854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" name="r0_o01415"/>
          <p:cNvSpPr/>
          <p:nvPr/>
        </p:nvSpPr>
        <p:spPr>
          <a:xfrm flipV="1">
            <a:off x="1269317" y="231920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" name="r0_o01416"/>
          <p:cNvSpPr/>
          <p:nvPr/>
        </p:nvSpPr>
        <p:spPr>
          <a:xfrm>
            <a:off x="715077" y="2224407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" name="r0_o01417"/>
          <p:cNvSpPr/>
          <p:nvPr/>
        </p:nvSpPr>
        <p:spPr>
          <a:xfrm>
            <a:off x="1264508" y="248263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" name="r0_o01418"/>
          <p:cNvSpPr/>
          <p:nvPr/>
        </p:nvSpPr>
        <p:spPr>
          <a:xfrm flipH="1" flipV="1">
            <a:off x="1593568" y="214051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" name="r0_o01419"/>
          <p:cNvSpPr/>
          <p:nvPr/>
        </p:nvSpPr>
        <p:spPr>
          <a:xfrm flipV="1">
            <a:off x="2115081" y="200540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" name="r0_o01420"/>
          <p:cNvSpPr/>
          <p:nvPr/>
        </p:nvSpPr>
        <p:spPr>
          <a:xfrm flipH="1" flipV="1">
            <a:off x="1875493" y="203591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" name="r0_o01421"/>
          <p:cNvSpPr/>
          <p:nvPr/>
        </p:nvSpPr>
        <p:spPr>
          <a:xfrm flipH="1" flipV="1">
            <a:off x="2072745" y="209474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4" name="r0_o01422"/>
          <p:cNvSpPr/>
          <p:nvPr/>
        </p:nvSpPr>
        <p:spPr>
          <a:xfrm>
            <a:off x="2152608" y="208712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5" name="r0_o01423"/>
          <p:cNvSpPr/>
          <p:nvPr/>
        </p:nvSpPr>
        <p:spPr>
          <a:xfrm flipH="1" flipV="1">
            <a:off x="1114391" y="2186272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6" name="r0_o01424"/>
          <p:cNvSpPr/>
          <p:nvPr/>
        </p:nvSpPr>
        <p:spPr>
          <a:xfrm>
            <a:off x="799749" y="206097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7" name="r0_o01425"/>
          <p:cNvSpPr/>
          <p:nvPr/>
        </p:nvSpPr>
        <p:spPr>
          <a:xfrm>
            <a:off x="2504786" y="228651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8" name="r0_o01426"/>
          <p:cNvSpPr/>
          <p:nvPr/>
        </p:nvSpPr>
        <p:spPr>
          <a:xfrm flipV="1">
            <a:off x="1438652" y="199233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9" name="r0_o01427"/>
          <p:cNvSpPr/>
          <p:nvPr/>
        </p:nvSpPr>
        <p:spPr>
          <a:xfrm flipV="1">
            <a:off x="2185335" y="230939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0" name="r0_o01428"/>
          <p:cNvSpPr/>
          <p:nvPr/>
        </p:nvSpPr>
        <p:spPr>
          <a:xfrm>
            <a:off x="1997691" y="194657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1" name="r0_o01429"/>
          <p:cNvSpPr/>
          <p:nvPr/>
        </p:nvSpPr>
        <p:spPr>
          <a:xfrm flipV="1">
            <a:off x="480298" y="208385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2" name="r0_o01430"/>
          <p:cNvSpPr/>
          <p:nvPr/>
        </p:nvSpPr>
        <p:spPr>
          <a:xfrm flipV="1">
            <a:off x="1142318" y="256435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3" name="r0_o01431"/>
          <p:cNvSpPr/>
          <p:nvPr/>
        </p:nvSpPr>
        <p:spPr>
          <a:xfrm>
            <a:off x="912339" y="228324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4" name="r0_o01432"/>
          <p:cNvSpPr/>
          <p:nvPr/>
        </p:nvSpPr>
        <p:spPr>
          <a:xfrm>
            <a:off x="757413" y="214269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5" name="r0_o01433"/>
          <p:cNvSpPr/>
          <p:nvPr/>
        </p:nvSpPr>
        <p:spPr>
          <a:xfrm>
            <a:off x="954666" y="2201526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6" name="r0_o01434"/>
          <p:cNvSpPr/>
          <p:nvPr/>
        </p:nvSpPr>
        <p:spPr>
          <a:xfrm flipV="1">
            <a:off x="1199063" y="201521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7" name="r0_o01435"/>
          <p:cNvSpPr/>
          <p:nvPr/>
        </p:nvSpPr>
        <p:spPr>
          <a:xfrm flipH="1" flipV="1">
            <a:off x="2142999" y="2398736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8" name="r0_o01436"/>
          <p:cNvSpPr/>
          <p:nvPr/>
        </p:nvSpPr>
        <p:spPr>
          <a:xfrm flipH="1" flipV="1">
            <a:off x="832476" y="229087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39" name="r0_o01437"/>
          <p:cNvSpPr/>
          <p:nvPr/>
        </p:nvSpPr>
        <p:spPr>
          <a:xfrm>
            <a:off x="1518514" y="199233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0" name="r0_o01438"/>
          <p:cNvSpPr/>
          <p:nvPr/>
        </p:nvSpPr>
        <p:spPr>
          <a:xfrm flipV="1">
            <a:off x="2579849" y="242707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1" name="r0_o01439"/>
          <p:cNvSpPr/>
          <p:nvPr/>
        </p:nvSpPr>
        <p:spPr>
          <a:xfrm flipH="1" flipV="1">
            <a:off x="2622176" y="2352974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2" name="r0_o01440"/>
          <p:cNvSpPr/>
          <p:nvPr/>
        </p:nvSpPr>
        <p:spPr>
          <a:xfrm>
            <a:off x="1913020" y="211000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3" name="r0_o01441"/>
          <p:cNvSpPr/>
          <p:nvPr/>
        </p:nvSpPr>
        <p:spPr>
          <a:xfrm flipV="1">
            <a:off x="790140" y="236496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4" name="r0_o01442"/>
          <p:cNvSpPr/>
          <p:nvPr/>
        </p:nvSpPr>
        <p:spPr>
          <a:xfrm flipH="1" flipV="1">
            <a:off x="1311653" y="224511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5" name="r0_o01443"/>
          <p:cNvSpPr/>
          <p:nvPr/>
        </p:nvSpPr>
        <p:spPr>
          <a:xfrm flipV="1">
            <a:off x="959475" y="203809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6" name="r0_o01444"/>
          <p:cNvSpPr/>
          <p:nvPr/>
        </p:nvSpPr>
        <p:spPr>
          <a:xfrm flipH="1" flipV="1">
            <a:off x="1396316" y="208167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7" name="r0_o01445"/>
          <p:cNvSpPr/>
          <p:nvPr/>
        </p:nvSpPr>
        <p:spPr>
          <a:xfrm flipV="1">
            <a:off x="832476" y="228324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8" name="r0_o01446"/>
          <p:cNvSpPr/>
          <p:nvPr/>
        </p:nvSpPr>
        <p:spPr>
          <a:xfrm flipV="1">
            <a:off x="1072064" y="226036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49" name="r0_o01447"/>
          <p:cNvSpPr/>
          <p:nvPr/>
        </p:nvSpPr>
        <p:spPr>
          <a:xfrm flipV="1">
            <a:off x="1381907" y="254147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0" name="r0_o01448"/>
          <p:cNvSpPr/>
          <p:nvPr/>
        </p:nvSpPr>
        <p:spPr>
          <a:xfrm flipH="1" flipV="1">
            <a:off x="1748494" y="228106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1" name="r0_o01449"/>
          <p:cNvSpPr/>
          <p:nvPr/>
        </p:nvSpPr>
        <p:spPr>
          <a:xfrm>
            <a:off x="2265198" y="230939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2" name="r0_o01450"/>
          <p:cNvSpPr/>
          <p:nvPr/>
        </p:nvSpPr>
        <p:spPr>
          <a:xfrm flipV="1">
            <a:off x="1353980" y="215576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3" name="r0_o01451"/>
          <p:cNvSpPr/>
          <p:nvPr/>
        </p:nvSpPr>
        <p:spPr>
          <a:xfrm flipH="1" flipV="1">
            <a:off x="1678240" y="197708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4" name="r0_o01452"/>
          <p:cNvSpPr/>
          <p:nvPr/>
        </p:nvSpPr>
        <p:spPr>
          <a:xfrm>
            <a:off x="1786021" y="235515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" name="r0_o01453"/>
          <p:cNvSpPr/>
          <p:nvPr/>
        </p:nvSpPr>
        <p:spPr>
          <a:xfrm flipV="1">
            <a:off x="1114391" y="217864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" name="r0_o01454"/>
          <p:cNvSpPr/>
          <p:nvPr/>
        </p:nvSpPr>
        <p:spPr>
          <a:xfrm flipV="1">
            <a:off x="1861084" y="249571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" name="r0_o01455"/>
          <p:cNvSpPr/>
          <p:nvPr/>
        </p:nvSpPr>
        <p:spPr>
          <a:xfrm flipH="1" flipV="1">
            <a:off x="480298" y="209148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" name="r0_o01456"/>
          <p:cNvSpPr/>
          <p:nvPr/>
        </p:nvSpPr>
        <p:spPr>
          <a:xfrm>
            <a:off x="1278926" y="201521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" name="r0_o01457"/>
          <p:cNvSpPr/>
          <p:nvPr/>
        </p:nvSpPr>
        <p:spPr>
          <a:xfrm flipH="1" flipV="1">
            <a:off x="1551241" y="222223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" name="r0_o01458"/>
          <p:cNvSpPr/>
          <p:nvPr/>
        </p:nvSpPr>
        <p:spPr>
          <a:xfrm flipH="1" flipV="1">
            <a:off x="1072064" y="226799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" name="r0_o01459"/>
          <p:cNvSpPr/>
          <p:nvPr/>
        </p:nvSpPr>
        <p:spPr>
          <a:xfrm flipH="1" flipV="1">
            <a:off x="1269317" y="232682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" name="r0_o01460"/>
          <p:cNvSpPr/>
          <p:nvPr/>
        </p:nvSpPr>
        <p:spPr>
          <a:xfrm flipH="1" flipV="1">
            <a:off x="2382588" y="2375855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" name="r0_o01461"/>
          <p:cNvSpPr/>
          <p:nvPr/>
        </p:nvSpPr>
        <p:spPr>
          <a:xfrm>
            <a:off x="1758103" y="196945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" name="r0_o01462"/>
          <p:cNvSpPr/>
          <p:nvPr/>
        </p:nvSpPr>
        <p:spPr>
          <a:xfrm>
            <a:off x="1236590" y="209693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" name="r0_o01463"/>
          <p:cNvSpPr/>
          <p:nvPr/>
        </p:nvSpPr>
        <p:spPr>
          <a:xfrm>
            <a:off x="1433843" y="215576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" name="r0_o01464"/>
          <p:cNvSpPr/>
          <p:nvPr/>
        </p:nvSpPr>
        <p:spPr>
          <a:xfrm>
            <a:off x="1306844" y="240091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" name="r0_o01465"/>
          <p:cNvSpPr/>
          <p:nvPr/>
        </p:nvSpPr>
        <p:spPr>
          <a:xfrm>
            <a:off x="1109591" y="234208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8" name="r0_o01466"/>
          <p:cNvSpPr/>
          <p:nvPr/>
        </p:nvSpPr>
        <p:spPr>
          <a:xfrm flipV="1">
            <a:off x="1903411" y="241399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9" name="r0_o01467"/>
          <p:cNvSpPr/>
          <p:nvPr/>
        </p:nvSpPr>
        <p:spPr>
          <a:xfrm flipV="1">
            <a:off x="1635904" y="205116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0" name="r0_o01468"/>
          <p:cNvSpPr/>
          <p:nvPr/>
        </p:nvSpPr>
        <p:spPr>
          <a:xfrm flipV="1">
            <a:off x="1551241" y="221460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1" name="r0_o01469"/>
          <p:cNvSpPr/>
          <p:nvPr/>
        </p:nvSpPr>
        <p:spPr>
          <a:xfrm>
            <a:off x="1870693" y="219172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2" name="r0_o01470"/>
          <p:cNvSpPr/>
          <p:nvPr/>
        </p:nvSpPr>
        <p:spPr>
          <a:xfrm flipV="1">
            <a:off x="2227671" y="222767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3" name="r0_o01471"/>
          <p:cNvSpPr/>
          <p:nvPr/>
        </p:nvSpPr>
        <p:spPr>
          <a:xfrm flipV="1">
            <a:off x="987393" y="242379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4" name="r0_o01472"/>
          <p:cNvSpPr/>
          <p:nvPr/>
        </p:nvSpPr>
        <p:spPr>
          <a:xfrm flipH="1" flipV="1">
            <a:off x="987393" y="243142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5" name="r0_o01473"/>
          <p:cNvSpPr/>
          <p:nvPr/>
        </p:nvSpPr>
        <p:spPr>
          <a:xfrm>
            <a:off x="2067945" y="225056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6" name="r0_o01474"/>
          <p:cNvSpPr/>
          <p:nvPr/>
        </p:nvSpPr>
        <p:spPr>
          <a:xfrm flipV="1">
            <a:off x="945057" y="250551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7" name="r0_o01475"/>
          <p:cNvSpPr/>
          <p:nvPr/>
        </p:nvSpPr>
        <p:spPr>
          <a:xfrm flipV="1">
            <a:off x="1988083" y="225056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8" name="r0_o01476"/>
          <p:cNvSpPr/>
          <p:nvPr/>
        </p:nvSpPr>
        <p:spPr>
          <a:xfrm>
            <a:off x="1024920" y="250551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79" name="r0_o01477"/>
          <p:cNvSpPr/>
          <p:nvPr/>
        </p:nvSpPr>
        <p:spPr>
          <a:xfrm>
            <a:off x="2349870" y="214596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0" name="r0_o01478"/>
          <p:cNvSpPr/>
          <p:nvPr/>
        </p:nvSpPr>
        <p:spPr>
          <a:xfrm flipH="1" flipV="1">
            <a:off x="1635904" y="205879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1" name="r0_o01479"/>
          <p:cNvSpPr/>
          <p:nvPr/>
        </p:nvSpPr>
        <p:spPr>
          <a:xfrm flipV="1">
            <a:off x="2072745" y="208712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2" name="r0_o01480"/>
          <p:cNvSpPr/>
          <p:nvPr/>
        </p:nvSpPr>
        <p:spPr>
          <a:xfrm>
            <a:off x="1828357" y="227344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3" name="r0_o01481"/>
          <p:cNvSpPr/>
          <p:nvPr/>
        </p:nvSpPr>
        <p:spPr>
          <a:xfrm flipV="1">
            <a:off x="1424234" y="245975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4" name="r0_o01482"/>
          <p:cNvSpPr/>
          <p:nvPr/>
        </p:nvSpPr>
        <p:spPr>
          <a:xfrm flipH="1" flipV="1">
            <a:off x="2424924" y="229414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5" name="r0_o01483"/>
          <p:cNvSpPr/>
          <p:nvPr/>
        </p:nvSpPr>
        <p:spPr>
          <a:xfrm flipV="1">
            <a:off x="1833157" y="211000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6" name="r0_o01484"/>
          <p:cNvSpPr/>
          <p:nvPr/>
        </p:nvSpPr>
        <p:spPr>
          <a:xfrm flipH="1" flipV="1">
            <a:off x="1466570" y="238566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7" name="r0_o01485"/>
          <p:cNvSpPr/>
          <p:nvPr/>
        </p:nvSpPr>
        <p:spPr>
          <a:xfrm flipV="1">
            <a:off x="1663822" y="243687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8" name="r0_o01486"/>
          <p:cNvSpPr/>
          <p:nvPr/>
        </p:nvSpPr>
        <p:spPr>
          <a:xfrm flipH="1" flipV="1">
            <a:off x="1508906" y="230394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89" name="r0_o01487"/>
          <p:cNvSpPr/>
          <p:nvPr/>
        </p:nvSpPr>
        <p:spPr>
          <a:xfrm>
            <a:off x="827667" y="244667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0" name="r0_o01488"/>
          <p:cNvSpPr/>
          <p:nvPr/>
        </p:nvSpPr>
        <p:spPr>
          <a:xfrm>
            <a:off x="2462451" y="2368228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1" name="r0_o01489"/>
          <p:cNvSpPr/>
          <p:nvPr/>
        </p:nvSpPr>
        <p:spPr>
          <a:xfrm>
            <a:off x="1546433" y="237803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2" name="r0_o01490"/>
          <p:cNvSpPr/>
          <p:nvPr/>
        </p:nvSpPr>
        <p:spPr>
          <a:xfrm>
            <a:off x="1504097" y="245975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3" name="r0_o01491"/>
          <p:cNvSpPr/>
          <p:nvPr/>
        </p:nvSpPr>
        <p:spPr>
          <a:xfrm flipH="1" flipV="1">
            <a:off x="2270007" y="215359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4" name="r0_o01492"/>
          <p:cNvSpPr/>
          <p:nvPr/>
        </p:nvSpPr>
        <p:spPr>
          <a:xfrm flipH="1" flipV="1">
            <a:off x="1833157" y="211762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5" name="r0_o01493"/>
          <p:cNvSpPr/>
          <p:nvPr/>
        </p:nvSpPr>
        <p:spPr>
          <a:xfrm>
            <a:off x="1673431" y="213288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6" name="r0_o01494"/>
          <p:cNvSpPr/>
          <p:nvPr/>
        </p:nvSpPr>
        <p:spPr>
          <a:xfrm flipH="1" flipV="1">
            <a:off x="719886" y="206860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7" name="r0_o01495"/>
          <p:cNvSpPr/>
          <p:nvPr/>
        </p:nvSpPr>
        <p:spPr>
          <a:xfrm flipH="1" flipV="1">
            <a:off x="2227671" y="223530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8" name="r0_o01496"/>
          <p:cNvSpPr/>
          <p:nvPr/>
        </p:nvSpPr>
        <p:spPr>
          <a:xfrm>
            <a:off x="560160" y="208385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99" name="r0_o01497"/>
          <p:cNvSpPr/>
          <p:nvPr/>
        </p:nvSpPr>
        <p:spPr>
          <a:xfrm>
            <a:off x="1476179" y="207404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0" name="r0_o01498"/>
          <p:cNvSpPr/>
          <p:nvPr/>
        </p:nvSpPr>
        <p:spPr>
          <a:xfrm flipV="1">
            <a:off x="2270007" y="214596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1" name="r0_o01499"/>
          <p:cNvSpPr/>
          <p:nvPr/>
        </p:nvSpPr>
        <p:spPr>
          <a:xfrm>
            <a:off x="1039337" y="203809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2" name="r0_o01500"/>
          <p:cNvSpPr/>
          <p:nvPr/>
        </p:nvSpPr>
        <p:spPr>
          <a:xfrm flipH="1" flipV="1">
            <a:off x="917139" y="212743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3" name="r0_o01501"/>
          <p:cNvSpPr/>
          <p:nvPr/>
        </p:nvSpPr>
        <p:spPr>
          <a:xfrm flipV="1">
            <a:off x="1621495" y="251859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4" name="r0_o01502"/>
          <p:cNvSpPr/>
          <p:nvPr/>
        </p:nvSpPr>
        <p:spPr>
          <a:xfrm flipH="1" flipV="1">
            <a:off x="2030418" y="217647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5" name="r0_o01503"/>
          <p:cNvSpPr/>
          <p:nvPr/>
        </p:nvSpPr>
        <p:spPr>
          <a:xfrm flipH="1" flipV="1">
            <a:off x="2115081" y="201303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6" name="r0_o01504"/>
          <p:cNvSpPr/>
          <p:nvPr/>
        </p:nvSpPr>
        <p:spPr>
          <a:xfrm>
            <a:off x="997002" y="211981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7" name="r0_o01505"/>
          <p:cNvSpPr/>
          <p:nvPr/>
        </p:nvSpPr>
        <p:spPr>
          <a:xfrm flipV="1">
            <a:off x="1508906" y="229632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8" name="r0_o01506"/>
          <p:cNvSpPr/>
          <p:nvPr/>
        </p:nvSpPr>
        <p:spPr>
          <a:xfrm flipH="1" flipV="1">
            <a:off x="1917829" y="195419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" name="r0_o01507"/>
          <p:cNvSpPr/>
          <p:nvPr/>
        </p:nvSpPr>
        <p:spPr>
          <a:xfrm flipV="1">
            <a:off x="1311653" y="223748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" name="r0_o01508"/>
          <p:cNvSpPr/>
          <p:nvPr/>
        </p:nvSpPr>
        <p:spPr>
          <a:xfrm flipV="1">
            <a:off x="874803" y="220152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" name="r0_o01509"/>
          <p:cNvSpPr/>
          <p:nvPr/>
        </p:nvSpPr>
        <p:spPr>
          <a:xfrm flipH="1" flipV="1">
            <a:off x="1184645" y="249026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" name="r0_o01510"/>
          <p:cNvSpPr/>
          <p:nvPr/>
        </p:nvSpPr>
        <p:spPr>
          <a:xfrm flipH="1" flipV="1">
            <a:off x="1706158" y="236278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" name="r0_o01511"/>
          <p:cNvSpPr/>
          <p:nvPr/>
        </p:nvSpPr>
        <p:spPr>
          <a:xfrm flipV="1">
            <a:off x="1875493" y="202828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" name="r0_o01512"/>
          <p:cNvSpPr/>
          <p:nvPr/>
        </p:nvSpPr>
        <p:spPr>
          <a:xfrm flipV="1">
            <a:off x="2100672" y="247283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" name="r0_o01513"/>
          <p:cNvSpPr/>
          <p:nvPr/>
        </p:nvSpPr>
        <p:spPr>
          <a:xfrm flipV="1">
            <a:off x="2424924" y="228651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" name="r0_o01514"/>
          <p:cNvSpPr/>
          <p:nvPr/>
        </p:nvSpPr>
        <p:spPr>
          <a:xfrm flipH="1" flipV="1">
            <a:off x="1199063" y="202284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" name="r0_o01515"/>
          <p:cNvSpPr/>
          <p:nvPr/>
        </p:nvSpPr>
        <p:spPr>
          <a:xfrm flipH="1" flipV="1">
            <a:off x="1988083" y="225818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" name="r0_o01516"/>
          <p:cNvSpPr/>
          <p:nvPr/>
        </p:nvSpPr>
        <p:spPr>
          <a:xfrm>
            <a:off x="1743685" y="243687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" name="r0_o01517"/>
          <p:cNvSpPr/>
          <p:nvPr/>
        </p:nvSpPr>
        <p:spPr>
          <a:xfrm flipH="1" flipV="1">
            <a:off x="677550" y="215031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" name="r0_o01518"/>
          <p:cNvSpPr/>
          <p:nvPr/>
        </p:nvSpPr>
        <p:spPr>
          <a:xfrm flipV="1">
            <a:off x="1917829" y="194657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" name="r0_o01519"/>
          <p:cNvSpPr/>
          <p:nvPr/>
        </p:nvSpPr>
        <p:spPr>
          <a:xfrm>
            <a:off x="2194944" y="200540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2" name="r0_o01520"/>
          <p:cNvSpPr/>
          <p:nvPr/>
        </p:nvSpPr>
        <p:spPr>
          <a:xfrm>
            <a:off x="2025609" y="233227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3" name="r0_o01521"/>
          <p:cNvSpPr/>
          <p:nvPr/>
        </p:nvSpPr>
        <p:spPr>
          <a:xfrm flipV="1">
            <a:off x="635214" y="222440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4" name="r0_o01522"/>
          <p:cNvSpPr/>
          <p:nvPr/>
        </p:nvSpPr>
        <p:spPr>
          <a:xfrm flipH="1" flipV="1">
            <a:off x="1029729" y="234971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5" name="r0_o01523"/>
          <p:cNvSpPr/>
          <p:nvPr/>
        </p:nvSpPr>
        <p:spPr>
          <a:xfrm>
            <a:off x="517825" y="216557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6" name="r0_o01524"/>
          <p:cNvSpPr/>
          <p:nvPr/>
        </p:nvSpPr>
        <p:spPr>
          <a:xfrm flipV="1">
            <a:off x="1226981" y="240091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7" name="r0_o01525"/>
          <p:cNvSpPr/>
          <p:nvPr/>
        </p:nvSpPr>
        <p:spPr>
          <a:xfrm flipH="1" flipV="1">
            <a:off x="790140" y="237259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8" name="r0_o01526"/>
          <p:cNvSpPr/>
          <p:nvPr/>
        </p:nvSpPr>
        <p:spPr>
          <a:xfrm flipH="1" flipV="1">
            <a:off x="874803" y="2209153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9" name="r0_o01527"/>
          <p:cNvSpPr/>
          <p:nvPr/>
        </p:nvSpPr>
        <p:spPr>
          <a:xfrm flipV="1">
            <a:off x="1706158" y="235515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0" name="r0_o01528"/>
          <p:cNvSpPr/>
          <p:nvPr/>
        </p:nvSpPr>
        <p:spPr>
          <a:xfrm>
            <a:off x="870003" y="236496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1" name="r0_o01529"/>
          <p:cNvSpPr/>
          <p:nvPr/>
        </p:nvSpPr>
        <p:spPr>
          <a:xfrm flipH="1" flipV="1">
            <a:off x="1156727" y="210455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2" name="r0_o01530"/>
          <p:cNvSpPr/>
          <p:nvPr/>
        </p:nvSpPr>
        <p:spPr>
          <a:xfrm flipV="1">
            <a:off x="1029729" y="234208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3" name="r0_o01531"/>
          <p:cNvSpPr/>
          <p:nvPr/>
        </p:nvSpPr>
        <p:spPr>
          <a:xfrm flipV="1">
            <a:off x="2030418" y="216884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4" name="r0_o01532"/>
          <p:cNvSpPr/>
          <p:nvPr/>
        </p:nvSpPr>
        <p:spPr>
          <a:xfrm flipH="1" flipV="1">
            <a:off x="1903411" y="242161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5" name="r0_o01533"/>
          <p:cNvSpPr/>
          <p:nvPr/>
        </p:nvSpPr>
        <p:spPr>
          <a:xfrm flipH="1" flipV="1">
            <a:off x="2185335" y="231702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6" name="r0_o01534"/>
          <p:cNvSpPr/>
          <p:nvPr/>
        </p:nvSpPr>
        <p:spPr>
          <a:xfrm flipV="1">
            <a:off x="2340261" y="244995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7" name="r0_o01535"/>
          <p:cNvSpPr/>
          <p:nvPr/>
        </p:nvSpPr>
        <p:spPr>
          <a:xfrm flipV="1">
            <a:off x="2382588" y="236822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38" name="r0_o01536"/>
          <p:cNvSpPr/>
          <p:nvPr/>
        </p:nvSpPr>
        <p:spPr>
          <a:xfrm>
            <a:off x="1968539" y="191742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" name="r0_o01537"/>
          <p:cNvSpPr/>
          <p:nvPr/>
        </p:nvSpPr>
        <p:spPr>
          <a:xfrm>
            <a:off x="1976702" y="192470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" name="r0_o01538"/>
          <p:cNvSpPr/>
          <p:nvPr/>
        </p:nvSpPr>
        <p:spPr>
          <a:xfrm>
            <a:off x="1976702" y="192470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" name="r0_o01539"/>
          <p:cNvSpPr/>
          <p:nvPr/>
        </p:nvSpPr>
        <p:spPr>
          <a:xfrm>
            <a:off x="2005271" y="195123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" name="r0_o01540"/>
          <p:cNvSpPr/>
          <p:nvPr/>
        </p:nvSpPr>
        <p:spPr>
          <a:xfrm>
            <a:off x="2010495" y="195590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" name="r0_o01541"/>
          <p:cNvSpPr/>
          <p:nvPr/>
        </p:nvSpPr>
        <p:spPr>
          <a:xfrm>
            <a:off x="2010495" y="195590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" name="r0_o01542"/>
          <p:cNvSpPr/>
          <p:nvPr/>
        </p:nvSpPr>
        <p:spPr>
          <a:xfrm>
            <a:off x="1888677" y="19250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" name="r0_o01543"/>
          <p:cNvSpPr/>
          <p:nvPr/>
        </p:nvSpPr>
        <p:spPr>
          <a:xfrm>
            <a:off x="1896839" y="19323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" name="r0_o01544"/>
          <p:cNvSpPr/>
          <p:nvPr/>
        </p:nvSpPr>
        <p:spPr>
          <a:xfrm>
            <a:off x="1896839" y="19323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" name="r0_o01545"/>
          <p:cNvSpPr/>
          <p:nvPr/>
        </p:nvSpPr>
        <p:spPr>
          <a:xfrm>
            <a:off x="1925408" y="195886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" name="r0_o01546"/>
          <p:cNvSpPr/>
          <p:nvPr/>
        </p:nvSpPr>
        <p:spPr>
          <a:xfrm>
            <a:off x="1930632" y="196352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" name="r0_o01547"/>
          <p:cNvSpPr/>
          <p:nvPr/>
        </p:nvSpPr>
        <p:spPr>
          <a:xfrm>
            <a:off x="1930632" y="196352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" name="r0_o01548"/>
          <p:cNvSpPr/>
          <p:nvPr/>
        </p:nvSpPr>
        <p:spPr>
          <a:xfrm>
            <a:off x="1728951" y="19403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" name="r0_o01549"/>
          <p:cNvSpPr/>
          <p:nvPr/>
        </p:nvSpPr>
        <p:spPr>
          <a:xfrm>
            <a:off x="1737113" y="19475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" name="r0_o01550"/>
          <p:cNvSpPr/>
          <p:nvPr/>
        </p:nvSpPr>
        <p:spPr>
          <a:xfrm>
            <a:off x="1737113" y="19475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" name="r0_o01551"/>
          <p:cNvSpPr/>
          <p:nvPr/>
        </p:nvSpPr>
        <p:spPr>
          <a:xfrm>
            <a:off x="1765682" y="197411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" name="r0_o01552"/>
          <p:cNvSpPr/>
          <p:nvPr/>
        </p:nvSpPr>
        <p:spPr>
          <a:xfrm>
            <a:off x="1770906" y="197878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" name="r0_o01553"/>
          <p:cNvSpPr/>
          <p:nvPr/>
        </p:nvSpPr>
        <p:spPr>
          <a:xfrm>
            <a:off x="1770906" y="197878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" name="r0_o01554"/>
          <p:cNvSpPr/>
          <p:nvPr/>
        </p:nvSpPr>
        <p:spPr>
          <a:xfrm>
            <a:off x="1649088" y="19479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" name="r0_o01555"/>
          <p:cNvSpPr/>
          <p:nvPr/>
        </p:nvSpPr>
        <p:spPr>
          <a:xfrm>
            <a:off x="1657251" y="19552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" name="r0_o01556"/>
          <p:cNvSpPr/>
          <p:nvPr/>
        </p:nvSpPr>
        <p:spPr>
          <a:xfrm>
            <a:off x="1657251" y="19552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" name="r0_o01557"/>
          <p:cNvSpPr/>
          <p:nvPr/>
        </p:nvSpPr>
        <p:spPr>
          <a:xfrm>
            <a:off x="1685820" y="198174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" name="r0_o01558"/>
          <p:cNvSpPr/>
          <p:nvPr/>
        </p:nvSpPr>
        <p:spPr>
          <a:xfrm>
            <a:off x="1691044" y="198640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" name="r0_o01559"/>
          <p:cNvSpPr/>
          <p:nvPr/>
        </p:nvSpPr>
        <p:spPr>
          <a:xfrm>
            <a:off x="1691044" y="198640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" name="r0_o01560"/>
          <p:cNvSpPr/>
          <p:nvPr/>
        </p:nvSpPr>
        <p:spPr>
          <a:xfrm>
            <a:off x="1489362" y="19631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" name="r0_o01561"/>
          <p:cNvSpPr/>
          <p:nvPr/>
        </p:nvSpPr>
        <p:spPr>
          <a:xfrm>
            <a:off x="1497525" y="19704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" name="r0_o01562"/>
          <p:cNvSpPr/>
          <p:nvPr/>
        </p:nvSpPr>
        <p:spPr>
          <a:xfrm>
            <a:off x="1497525" y="19704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" name="r0_o01563"/>
          <p:cNvSpPr/>
          <p:nvPr/>
        </p:nvSpPr>
        <p:spPr>
          <a:xfrm>
            <a:off x="1526094" y="199699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" name="r0_o01564"/>
          <p:cNvSpPr/>
          <p:nvPr/>
        </p:nvSpPr>
        <p:spPr>
          <a:xfrm>
            <a:off x="1531318" y="200166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" name="r0_o01565"/>
          <p:cNvSpPr/>
          <p:nvPr/>
        </p:nvSpPr>
        <p:spPr>
          <a:xfrm>
            <a:off x="1531318" y="200166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" name="r0_o01566"/>
          <p:cNvSpPr/>
          <p:nvPr/>
        </p:nvSpPr>
        <p:spPr>
          <a:xfrm>
            <a:off x="1409500" y="197080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" name="r0_o01567"/>
          <p:cNvSpPr/>
          <p:nvPr/>
        </p:nvSpPr>
        <p:spPr>
          <a:xfrm>
            <a:off x="1417662" y="197809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" name="r0_o01568"/>
          <p:cNvSpPr/>
          <p:nvPr/>
        </p:nvSpPr>
        <p:spPr>
          <a:xfrm>
            <a:off x="1417662" y="197809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" name="r0_o01569"/>
          <p:cNvSpPr/>
          <p:nvPr/>
        </p:nvSpPr>
        <p:spPr>
          <a:xfrm>
            <a:off x="1446231" y="200462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" name="r0_o01570"/>
          <p:cNvSpPr/>
          <p:nvPr/>
        </p:nvSpPr>
        <p:spPr>
          <a:xfrm>
            <a:off x="1451455" y="200928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" name="r0_o01571"/>
          <p:cNvSpPr/>
          <p:nvPr/>
        </p:nvSpPr>
        <p:spPr>
          <a:xfrm>
            <a:off x="1451455" y="200928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" name="r0_o01572"/>
          <p:cNvSpPr/>
          <p:nvPr/>
        </p:nvSpPr>
        <p:spPr>
          <a:xfrm>
            <a:off x="2165792" y="197625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" name="r0_o01573"/>
          <p:cNvSpPr/>
          <p:nvPr/>
        </p:nvSpPr>
        <p:spPr>
          <a:xfrm>
            <a:off x="2173955" y="198354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" name="r0_o01574"/>
          <p:cNvSpPr/>
          <p:nvPr/>
        </p:nvSpPr>
        <p:spPr>
          <a:xfrm>
            <a:off x="2173955" y="198354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" name="r0_o01575"/>
          <p:cNvSpPr/>
          <p:nvPr/>
        </p:nvSpPr>
        <p:spPr>
          <a:xfrm>
            <a:off x="2202523" y="201007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" name="r0_o01576"/>
          <p:cNvSpPr/>
          <p:nvPr/>
        </p:nvSpPr>
        <p:spPr>
          <a:xfrm>
            <a:off x="2207748" y="201473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" name="r0_o01577"/>
          <p:cNvSpPr/>
          <p:nvPr/>
        </p:nvSpPr>
        <p:spPr>
          <a:xfrm>
            <a:off x="2207748" y="201473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" name="r0_o01578"/>
          <p:cNvSpPr/>
          <p:nvPr/>
        </p:nvSpPr>
        <p:spPr>
          <a:xfrm>
            <a:off x="2085929" y="198388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1" name="r0_o01579"/>
          <p:cNvSpPr/>
          <p:nvPr/>
        </p:nvSpPr>
        <p:spPr>
          <a:xfrm>
            <a:off x="2094092" y="199116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2" name="r0_o01580"/>
          <p:cNvSpPr/>
          <p:nvPr/>
        </p:nvSpPr>
        <p:spPr>
          <a:xfrm>
            <a:off x="2094092" y="199116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3" name="r0_o01581"/>
          <p:cNvSpPr/>
          <p:nvPr/>
        </p:nvSpPr>
        <p:spPr>
          <a:xfrm>
            <a:off x="1249774" y="198606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4" name="r0_o01582"/>
          <p:cNvSpPr/>
          <p:nvPr/>
        </p:nvSpPr>
        <p:spPr>
          <a:xfrm>
            <a:off x="1257936" y="199335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5" name="r0_o01583"/>
          <p:cNvSpPr/>
          <p:nvPr/>
        </p:nvSpPr>
        <p:spPr>
          <a:xfrm>
            <a:off x="1257936" y="199335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6" name="r0_o01584"/>
          <p:cNvSpPr/>
          <p:nvPr/>
        </p:nvSpPr>
        <p:spPr>
          <a:xfrm>
            <a:off x="1286505" y="201987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7" name="r0_o01585"/>
          <p:cNvSpPr/>
          <p:nvPr/>
        </p:nvSpPr>
        <p:spPr>
          <a:xfrm>
            <a:off x="1291729" y="202454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8" name="r0_o01586"/>
          <p:cNvSpPr/>
          <p:nvPr/>
        </p:nvSpPr>
        <p:spPr>
          <a:xfrm>
            <a:off x="1291729" y="202454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9" name="r0_o01587"/>
          <p:cNvSpPr/>
          <p:nvPr/>
        </p:nvSpPr>
        <p:spPr>
          <a:xfrm>
            <a:off x="1169911" y="199368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0" name="r0_o01588"/>
          <p:cNvSpPr/>
          <p:nvPr/>
        </p:nvSpPr>
        <p:spPr>
          <a:xfrm>
            <a:off x="1178074" y="200097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1" name="r0_o01589"/>
          <p:cNvSpPr/>
          <p:nvPr/>
        </p:nvSpPr>
        <p:spPr>
          <a:xfrm>
            <a:off x="1178074" y="200097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2" name="r0_o01590"/>
          <p:cNvSpPr/>
          <p:nvPr/>
        </p:nvSpPr>
        <p:spPr>
          <a:xfrm>
            <a:off x="1206643" y="202750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3" name="r0_o01591"/>
          <p:cNvSpPr/>
          <p:nvPr/>
        </p:nvSpPr>
        <p:spPr>
          <a:xfrm>
            <a:off x="1211867" y="203217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4" name="r0_o01592"/>
          <p:cNvSpPr/>
          <p:nvPr/>
        </p:nvSpPr>
        <p:spPr>
          <a:xfrm>
            <a:off x="1211867" y="203217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5" name="r0_o01593"/>
          <p:cNvSpPr/>
          <p:nvPr/>
        </p:nvSpPr>
        <p:spPr>
          <a:xfrm>
            <a:off x="1926204" y="199913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6" name="r0_o01594"/>
          <p:cNvSpPr/>
          <p:nvPr/>
        </p:nvSpPr>
        <p:spPr>
          <a:xfrm>
            <a:off x="1934366" y="200642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7" name="r0_o01595"/>
          <p:cNvSpPr/>
          <p:nvPr/>
        </p:nvSpPr>
        <p:spPr>
          <a:xfrm>
            <a:off x="1934366" y="200642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8" name="r0_o01596"/>
          <p:cNvSpPr/>
          <p:nvPr/>
        </p:nvSpPr>
        <p:spPr>
          <a:xfrm>
            <a:off x="1846341" y="200676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9" name="r0_o01597"/>
          <p:cNvSpPr/>
          <p:nvPr/>
        </p:nvSpPr>
        <p:spPr>
          <a:xfrm>
            <a:off x="1854503" y="201405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0" name="r0_o01598"/>
          <p:cNvSpPr/>
          <p:nvPr/>
        </p:nvSpPr>
        <p:spPr>
          <a:xfrm>
            <a:off x="1854503" y="201405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1" name="r0_o01599"/>
          <p:cNvSpPr/>
          <p:nvPr/>
        </p:nvSpPr>
        <p:spPr>
          <a:xfrm>
            <a:off x="1010185" y="200894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2" name="r0_o01600"/>
          <p:cNvSpPr/>
          <p:nvPr/>
        </p:nvSpPr>
        <p:spPr>
          <a:xfrm>
            <a:off x="1018348" y="201623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3" name="r0_o01601"/>
          <p:cNvSpPr/>
          <p:nvPr/>
        </p:nvSpPr>
        <p:spPr>
          <a:xfrm>
            <a:off x="1018348" y="201623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4" name="r0_o01602"/>
          <p:cNvSpPr/>
          <p:nvPr/>
        </p:nvSpPr>
        <p:spPr>
          <a:xfrm>
            <a:off x="1046917" y="204276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5" name="r0_o01603"/>
          <p:cNvSpPr/>
          <p:nvPr/>
        </p:nvSpPr>
        <p:spPr>
          <a:xfrm>
            <a:off x="1052141" y="204742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6" name="r0_o01604"/>
          <p:cNvSpPr/>
          <p:nvPr/>
        </p:nvSpPr>
        <p:spPr>
          <a:xfrm>
            <a:off x="1052141" y="204742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7" name="r0_o01605"/>
          <p:cNvSpPr/>
          <p:nvPr/>
        </p:nvSpPr>
        <p:spPr>
          <a:xfrm>
            <a:off x="930323" y="201657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8" name="r0_o01606"/>
          <p:cNvSpPr/>
          <p:nvPr/>
        </p:nvSpPr>
        <p:spPr>
          <a:xfrm>
            <a:off x="938485" y="202385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9" name="r0_o01607"/>
          <p:cNvSpPr/>
          <p:nvPr/>
        </p:nvSpPr>
        <p:spPr>
          <a:xfrm>
            <a:off x="938485" y="202385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0" name="r0_o01608"/>
          <p:cNvSpPr/>
          <p:nvPr/>
        </p:nvSpPr>
        <p:spPr>
          <a:xfrm>
            <a:off x="967054" y="205038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1" name="r0_o01609"/>
          <p:cNvSpPr/>
          <p:nvPr/>
        </p:nvSpPr>
        <p:spPr>
          <a:xfrm>
            <a:off x="972278" y="205505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2" name="r0_o01610"/>
          <p:cNvSpPr/>
          <p:nvPr/>
        </p:nvSpPr>
        <p:spPr>
          <a:xfrm>
            <a:off x="972278" y="205505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3" name="r0_o01611"/>
          <p:cNvSpPr/>
          <p:nvPr/>
        </p:nvSpPr>
        <p:spPr>
          <a:xfrm>
            <a:off x="1686615" y="202201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4" name="r0_o01612"/>
          <p:cNvSpPr/>
          <p:nvPr/>
        </p:nvSpPr>
        <p:spPr>
          <a:xfrm>
            <a:off x="1694778" y="202930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5" name="r0_o01613"/>
          <p:cNvSpPr/>
          <p:nvPr/>
        </p:nvSpPr>
        <p:spPr>
          <a:xfrm>
            <a:off x="1694778" y="202930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6" name="r0_o01614"/>
          <p:cNvSpPr/>
          <p:nvPr/>
        </p:nvSpPr>
        <p:spPr>
          <a:xfrm>
            <a:off x="1606752" y="202964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7" name="r0_o01615"/>
          <p:cNvSpPr/>
          <p:nvPr/>
        </p:nvSpPr>
        <p:spPr>
          <a:xfrm>
            <a:off x="1614915" y="203693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8" name="r0_o01616"/>
          <p:cNvSpPr/>
          <p:nvPr/>
        </p:nvSpPr>
        <p:spPr>
          <a:xfrm>
            <a:off x="1614915" y="203693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9" name="r0_o01617"/>
          <p:cNvSpPr/>
          <p:nvPr/>
        </p:nvSpPr>
        <p:spPr>
          <a:xfrm>
            <a:off x="770597" y="20318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0" name="r0_o01618"/>
          <p:cNvSpPr/>
          <p:nvPr/>
        </p:nvSpPr>
        <p:spPr>
          <a:xfrm>
            <a:off x="778760" y="20391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1" name="r0_o01619"/>
          <p:cNvSpPr/>
          <p:nvPr/>
        </p:nvSpPr>
        <p:spPr>
          <a:xfrm>
            <a:off x="778760" y="20391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2" name="r0_o01620"/>
          <p:cNvSpPr/>
          <p:nvPr/>
        </p:nvSpPr>
        <p:spPr>
          <a:xfrm>
            <a:off x="807328" y="206564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3" name="r0_o01621"/>
          <p:cNvSpPr/>
          <p:nvPr/>
        </p:nvSpPr>
        <p:spPr>
          <a:xfrm>
            <a:off x="812552" y="207030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4" name="r0_o01622"/>
          <p:cNvSpPr/>
          <p:nvPr/>
        </p:nvSpPr>
        <p:spPr>
          <a:xfrm>
            <a:off x="812552" y="207030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5" name="r0_o01623"/>
          <p:cNvSpPr/>
          <p:nvPr/>
        </p:nvSpPr>
        <p:spPr>
          <a:xfrm>
            <a:off x="690734" y="203945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6" name="r0_o01624"/>
          <p:cNvSpPr/>
          <p:nvPr/>
        </p:nvSpPr>
        <p:spPr>
          <a:xfrm>
            <a:off x="698897" y="204673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7" name="r0_o01625"/>
          <p:cNvSpPr/>
          <p:nvPr/>
        </p:nvSpPr>
        <p:spPr>
          <a:xfrm>
            <a:off x="698897" y="204673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8" name="r0_o01626"/>
          <p:cNvSpPr/>
          <p:nvPr/>
        </p:nvSpPr>
        <p:spPr>
          <a:xfrm>
            <a:off x="727466" y="207326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9" name="r0_o01627"/>
          <p:cNvSpPr/>
          <p:nvPr/>
        </p:nvSpPr>
        <p:spPr>
          <a:xfrm>
            <a:off x="732690" y="207793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0" name="r0_o01628"/>
          <p:cNvSpPr/>
          <p:nvPr/>
        </p:nvSpPr>
        <p:spPr>
          <a:xfrm>
            <a:off x="732690" y="207793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1" name="r0_o01629"/>
          <p:cNvSpPr/>
          <p:nvPr/>
        </p:nvSpPr>
        <p:spPr>
          <a:xfrm>
            <a:off x="2283182" y="204271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2" name="r0_o01630"/>
          <p:cNvSpPr/>
          <p:nvPr/>
        </p:nvSpPr>
        <p:spPr>
          <a:xfrm>
            <a:off x="2291344" y="205000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3" name="r0_o01631"/>
          <p:cNvSpPr/>
          <p:nvPr/>
        </p:nvSpPr>
        <p:spPr>
          <a:xfrm>
            <a:off x="2291344" y="205000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4" name="r0_o01632"/>
          <p:cNvSpPr/>
          <p:nvPr/>
        </p:nvSpPr>
        <p:spPr>
          <a:xfrm>
            <a:off x="2319913" y="207653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5" name="r0_o01633"/>
          <p:cNvSpPr/>
          <p:nvPr/>
        </p:nvSpPr>
        <p:spPr>
          <a:xfrm>
            <a:off x="2325137" y="208119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6" name="r0_o01634"/>
          <p:cNvSpPr/>
          <p:nvPr/>
        </p:nvSpPr>
        <p:spPr>
          <a:xfrm>
            <a:off x="2325137" y="208119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7" name="r0_o01635"/>
          <p:cNvSpPr/>
          <p:nvPr/>
        </p:nvSpPr>
        <p:spPr>
          <a:xfrm>
            <a:off x="1447027" y="204489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8" name="r0_o01636"/>
          <p:cNvSpPr/>
          <p:nvPr/>
        </p:nvSpPr>
        <p:spPr>
          <a:xfrm>
            <a:off x="1455189" y="205218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9" name="r0_o01637"/>
          <p:cNvSpPr/>
          <p:nvPr/>
        </p:nvSpPr>
        <p:spPr>
          <a:xfrm>
            <a:off x="1455189" y="205218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0" name="r0_o01638"/>
          <p:cNvSpPr/>
          <p:nvPr/>
        </p:nvSpPr>
        <p:spPr>
          <a:xfrm>
            <a:off x="1367164" y="20525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1" name="r0_o01639"/>
          <p:cNvSpPr/>
          <p:nvPr/>
        </p:nvSpPr>
        <p:spPr>
          <a:xfrm>
            <a:off x="1375326" y="20598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2" name="r0_o01640"/>
          <p:cNvSpPr/>
          <p:nvPr/>
        </p:nvSpPr>
        <p:spPr>
          <a:xfrm>
            <a:off x="1375326" y="20598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3" name="r0_o01641"/>
          <p:cNvSpPr/>
          <p:nvPr/>
        </p:nvSpPr>
        <p:spPr>
          <a:xfrm>
            <a:off x="531008" y="205470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4" name="r0_o01642"/>
          <p:cNvSpPr/>
          <p:nvPr/>
        </p:nvSpPr>
        <p:spPr>
          <a:xfrm>
            <a:off x="539171" y="206199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5" name="r0_o01643"/>
          <p:cNvSpPr/>
          <p:nvPr/>
        </p:nvSpPr>
        <p:spPr>
          <a:xfrm>
            <a:off x="539171" y="206199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6" name="r0_o01644"/>
          <p:cNvSpPr/>
          <p:nvPr/>
        </p:nvSpPr>
        <p:spPr>
          <a:xfrm>
            <a:off x="567740" y="208852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7" name="r0_o01645"/>
          <p:cNvSpPr/>
          <p:nvPr/>
        </p:nvSpPr>
        <p:spPr>
          <a:xfrm>
            <a:off x="572964" y="209318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8" name="r0_o01646"/>
          <p:cNvSpPr/>
          <p:nvPr/>
        </p:nvSpPr>
        <p:spPr>
          <a:xfrm>
            <a:off x="572964" y="209318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9" name="r0_o01647"/>
          <p:cNvSpPr/>
          <p:nvPr/>
        </p:nvSpPr>
        <p:spPr>
          <a:xfrm>
            <a:off x="2123456" y="205796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0" name="r0_o01648"/>
          <p:cNvSpPr/>
          <p:nvPr/>
        </p:nvSpPr>
        <p:spPr>
          <a:xfrm>
            <a:off x="2131619" y="206525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1" name="r0_o01649"/>
          <p:cNvSpPr/>
          <p:nvPr/>
        </p:nvSpPr>
        <p:spPr>
          <a:xfrm>
            <a:off x="2131619" y="206525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2" name="r0_o01650"/>
          <p:cNvSpPr/>
          <p:nvPr/>
        </p:nvSpPr>
        <p:spPr>
          <a:xfrm>
            <a:off x="451146" y="206233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3" name="r0_o01651"/>
          <p:cNvSpPr/>
          <p:nvPr/>
        </p:nvSpPr>
        <p:spPr>
          <a:xfrm>
            <a:off x="459308" y="206962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4" name="r0_o01652"/>
          <p:cNvSpPr/>
          <p:nvPr/>
        </p:nvSpPr>
        <p:spPr>
          <a:xfrm>
            <a:off x="459308" y="206962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5" name="r0_o01653"/>
          <p:cNvSpPr/>
          <p:nvPr/>
        </p:nvSpPr>
        <p:spPr>
          <a:xfrm>
            <a:off x="487877" y="209614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6" name="r0_o01654"/>
          <p:cNvSpPr/>
          <p:nvPr/>
        </p:nvSpPr>
        <p:spPr>
          <a:xfrm>
            <a:off x="493101" y="210081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7" name="r0_o01655"/>
          <p:cNvSpPr/>
          <p:nvPr/>
        </p:nvSpPr>
        <p:spPr>
          <a:xfrm>
            <a:off x="493101" y="210081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8" name="r0_o01656"/>
          <p:cNvSpPr/>
          <p:nvPr/>
        </p:nvSpPr>
        <p:spPr>
          <a:xfrm>
            <a:off x="2043593" y="206559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9" name="r0_o01657"/>
          <p:cNvSpPr/>
          <p:nvPr/>
        </p:nvSpPr>
        <p:spPr>
          <a:xfrm>
            <a:off x="2051756" y="207288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0" name="r0_o01658"/>
          <p:cNvSpPr/>
          <p:nvPr/>
        </p:nvSpPr>
        <p:spPr>
          <a:xfrm>
            <a:off x="2051756" y="207288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1" name="r0_o01659"/>
          <p:cNvSpPr/>
          <p:nvPr/>
        </p:nvSpPr>
        <p:spPr>
          <a:xfrm>
            <a:off x="1207438" y="206777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2" name="r0_o01660"/>
          <p:cNvSpPr/>
          <p:nvPr/>
        </p:nvSpPr>
        <p:spPr>
          <a:xfrm>
            <a:off x="1215601" y="207506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3" name="r0_o01661"/>
          <p:cNvSpPr/>
          <p:nvPr/>
        </p:nvSpPr>
        <p:spPr>
          <a:xfrm>
            <a:off x="1215601" y="207506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4" name="r0_o01662"/>
          <p:cNvSpPr/>
          <p:nvPr/>
        </p:nvSpPr>
        <p:spPr>
          <a:xfrm>
            <a:off x="1127575" y="207540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5" name="r0_o01663"/>
          <p:cNvSpPr/>
          <p:nvPr/>
        </p:nvSpPr>
        <p:spPr>
          <a:xfrm>
            <a:off x="1135738" y="208269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6" name="r0_o01664"/>
          <p:cNvSpPr/>
          <p:nvPr/>
        </p:nvSpPr>
        <p:spPr>
          <a:xfrm>
            <a:off x="1135738" y="208269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7" name="r0_o01665"/>
          <p:cNvSpPr/>
          <p:nvPr/>
        </p:nvSpPr>
        <p:spPr>
          <a:xfrm>
            <a:off x="1883868" y="208085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8" name="r0_o01666"/>
          <p:cNvSpPr/>
          <p:nvPr/>
        </p:nvSpPr>
        <p:spPr>
          <a:xfrm>
            <a:off x="1892030" y="208813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9" name="r0_o01667"/>
          <p:cNvSpPr/>
          <p:nvPr/>
        </p:nvSpPr>
        <p:spPr>
          <a:xfrm>
            <a:off x="1892030" y="208813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0" name="r0_o01668"/>
          <p:cNvSpPr/>
          <p:nvPr/>
        </p:nvSpPr>
        <p:spPr>
          <a:xfrm>
            <a:off x="1804005" y="208847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1" name="r0_o01669"/>
          <p:cNvSpPr/>
          <p:nvPr/>
        </p:nvSpPr>
        <p:spPr>
          <a:xfrm>
            <a:off x="1812167" y="209576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2" name="r0_o01670"/>
          <p:cNvSpPr/>
          <p:nvPr/>
        </p:nvSpPr>
        <p:spPr>
          <a:xfrm>
            <a:off x="1812167" y="209576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3" name="r0_o01671"/>
          <p:cNvSpPr/>
          <p:nvPr/>
        </p:nvSpPr>
        <p:spPr>
          <a:xfrm>
            <a:off x="967850" y="20906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4" name="r0_o01672"/>
          <p:cNvSpPr/>
          <p:nvPr/>
        </p:nvSpPr>
        <p:spPr>
          <a:xfrm>
            <a:off x="976012" y="20979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5" name="r0_o01673"/>
          <p:cNvSpPr/>
          <p:nvPr/>
        </p:nvSpPr>
        <p:spPr>
          <a:xfrm>
            <a:off x="976012" y="20979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6" name="r0_o01674"/>
          <p:cNvSpPr/>
          <p:nvPr/>
        </p:nvSpPr>
        <p:spPr>
          <a:xfrm>
            <a:off x="887987" y="209828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7" name="r0_o01675"/>
          <p:cNvSpPr/>
          <p:nvPr/>
        </p:nvSpPr>
        <p:spPr>
          <a:xfrm>
            <a:off x="896149" y="210557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8" name="r0_o01676"/>
          <p:cNvSpPr/>
          <p:nvPr/>
        </p:nvSpPr>
        <p:spPr>
          <a:xfrm>
            <a:off x="896149" y="210557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9" name="r0_o01677"/>
          <p:cNvSpPr/>
          <p:nvPr/>
        </p:nvSpPr>
        <p:spPr>
          <a:xfrm>
            <a:off x="1644279" y="210373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0" name="r0_o01678"/>
          <p:cNvSpPr/>
          <p:nvPr/>
        </p:nvSpPr>
        <p:spPr>
          <a:xfrm>
            <a:off x="1652442" y="211101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1" name="r0_o01679"/>
          <p:cNvSpPr/>
          <p:nvPr/>
        </p:nvSpPr>
        <p:spPr>
          <a:xfrm>
            <a:off x="1652442" y="211101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2" name="r0_o01680"/>
          <p:cNvSpPr/>
          <p:nvPr/>
        </p:nvSpPr>
        <p:spPr>
          <a:xfrm>
            <a:off x="1564416" y="211135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3" name="r0_o01681"/>
          <p:cNvSpPr/>
          <p:nvPr/>
        </p:nvSpPr>
        <p:spPr>
          <a:xfrm>
            <a:off x="1572579" y="211864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4" name="r0_o01682"/>
          <p:cNvSpPr/>
          <p:nvPr/>
        </p:nvSpPr>
        <p:spPr>
          <a:xfrm>
            <a:off x="1572579" y="211864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5" name="r0_o01683"/>
          <p:cNvSpPr/>
          <p:nvPr/>
        </p:nvSpPr>
        <p:spPr>
          <a:xfrm>
            <a:off x="728261" y="211353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6" name="r0_o01684"/>
          <p:cNvSpPr/>
          <p:nvPr/>
        </p:nvSpPr>
        <p:spPr>
          <a:xfrm>
            <a:off x="736424" y="21208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7" name="r0_o01685"/>
          <p:cNvSpPr/>
          <p:nvPr/>
        </p:nvSpPr>
        <p:spPr>
          <a:xfrm>
            <a:off x="736424" y="21208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8" name="r0_o01686"/>
          <p:cNvSpPr/>
          <p:nvPr/>
        </p:nvSpPr>
        <p:spPr>
          <a:xfrm>
            <a:off x="2320718" y="211681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9" name="r0_o01687"/>
          <p:cNvSpPr/>
          <p:nvPr/>
        </p:nvSpPr>
        <p:spPr>
          <a:xfrm>
            <a:off x="2328880" y="212410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0" name="r0_o01688"/>
          <p:cNvSpPr/>
          <p:nvPr/>
        </p:nvSpPr>
        <p:spPr>
          <a:xfrm>
            <a:off x="2328880" y="212410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1" name="r0_o01689"/>
          <p:cNvSpPr/>
          <p:nvPr/>
        </p:nvSpPr>
        <p:spPr>
          <a:xfrm>
            <a:off x="648398" y="212116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2" name="r0_o01690"/>
          <p:cNvSpPr/>
          <p:nvPr/>
        </p:nvSpPr>
        <p:spPr>
          <a:xfrm>
            <a:off x="656561" y="212845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3" name="r0_o01691"/>
          <p:cNvSpPr/>
          <p:nvPr/>
        </p:nvSpPr>
        <p:spPr>
          <a:xfrm>
            <a:off x="656561" y="212845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4" name="r0_o01692"/>
          <p:cNvSpPr/>
          <p:nvPr/>
        </p:nvSpPr>
        <p:spPr>
          <a:xfrm>
            <a:off x="2240855" y="212443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5" name="r0_o01693"/>
          <p:cNvSpPr/>
          <p:nvPr/>
        </p:nvSpPr>
        <p:spPr>
          <a:xfrm>
            <a:off x="2249017" y="21317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6" name="r0_o01694"/>
          <p:cNvSpPr/>
          <p:nvPr/>
        </p:nvSpPr>
        <p:spPr>
          <a:xfrm>
            <a:off x="2249017" y="21317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7" name="r0_o01695"/>
          <p:cNvSpPr/>
          <p:nvPr/>
        </p:nvSpPr>
        <p:spPr>
          <a:xfrm>
            <a:off x="1404691" y="212661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8" name="r0_o01696"/>
          <p:cNvSpPr/>
          <p:nvPr/>
        </p:nvSpPr>
        <p:spPr>
          <a:xfrm>
            <a:off x="1412853" y="213390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9" name="r0_o01697"/>
          <p:cNvSpPr/>
          <p:nvPr/>
        </p:nvSpPr>
        <p:spPr>
          <a:xfrm>
            <a:off x="1412853" y="213390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0" name="r0_o01698"/>
          <p:cNvSpPr/>
          <p:nvPr/>
        </p:nvSpPr>
        <p:spPr>
          <a:xfrm>
            <a:off x="1324828" y="213423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1" name="r0_o01699"/>
          <p:cNvSpPr/>
          <p:nvPr/>
        </p:nvSpPr>
        <p:spPr>
          <a:xfrm>
            <a:off x="1332990" y="21415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2" name="r0_o01700"/>
          <p:cNvSpPr/>
          <p:nvPr/>
        </p:nvSpPr>
        <p:spPr>
          <a:xfrm>
            <a:off x="1332990" y="21415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3" name="r0_o01701"/>
          <p:cNvSpPr/>
          <p:nvPr/>
        </p:nvSpPr>
        <p:spPr>
          <a:xfrm>
            <a:off x="488673" y="213642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4" name="r0_o01702"/>
          <p:cNvSpPr/>
          <p:nvPr/>
        </p:nvSpPr>
        <p:spPr>
          <a:xfrm>
            <a:off x="496835" y="214370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5" name="r0_o01703"/>
          <p:cNvSpPr/>
          <p:nvPr/>
        </p:nvSpPr>
        <p:spPr>
          <a:xfrm>
            <a:off x="496835" y="214370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6" name="r0_o01704"/>
          <p:cNvSpPr/>
          <p:nvPr/>
        </p:nvSpPr>
        <p:spPr>
          <a:xfrm>
            <a:off x="525404" y="217023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7" name="r0_o01705"/>
          <p:cNvSpPr/>
          <p:nvPr/>
        </p:nvSpPr>
        <p:spPr>
          <a:xfrm>
            <a:off x="530628" y="217490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8" name="r0_o01706"/>
          <p:cNvSpPr/>
          <p:nvPr/>
        </p:nvSpPr>
        <p:spPr>
          <a:xfrm>
            <a:off x="530628" y="217490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9" name="r0_o01707"/>
          <p:cNvSpPr/>
          <p:nvPr/>
        </p:nvSpPr>
        <p:spPr>
          <a:xfrm>
            <a:off x="2081129" y="213969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0" name="r0_o01708"/>
          <p:cNvSpPr/>
          <p:nvPr/>
        </p:nvSpPr>
        <p:spPr>
          <a:xfrm>
            <a:off x="2089292" y="214698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1" name="r0_o01709"/>
          <p:cNvSpPr/>
          <p:nvPr/>
        </p:nvSpPr>
        <p:spPr>
          <a:xfrm>
            <a:off x="2089292" y="214698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2" name="r0_o01710"/>
          <p:cNvSpPr/>
          <p:nvPr/>
        </p:nvSpPr>
        <p:spPr>
          <a:xfrm>
            <a:off x="2001266" y="21473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3" name="r0_o01711"/>
          <p:cNvSpPr/>
          <p:nvPr/>
        </p:nvSpPr>
        <p:spPr>
          <a:xfrm>
            <a:off x="2009429" y="21546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4" name="r0_o01712"/>
          <p:cNvSpPr/>
          <p:nvPr/>
        </p:nvSpPr>
        <p:spPr>
          <a:xfrm>
            <a:off x="2009429" y="21546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5" name="r0_o01713"/>
          <p:cNvSpPr/>
          <p:nvPr/>
        </p:nvSpPr>
        <p:spPr>
          <a:xfrm>
            <a:off x="1165102" y="214949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6" name="r0_o01714"/>
          <p:cNvSpPr/>
          <p:nvPr/>
        </p:nvSpPr>
        <p:spPr>
          <a:xfrm>
            <a:off x="1173265" y="215678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7" name="r0_o01715"/>
          <p:cNvSpPr/>
          <p:nvPr/>
        </p:nvSpPr>
        <p:spPr>
          <a:xfrm>
            <a:off x="1173265" y="215678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8" name="r0_o01716"/>
          <p:cNvSpPr/>
          <p:nvPr/>
        </p:nvSpPr>
        <p:spPr>
          <a:xfrm>
            <a:off x="1085239" y="215712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9" name="r0_o01717"/>
          <p:cNvSpPr/>
          <p:nvPr/>
        </p:nvSpPr>
        <p:spPr>
          <a:xfrm>
            <a:off x="1093402" y="216440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0" name="r0_o01718"/>
          <p:cNvSpPr/>
          <p:nvPr/>
        </p:nvSpPr>
        <p:spPr>
          <a:xfrm>
            <a:off x="1093402" y="216440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1" name="r0_o01719"/>
          <p:cNvSpPr/>
          <p:nvPr/>
        </p:nvSpPr>
        <p:spPr>
          <a:xfrm>
            <a:off x="1841541" y="216257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2" name="r0_o01720"/>
          <p:cNvSpPr/>
          <p:nvPr/>
        </p:nvSpPr>
        <p:spPr>
          <a:xfrm>
            <a:off x="1849703" y="216986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3" name="r0_o01721"/>
          <p:cNvSpPr/>
          <p:nvPr/>
        </p:nvSpPr>
        <p:spPr>
          <a:xfrm>
            <a:off x="1849703" y="216986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4" name="r0_o01722"/>
          <p:cNvSpPr/>
          <p:nvPr/>
        </p:nvSpPr>
        <p:spPr>
          <a:xfrm>
            <a:off x="1761678" y="217020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5" name="r0_o01723"/>
          <p:cNvSpPr/>
          <p:nvPr/>
        </p:nvSpPr>
        <p:spPr>
          <a:xfrm>
            <a:off x="1769840" y="217748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6" name="r0_o01724"/>
          <p:cNvSpPr/>
          <p:nvPr/>
        </p:nvSpPr>
        <p:spPr>
          <a:xfrm>
            <a:off x="1769840" y="217748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7" name="r0_o01725"/>
          <p:cNvSpPr/>
          <p:nvPr/>
        </p:nvSpPr>
        <p:spPr>
          <a:xfrm>
            <a:off x="925514" y="217237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8" name="r0_o01726"/>
          <p:cNvSpPr/>
          <p:nvPr/>
        </p:nvSpPr>
        <p:spPr>
          <a:xfrm>
            <a:off x="933676" y="217966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9" name="r0_o01727"/>
          <p:cNvSpPr/>
          <p:nvPr/>
        </p:nvSpPr>
        <p:spPr>
          <a:xfrm>
            <a:off x="933676" y="217966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0" name="r0_o01728"/>
          <p:cNvSpPr/>
          <p:nvPr/>
        </p:nvSpPr>
        <p:spPr>
          <a:xfrm>
            <a:off x="845651" y="21800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1" name="r0_o01729"/>
          <p:cNvSpPr/>
          <p:nvPr/>
        </p:nvSpPr>
        <p:spPr>
          <a:xfrm>
            <a:off x="853813" y="21872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2" name="r0_o01730"/>
          <p:cNvSpPr/>
          <p:nvPr/>
        </p:nvSpPr>
        <p:spPr>
          <a:xfrm>
            <a:off x="853813" y="21872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3" name="r0_o01731"/>
          <p:cNvSpPr/>
          <p:nvPr/>
        </p:nvSpPr>
        <p:spPr>
          <a:xfrm>
            <a:off x="2438108" y="218327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4" name="r0_o01732"/>
          <p:cNvSpPr/>
          <p:nvPr/>
        </p:nvSpPr>
        <p:spPr>
          <a:xfrm>
            <a:off x="2446270" y="219056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5" name="r0_o01733"/>
          <p:cNvSpPr/>
          <p:nvPr/>
        </p:nvSpPr>
        <p:spPr>
          <a:xfrm>
            <a:off x="2446270" y="219056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6" name="r0_o01734"/>
          <p:cNvSpPr/>
          <p:nvPr/>
        </p:nvSpPr>
        <p:spPr>
          <a:xfrm>
            <a:off x="2474839" y="221708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7" name="r0_o01735"/>
          <p:cNvSpPr/>
          <p:nvPr/>
        </p:nvSpPr>
        <p:spPr>
          <a:xfrm>
            <a:off x="2480063" y="222175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8" name="r0_o01736"/>
          <p:cNvSpPr/>
          <p:nvPr/>
        </p:nvSpPr>
        <p:spPr>
          <a:xfrm>
            <a:off x="2480063" y="222175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9" name="r0_o01737"/>
          <p:cNvSpPr/>
          <p:nvPr/>
        </p:nvSpPr>
        <p:spPr>
          <a:xfrm>
            <a:off x="1601952" y="218545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0" name="r0_o01738"/>
          <p:cNvSpPr/>
          <p:nvPr/>
        </p:nvSpPr>
        <p:spPr>
          <a:xfrm>
            <a:off x="1610115" y="219274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1" name="r0_o01739"/>
          <p:cNvSpPr/>
          <p:nvPr/>
        </p:nvSpPr>
        <p:spPr>
          <a:xfrm>
            <a:off x="1610115" y="219274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2" name="r0_o01740"/>
          <p:cNvSpPr/>
          <p:nvPr/>
        </p:nvSpPr>
        <p:spPr>
          <a:xfrm>
            <a:off x="1522089" y="219308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3" name="r0_o01741"/>
          <p:cNvSpPr/>
          <p:nvPr/>
        </p:nvSpPr>
        <p:spPr>
          <a:xfrm>
            <a:off x="1530252" y="220036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4" name="r0_o01742"/>
          <p:cNvSpPr/>
          <p:nvPr/>
        </p:nvSpPr>
        <p:spPr>
          <a:xfrm>
            <a:off x="1530252" y="220036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5" name="r0_o01743"/>
          <p:cNvSpPr/>
          <p:nvPr/>
        </p:nvSpPr>
        <p:spPr>
          <a:xfrm>
            <a:off x="685925" y="219525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6" name="r0_o01744"/>
          <p:cNvSpPr/>
          <p:nvPr/>
        </p:nvSpPr>
        <p:spPr>
          <a:xfrm>
            <a:off x="694088" y="220254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7" name="r0_o01745"/>
          <p:cNvSpPr/>
          <p:nvPr/>
        </p:nvSpPr>
        <p:spPr>
          <a:xfrm>
            <a:off x="694088" y="220254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8" name="r0_o01746"/>
          <p:cNvSpPr/>
          <p:nvPr/>
        </p:nvSpPr>
        <p:spPr>
          <a:xfrm>
            <a:off x="2278382" y="219852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9" name="r0_o01747"/>
          <p:cNvSpPr/>
          <p:nvPr/>
        </p:nvSpPr>
        <p:spPr>
          <a:xfrm>
            <a:off x="2286544" y="220581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0" name="r0_o01748"/>
          <p:cNvSpPr/>
          <p:nvPr/>
        </p:nvSpPr>
        <p:spPr>
          <a:xfrm>
            <a:off x="2286544" y="220581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1" name="r0_o01749"/>
          <p:cNvSpPr/>
          <p:nvPr/>
        </p:nvSpPr>
        <p:spPr>
          <a:xfrm>
            <a:off x="606062" y="22028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2" name="r0_o01750"/>
          <p:cNvSpPr/>
          <p:nvPr/>
        </p:nvSpPr>
        <p:spPr>
          <a:xfrm>
            <a:off x="614225" y="22101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3" name="r0_o01751"/>
          <p:cNvSpPr/>
          <p:nvPr/>
        </p:nvSpPr>
        <p:spPr>
          <a:xfrm>
            <a:off x="614225" y="22101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4" name="r0_o01752"/>
          <p:cNvSpPr/>
          <p:nvPr/>
        </p:nvSpPr>
        <p:spPr>
          <a:xfrm>
            <a:off x="2198519" y="220615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5" name="r0_o01753"/>
          <p:cNvSpPr/>
          <p:nvPr/>
        </p:nvSpPr>
        <p:spPr>
          <a:xfrm>
            <a:off x="2206682" y="221344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6" name="r0_o01754"/>
          <p:cNvSpPr/>
          <p:nvPr/>
        </p:nvSpPr>
        <p:spPr>
          <a:xfrm>
            <a:off x="2206682" y="221344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7" name="r0_o01755"/>
          <p:cNvSpPr/>
          <p:nvPr/>
        </p:nvSpPr>
        <p:spPr>
          <a:xfrm>
            <a:off x="1362364" y="220833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8" name="r0_o01756"/>
          <p:cNvSpPr/>
          <p:nvPr/>
        </p:nvSpPr>
        <p:spPr>
          <a:xfrm>
            <a:off x="1370526" y="221562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9" name="r0_o01757"/>
          <p:cNvSpPr/>
          <p:nvPr/>
        </p:nvSpPr>
        <p:spPr>
          <a:xfrm>
            <a:off x="1370526" y="221562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0" name="r0_o01758"/>
          <p:cNvSpPr/>
          <p:nvPr/>
        </p:nvSpPr>
        <p:spPr>
          <a:xfrm>
            <a:off x="1282501" y="221596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1" name="r0_o01759"/>
          <p:cNvSpPr/>
          <p:nvPr/>
        </p:nvSpPr>
        <p:spPr>
          <a:xfrm>
            <a:off x="1290663" y="222325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2" name="r0_o01760"/>
          <p:cNvSpPr/>
          <p:nvPr/>
        </p:nvSpPr>
        <p:spPr>
          <a:xfrm>
            <a:off x="1290663" y="222325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3" name="r0_o01761"/>
          <p:cNvSpPr/>
          <p:nvPr/>
        </p:nvSpPr>
        <p:spPr>
          <a:xfrm>
            <a:off x="2038793" y="222140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4" name="r0_o01762"/>
          <p:cNvSpPr/>
          <p:nvPr/>
        </p:nvSpPr>
        <p:spPr>
          <a:xfrm>
            <a:off x="2046956" y="222869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5" name="r0_o01763"/>
          <p:cNvSpPr/>
          <p:nvPr/>
        </p:nvSpPr>
        <p:spPr>
          <a:xfrm>
            <a:off x="2046956" y="222869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6" name="r0_o01764"/>
          <p:cNvSpPr/>
          <p:nvPr/>
        </p:nvSpPr>
        <p:spPr>
          <a:xfrm>
            <a:off x="1958931" y="222903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7" name="r0_o01765"/>
          <p:cNvSpPr/>
          <p:nvPr/>
        </p:nvSpPr>
        <p:spPr>
          <a:xfrm>
            <a:off x="1967093" y="223632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8" name="r0_o01766"/>
          <p:cNvSpPr/>
          <p:nvPr/>
        </p:nvSpPr>
        <p:spPr>
          <a:xfrm>
            <a:off x="1967093" y="223632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9" name="r0_o01767"/>
          <p:cNvSpPr/>
          <p:nvPr/>
        </p:nvSpPr>
        <p:spPr>
          <a:xfrm>
            <a:off x="1122775" y="223121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0" name="r0_o01768"/>
          <p:cNvSpPr/>
          <p:nvPr/>
        </p:nvSpPr>
        <p:spPr>
          <a:xfrm>
            <a:off x="1130938" y="223850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1" name="r0_o01769"/>
          <p:cNvSpPr/>
          <p:nvPr/>
        </p:nvSpPr>
        <p:spPr>
          <a:xfrm>
            <a:off x="1130938" y="223850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2" name="r0_o01770"/>
          <p:cNvSpPr/>
          <p:nvPr/>
        </p:nvSpPr>
        <p:spPr>
          <a:xfrm>
            <a:off x="1042912" y="223884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3" name="r0_o01771"/>
          <p:cNvSpPr/>
          <p:nvPr/>
        </p:nvSpPr>
        <p:spPr>
          <a:xfrm>
            <a:off x="1051075" y="224613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4" name="r0_o01772"/>
          <p:cNvSpPr/>
          <p:nvPr/>
        </p:nvSpPr>
        <p:spPr>
          <a:xfrm>
            <a:off x="1051075" y="224613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5" name="r0_o01773"/>
          <p:cNvSpPr/>
          <p:nvPr/>
        </p:nvSpPr>
        <p:spPr>
          <a:xfrm>
            <a:off x="1799205" y="224428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6" name="r0_o01774"/>
          <p:cNvSpPr/>
          <p:nvPr/>
        </p:nvSpPr>
        <p:spPr>
          <a:xfrm>
            <a:off x="1807367" y="225157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7" name="r0_o01775"/>
          <p:cNvSpPr/>
          <p:nvPr/>
        </p:nvSpPr>
        <p:spPr>
          <a:xfrm>
            <a:off x="1807367" y="225157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8" name="r0_o01776"/>
          <p:cNvSpPr/>
          <p:nvPr/>
        </p:nvSpPr>
        <p:spPr>
          <a:xfrm>
            <a:off x="1719342" y="225191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9" name="r0_o01777"/>
          <p:cNvSpPr/>
          <p:nvPr/>
        </p:nvSpPr>
        <p:spPr>
          <a:xfrm>
            <a:off x="1727505" y="225920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0" name="r0_o01778"/>
          <p:cNvSpPr/>
          <p:nvPr/>
        </p:nvSpPr>
        <p:spPr>
          <a:xfrm>
            <a:off x="1727505" y="225920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1" name="r0_o01779"/>
          <p:cNvSpPr/>
          <p:nvPr/>
        </p:nvSpPr>
        <p:spPr>
          <a:xfrm>
            <a:off x="883187" y="225409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2" name="r0_o01780"/>
          <p:cNvSpPr/>
          <p:nvPr/>
        </p:nvSpPr>
        <p:spPr>
          <a:xfrm>
            <a:off x="891349" y="226138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3" name="r0_o01781"/>
          <p:cNvSpPr/>
          <p:nvPr/>
        </p:nvSpPr>
        <p:spPr>
          <a:xfrm>
            <a:off x="891349" y="226138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4" name="r0_o01782"/>
          <p:cNvSpPr/>
          <p:nvPr/>
        </p:nvSpPr>
        <p:spPr>
          <a:xfrm>
            <a:off x="2475634" y="22573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5" name="r0_o01783"/>
          <p:cNvSpPr/>
          <p:nvPr/>
        </p:nvSpPr>
        <p:spPr>
          <a:xfrm>
            <a:off x="2483797" y="22646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6" name="r0_o01784"/>
          <p:cNvSpPr/>
          <p:nvPr/>
        </p:nvSpPr>
        <p:spPr>
          <a:xfrm>
            <a:off x="2483797" y="22646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7" name="r0_o01785"/>
          <p:cNvSpPr/>
          <p:nvPr/>
        </p:nvSpPr>
        <p:spPr>
          <a:xfrm>
            <a:off x="803324" y="22617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8" name="r0_o01786"/>
          <p:cNvSpPr/>
          <p:nvPr/>
        </p:nvSpPr>
        <p:spPr>
          <a:xfrm>
            <a:off x="811487" y="22690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9" name="r0_o01787"/>
          <p:cNvSpPr/>
          <p:nvPr/>
        </p:nvSpPr>
        <p:spPr>
          <a:xfrm>
            <a:off x="811487" y="22690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0" name="r0_o01788"/>
          <p:cNvSpPr/>
          <p:nvPr/>
        </p:nvSpPr>
        <p:spPr>
          <a:xfrm>
            <a:off x="2395772" y="226498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1" name="r0_o01789"/>
          <p:cNvSpPr/>
          <p:nvPr/>
        </p:nvSpPr>
        <p:spPr>
          <a:xfrm>
            <a:off x="2403934" y="227227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2" name="r0_o01790"/>
          <p:cNvSpPr/>
          <p:nvPr/>
        </p:nvSpPr>
        <p:spPr>
          <a:xfrm>
            <a:off x="2403934" y="227227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3" name="r0_o01791"/>
          <p:cNvSpPr/>
          <p:nvPr/>
        </p:nvSpPr>
        <p:spPr>
          <a:xfrm>
            <a:off x="1559616" y="226717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4" name="r0_o01792"/>
          <p:cNvSpPr/>
          <p:nvPr/>
        </p:nvSpPr>
        <p:spPr>
          <a:xfrm>
            <a:off x="1567779" y="227445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5" name="r0_o01793"/>
          <p:cNvSpPr/>
          <p:nvPr/>
        </p:nvSpPr>
        <p:spPr>
          <a:xfrm>
            <a:off x="1567779" y="227445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6" name="r0_o01794"/>
          <p:cNvSpPr/>
          <p:nvPr/>
        </p:nvSpPr>
        <p:spPr>
          <a:xfrm>
            <a:off x="1479754" y="227479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7" name="r0_o01795"/>
          <p:cNvSpPr/>
          <p:nvPr/>
        </p:nvSpPr>
        <p:spPr>
          <a:xfrm>
            <a:off x="1487916" y="228208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8" name="r0_o01796"/>
          <p:cNvSpPr/>
          <p:nvPr/>
        </p:nvSpPr>
        <p:spPr>
          <a:xfrm>
            <a:off x="1487916" y="228208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9" name="r0_o01797"/>
          <p:cNvSpPr/>
          <p:nvPr/>
        </p:nvSpPr>
        <p:spPr>
          <a:xfrm>
            <a:off x="643598" y="227697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0" name="r0_o01798"/>
          <p:cNvSpPr/>
          <p:nvPr/>
        </p:nvSpPr>
        <p:spPr>
          <a:xfrm>
            <a:off x="651761" y="228426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1" name="r0_o01799"/>
          <p:cNvSpPr/>
          <p:nvPr/>
        </p:nvSpPr>
        <p:spPr>
          <a:xfrm>
            <a:off x="651761" y="228426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2" name="r0_o01800"/>
          <p:cNvSpPr/>
          <p:nvPr/>
        </p:nvSpPr>
        <p:spPr>
          <a:xfrm>
            <a:off x="680330" y="231079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3" name="r0_o01801"/>
          <p:cNvSpPr/>
          <p:nvPr/>
        </p:nvSpPr>
        <p:spPr>
          <a:xfrm>
            <a:off x="685554" y="231545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4" name="r0_o01802"/>
          <p:cNvSpPr/>
          <p:nvPr/>
        </p:nvSpPr>
        <p:spPr>
          <a:xfrm>
            <a:off x="685554" y="231545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5" name="r0_o01803"/>
          <p:cNvSpPr/>
          <p:nvPr/>
        </p:nvSpPr>
        <p:spPr>
          <a:xfrm>
            <a:off x="2236046" y="22802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6" name="r0_o01804"/>
          <p:cNvSpPr/>
          <p:nvPr/>
        </p:nvSpPr>
        <p:spPr>
          <a:xfrm>
            <a:off x="2244209" y="22875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7" name="r0_o01805"/>
          <p:cNvSpPr/>
          <p:nvPr/>
        </p:nvSpPr>
        <p:spPr>
          <a:xfrm>
            <a:off x="2244209" y="22875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8" name="r0_o01806"/>
          <p:cNvSpPr/>
          <p:nvPr/>
        </p:nvSpPr>
        <p:spPr>
          <a:xfrm>
            <a:off x="2156183" y="228786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9" name="r0_o01807"/>
          <p:cNvSpPr/>
          <p:nvPr/>
        </p:nvSpPr>
        <p:spPr>
          <a:xfrm>
            <a:off x="2164346" y="229515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0" name="r0_o01808"/>
          <p:cNvSpPr/>
          <p:nvPr/>
        </p:nvSpPr>
        <p:spPr>
          <a:xfrm>
            <a:off x="2164346" y="229515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1" name="r0_o01809"/>
          <p:cNvSpPr/>
          <p:nvPr/>
        </p:nvSpPr>
        <p:spPr>
          <a:xfrm>
            <a:off x="1320028" y="229005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2" name="r0_o01810"/>
          <p:cNvSpPr/>
          <p:nvPr/>
        </p:nvSpPr>
        <p:spPr>
          <a:xfrm>
            <a:off x="1328190" y="229733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3" name="r0_o01811"/>
          <p:cNvSpPr/>
          <p:nvPr/>
        </p:nvSpPr>
        <p:spPr>
          <a:xfrm>
            <a:off x="1328190" y="229733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4" name="r0_o01812"/>
          <p:cNvSpPr/>
          <p:nvPr/>
        </p:nvSpPr>
        <p:spPr>
          <a:xfrm>
            <a:off x="1240165" y="229767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5" name="r0_o01813"/>
          <p:cNvSpPr/>
          <p:nvPr/>
        </p:nvSpPr>
        <p:spPr>
          <a:xfrm>
            <a:off x="1248328" y="230496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6" name="r0_o01814"/>
          <p:cNvSpPr/>
          <p:nvPr/>
        </p:nvSpPr>
        <p:spPr>
          <a:xfrm>
            <a:off x="1248328" y="230496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7" name="r0_o01815"/>
          <p:cNvSpPr/>
          <p:nvPr/>
        </p:nvSpPr>
        <p:spPr>
          <a:xfrm>
            <a:off x="1996458" y="230312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8" name="r0_o01816"/>
          <p:cNvSpPr/>
          <p:nvPr/>
        </p:nvSpPr>
        <p:spPr>
          <a:xfrm>
            <a:off x="2004620" y="231041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9" name="r0_o01817"/>
          <p:cNvSpPr/>
          <p:nvPr/>
        </p:nvSpPr>
        <p:spPr>
          <a:xfrm>
            <a:off x="2004620" y="231041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0" name="r0_o01818"/>
          <p:cNvSpPr/>
          <p:nvPr/>
        </p:nvSpPr>
        <p:spPr>
          <a:xfrm>
            <a:off x="1916595" y="231075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1" name="r0_o01819"/>
          <p:cNvSpPr/>
          <p:nvPr/>
        </p:nvSpPr>
        <p:spPr>
          <a:xfrm>
            <a:off x="1924757" y="231803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2" name="r0_o01820"/>
          <p:cNvSpPr/>
          <p:nvPr/>
        </p:nvSpPr>
        <p:spPr>
          <a:xfrm>
            <a:off x="1924757" y="231803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3" name="r0_o01821"/>
          <p:cNvSpPr/>
          <p:nvPr/>
        </p:nvSpPr>
        <p:spPr>
          <a:xfrm>
            <a:off x="1080439" y="231293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4" name="r0_o01822"/>
          <p:cNvSpPr/>
          <p:nvPr/>
        </p:nvSpPr>
        <p:spPr>
          <a:xfrm>
            <a:off x="1088602" y="232021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5" name="r0_o01823"/>
          <p:cNvSpPr/>
          <p:nvPr/>
        </p:nvSpPr>
        <p:spPr>
          <a:xfrm>
            <a:off x="1088602" y="232021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6" name="r0_o01824"/>
          <p:cNvSpPr/>
          <p:nvPr/>
        </p:nvSpPr>
        <p:spPr>
          <a:xfrm>
            <a:off x="1000577" y="232055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7" name="r0_o01825"/>
          <p:cNvSpPr/>
          <p:nvPr/>
        </p:nvSpPr>
        <p:spPr>
          <a:xfrm>
            <a:off x="1008739" y="232784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8" name="r0_o01826"/>
          <p:cNvSpPr/>
          <p:nvPr/>
        </p:nvSpPr>
        <p:spPr>
          <a:xfrm>
            <a:off x="1008739" y="232784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9" name="r0_o01827"/>
          <p:cNvSpPr/>
          <p:nvPr/>
        </p:nvSpPr>
        <p:spPr>
          <a:xfrm>
            <a:off x="2593024" y="23238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0" name="r0_o01828"/>
          <p:cNvSpPr/>
          <p:nvPr/>
        </p:nvSpPr>
        <p:spPr>
          <a:xfrm>
            <a:off x="2601187" y="23311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1" name="r0_o01829"/>
          <p:cNvSpPr/>
          <p:nvPr/>
        </p:nvSpPr>
        <p:spPr>
          <a:xfrm>
            <a:off x="2601187" y="23311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2" name="r0_o01830"/>
          <p:cNvSpPr/>
          <p:nvPr/>
        </p:nvSpPr>
        <p:spPr>
          <a:xfrm>
            <a:off x="2629756" y="235763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3" name="r0_o01831"/>
          <p:cNvSpPr/>
          <p:nvPr/>
        </p:nvSpPr>
        <p:spPr>
          <a:xfrm>
            <a:off x="2634980" y="236230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4" name="r0_o01832"/>
          <p:cNvSpPr/>
          <p:nvPr/>
        </p:nvSpPr>
        <p:spPr>
          <a:xfrm>
            <a:off x="2634980" y="236230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5" name="r0_o01833"/>
          <p:cNvSpPr/>
          <p:nvPr/>
        </p:nvSpPr>
        <p:spPr>
          <a:xfrm>
            <a:off x="1756869" y="232600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6" name="r0_o01834"/>
          <p:cNvSpPr/>
          <p:nvPr/>
        </p:nvSpPr>
        <p:spPr>
          <a:xfrm>
            <a:off x="1765032" y="233329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7" name="r0_o01835"/>
          <p:cNvSpPr/>
          <p:nvPr/>
        </p:nvSpPr>
        <p:spPr>
          <a:xfrm>
            <a:off x="1765032" y="233329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8" name="r0_o01836"/>
          <p:cNvSpPr/>
          <p:nvPr/>
        </p:nvSpPr>
        <p:spPr>
          <a:xfrm>
            <a:off x="1677006" y="233363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9" name="r0_o01837"/>
          <p:cNvSpPr/>
          <p:nvPr/>
        </p:nvSpPr>
        <p:spPr>
          <a:xfrm>
            <a:off x="1685169" y="234091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0" name="r0_o01838"/>
          <p:cNvSpPr/>
          <p:nvPr/>
        </p:nvSpPr>
        <p:spPr>
          <a:xfrm>
            <a:off x="1685169" y="234091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1" name="r0_o01839"/>
          <p:cNvSpPr/>
          <p:nvPr/>
        </p:nvSpPr>
        <p:spPr>
          <a:xfrm>
            <a:off x="840851" y="233581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2" name="r0_o01840"/>
          <p:cNvSpPr/>
          <p:nvPr/>
        </p:nvSpPr>
        <p:spPr>
          <a:xfrm>
            <a:off x="849013" y="234310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3" name="r0_o01841"/>
          <p:cNvSpPr/>
          <p:nvPr/>
        </p:nvSpPr>
        <p:spPr>
          <a:xfrm>
            <a:off x="849013" y="234310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4" name="r0_o01842"/>
          <p:cNvSpPr/>
          <p:nvPr/>
        </p:nvSpPr>
        <p:spPr>
          <a:xfrm>
            <a:off x="2433299" y="23390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5" name="r0_o01843"/>
          <p:cNvSpPr/>
          <p:nvPr/>
        </p:nvSpPr>
        <p:spPr>
          <a:xfrm>
            <a:off x="2441461" y="23463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6" name="r0_o01844"/>
          <p:cNvSpPr/>
          <p:nvPr/>
        </p:nvSpPr>
        <p:spPr>
          <a:xfrm>
            <a:off x="2441461" y="23463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7" name="r0_o01845"/>
          <p:cNvSpPr/>
          <p:nvPr/>
        </p:nvSpPr>
        <p:spPr>
          <a:xfrm>
            <a:off x="760988" y="234343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8" name="r0_o01846"/>
          <p:cNvSpPr/>
          <p:nvPr/>
        </p:nvSpPr>
        <p:spPr>
          <a:xfrm>
            <a:off x="769151" y="23507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9" name="r0_o01847"/>
          <p:cNvSpPr/>
          <p:nvPr/>
        </p:nvSpPr>
        <p:spPr>
          <a:xfrm>
            <a:off x="769151" y="23507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0" name="r0_o01848"/>
          <p:cNvSpPr/>
          <p:nvPr/>
        </p:nvSpPr>
        <p:spPr>
          <a:xfrm>
            <a:off x="2353436" y="23467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1" name="r0_o01849"/>
          <p:cNvSpPr/>
          <p:nvPr/>
        </p:nvSpPr>
        <p:spPr>
          <a:xfrm>
            <a:off x="2361598" y="23539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2" name="r0_o01850"/>
          <p:cNvSpPr/>
          <p:nvPr/>
        </p:nvSpPr>
        <p:spPr>
          <a:xfrm>
            <a:off x="2361598" y="23539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3" name="r0_o01851"/>
          <p:cNvSpPr/>
          <p:nvPr/>
        </p:nvSpPr>
        <p:spPr>
          <a:xfrm>
            <a:off x="1517281" y="234888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4" name="r0_o01852"/>
          <p:cNvSpPr/>
          <p:nvPr/>
        </p:nvSpPr>
        <p:spPr>
          <a:xfrm>
            <a:off x="1525443" y="235617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5" name="r0_o01853"/>
          <p:cNvSpPr/>
          <p:nvPr/>
        </p:nvSpPr>
        <p:spPr>
          <a:xfrm>
            <a:off x="1525443" y="235617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6" name="r0_o01854"/>
          <p:cNvSpPr/>
          <p:nvPr/>
        </p:nvSpPr>
        <p:spPr>
          <a:xfrm>
            <a:off x="1437418" y="235651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7" name="r0_o01855"/>
          <p:cNvSpPr/>
          <p:nvPr/>
        </p:nvSpPr>
        <p:spPr>
          <a:xfrm>
            <a:off x="1445580" y="236380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8" name="r0_o01856"/>
          <p:cNvSpPr/>
          <p:nvPr/>
        </p:nvSpPr>
        <p:spPr>
          <a:xfrm>
            <a:off x="1445580" y="236380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9" name="r0_o01857"/>
          <p:cNvSpPr/>
          <p:nvPr/>
        </p:nvSpPr>
        <p:spPr>
          <a:xfrm>
            <a:off x="2193710" y="23619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0" name="r0_o01858"/>
          <p:cNvSpPr/>
          <p:nvPr/>
        </p:nvSpPr>
        <p:spPr>
          <a:xfrm>
            <a:off x="2201873" y="23692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1" name="r0_o01859"/>
          <p:cNvSpPr/>
          <p:nvPr/>
        </p:nvSpPr>
        <p:spPr>
          <a:xfrm>
            <a:off x="2201873" y="23692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2" name="r0_o01860"/>
          <p:cNvSpPr/>
          <p:nvPr/>
        </p:nvSpPr>
        <p:spPr>
          <a:xfrm>
            <a:off x="2113847" y="236958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3" name="r0_o01861"/>
          <p:cNvSpPr/>
          <p:nvPr/>
        </p:nvSpPr>
        <p:spPr>
          <a:xfrm>
            <a:off x="2122010" y="237687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4" name="r0_o01862"/>
          <p:cNvSpPr/>
          <p:nvPr/>
        </p:nvSpPr>
        <p:spPr>
          <a:xfrm>
            <a:off x="2122010" y="237687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5" name="r0_o01863"/>
          <p:cNvSpPr/>
          <p:nvPr/>
        </p:nvSpPr>
        <p:spPr>
          <a:xfrm>
            <a:off x="1277692" y="237176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6" name="r0_o01864"/>
          <p:cNvSpPr/>
          <p:nvPr/>
        </p:nvSpPr>
        <p:spPr>
          <a:xfrm>
            <a:off x="1285855" y="237905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7" name="r0_o01865"/>
          <p:cNvSpPr/>
          <p:nvPr/>
        </p:nvSpPr>
        <p:spPr>
          <a:xfrm>
            <a:off x="1285855" y="237905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8" name="r0_o01866"/>
          <p:cNvSpPr/>
          <p:nvPr/>
        </p:nvSpPr>
        <p:spPr>
          <a:xfrm>
            <a:off x="1197829" y="237939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9" name="r0_o01867"/>
          <p:cNvSpPr/>
          <p:nvPr/>
        </p:nvSpPr>
        <p:spPr>
          <a:xfrm>
            <a:off x="1205992" y="238668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0" name="r0_o01868"/>
          <p:cNvSpPr/>
          <p:nvPr/>
        </p:nvSpPr>
        <p:spPr>
          <a:xfrm>
            <a:off x="1205992" y="238668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1" name="r0_o01869"/>
          <p:cNvSpPr/>
          <p:nvPr/>
        </p:nvSpPr>
        <p:spPr>
          <a:xfrm>
            <a:off x="1954122" y="238483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2" name="r0_o01870"/>
          <p:cNvSpPr/>
          <p:nvPr/>
        </p:nvSpPr>
        <p:spPr>
          <a:xfrm>
            <a:off x="1962284" y="239212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3" name="r0_o01871"/>
          <p:cNvSpPr/>
          <p:nvPr/>
        </p:nvSpPr>
        <p:spPr>
          <a:xfrm>
            <a:off x="1962284" y="239212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4" name="r0_o01872"/>
          <p:cNvSpPr/>
          <p:nvPr/>
        </p:nvSpPr>
        <p:spPr>
          <a:xfrm>
            <a:off x="1874259" y="239246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5" name="r0_o01873"/>
          <p:cNvSpPr/>
          <p:nvPr/>
        </p:nvSpPr>
        <p:spPr>
          <a:xfrm>
            <a:off x="1882421" y="239975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6" name="r0_o01874"/>
          <p:cNvSpPr/>
          <p:nvPr/>
        </p:nvSpPr>
        <p:spPr>
          <a:xfrm>
            <a:off x="1882421" y="239975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7" name="r0_o01875"/>
          <p:cNvSpPr/>
          <p:nvPr/>
        </p:nvSpPr>
        <p:spPr>
          <a:xfrm>
            <a:off x="1038104" y="23946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8" name="r0_o01876"/>
          <p:cNvSpPr/>
          <p:nvPr/>
        </p:nvSpPr>
        <p:spPr>
          <a:xfrm>
            <a:off x="1046266" y="24019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9" name="r0_o01877"/>
          <p:cNvSpPr/>
          <p:nvPr/>
        </p:nvSpPr>
        <p:spPr>
          <a:xfrm>
            <a:off x="1046266" y="24019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0" name="r0_o01878"/>
          <p:cNvSpPr/>
          <p:nvPr/>
        </p:nvSpPr>
        <p:spPr>
          <a:xfrm>
            <a:off x="2630560" y="23979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1" name="r0_o01879"/>
          <p:cNvSpPr/>
          <p:nvPr/>
        </p:nvSpPr>
        <p:spPr>
          <a:xfrm>
            <a:off x="2638723" y="24052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2" name="r0_o01880"/>
          <p:cNvSpPr/>
          <p:nvPr/>
        </p:nvSpPr>
        <p:spPr>
          <a:xfrm>
            <a:off x="2638723" y="24052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3" name="r0_o01881"/>
          <p:cNvSpPr/>
          <p:nvPr/>
        </p:nvSpPr>
        <p:spPr>
          <a:xfrm>
            <a:off x="2667292" y="243173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4" name="r0_o01882"/>
          <p:cNvSpPr/>
          <p:nvPr/>
        </p:nvSpPr>
        <p:spPr>
          <a:xfrm>
            <a:off x="2672516" y="243639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5" name="r0_o01883"/>
          <p:cNvSpPr/>
          <p:nvPr/>
        </p:nvSpPr>
        <p:spPr>
          <a:xfrm>
            <a:off x="2672516" y="243639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6" name="r0_o01884"/>
          <p:cNvSpPr/>
          <p:nvPr/>
        </p:nvSpPr>
        <p:spPr>
          <a:xfrm>
            <a:off x="958241" y="240227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7" name="r0_o01885"/>
          <p:cNvSpPr/>
          <p:nvPr/>
        </p:nvSpPr>
        <p:spPr>
          <a:xfrm>
            <a:off x="966403" y="240956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8" name="r0_o01886"/>
          <p:cNvSpPr/>
          <p:nvPr/>
        </p:nvSpPr>
        <p:spPr>
          <a:xfrm>
            <a:off x="966403" y="240956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9" name="r0_o01887"/>
          <p:cNvSpPr/>
          <p:nvPr/>
        </p:nvSpPr>
        <p:spPr>
          <a:xfrm>
            <a:off x="2550697" y="240554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0" name="r0_o01888"/>
          <p:cNvSpPr/>
          <p:nvPr/>
        </p:nvSpPr>
        <p:spPr>
          <a:xfrm>
            <a:off x="2558860" y="241283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1" name="r0_o01889"/>
          <p:cNvSpPr/>
          <p:nvPr/>
        </p:nvSpPr>
        <p:spPr>
          <a:xfrm>
            <a:off x="2558860" y="241283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2" name="r0_o01890"/>
          <p:cNvSpPr/>
          <p:nvPr/>
        </p:nvSpPr>
        <p:spPr>
          <a:xfrm>
            <a:off x="2587429" y="243936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3" name="r0_o01891"/>
          <p:cNvSpPr/>
          <p:nvPr/>
        </p:nvSpPr>
        <p:spPr>
          <a:xfrm>
            <a:off x="2592653" y="244402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4" name="r0_o01892"/>
          <p:cNvSpPr/>
          <p:nvPr/>
        </p:nvSpPr>
        <p:spPr>
          <a:xfrm>
            <a:off x="2592653" y="244402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5" name="r0_o01893"/>
          <p:cNvSpPr/>
          <p:nvPr/>
        </p:nvSpPr>
        <p:spPr>
          <a:xfrm>
            <a:off x="1714533" y="24077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6" name="r0_o01894"/>
          <p:cNvSpPr/>
          <p:nvPr/>
        </p:nvSpPr>
        <p:spPr>
          <a:xfrm>
            <a:off x="1722696" y="24150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7" name="r0_o01895"/>
          <p:cNvSpPr/>
          <p:nvPr/>
        </p:nvSpPr>
        <p:spPr>
          <a:xfrm>
            <a:off x="1722696" y="24150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8" name="r0_o01896"/>
          <p:cNvSpPr/>
          <p:nvPr/>
        </p:nvSpPr>
        <p:spPr>
          <a:xfrm>
            <a:off x="1634670" y="241534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9" name="r0_o01897"/>
          <p:cNvSpPr/>
          <p:nvPr/>
        </p:nvSpPr>
        <p:spPr>
          <a:xfrm>
            <a:off x="1642833" y="242263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0" name="r0_o01898"/>
          <p:cNvSpPr/>
          <p:nvPr/>
        </p:nvSpPr>
        <p:spPr>
          <a:xfrm>
            <a:off x="1642833" y="242263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1" name="r0_o01899"/>
          <p:cNvSpPr/>
          <p:nvPr/>
        </p:nvSpPr>
        <p:spPr>
          <a:xfrm>
            <a:off x="798515" y="241752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2" name="r0_o01900"/>
          <p:cNvSpPr/>
          <p:nvPr/>
        </p:nvSpPr>
        <p:spPr>
          <a:xfrm>
            <a:off x="806678" y="242481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3" name="r0_o01901"/>
          <p:cNvSpPr/>
          <p:nvPr/>
        </p:nvSpPr>
        <p:spPr>
          <a:xfrm>
            <a:off x="806678" y="242481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4" name="r0_o01902"/>
          <p:cNvSpPr/>
          <p:nvPr/>
        </p:nvSpPr>
        <p:spPr>
          <a:xfrm>
            <a:off x="835247" y="245134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5" name="r0_o01903"/>
          <p:cNvSpPr/>
          <p:nvPr/>
        </p:nvSpPr>
        <p:spPr>
          <a:xfrm>
            <a:off x="840471" y="245600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6" name="r0_o01904"/>
          <p:cNvSpPr/>
          <p:nvPr/>
        </p:nvSpPr>
        <p:spPr>
          <a:xfrm>
            <a:off x="840471" y="245600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7" name="r0_o01905"/>
          <p:cNvSpPr/>
          <p:nvPr/>
        </p:nvSpPr>
        <p:spPr>
          <a:xfrm>
            <a:off x="2390972" y="242080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8" name="r0_o01906"/>
          <p:cNvSpPr/>
          <p:nvPr/>
        </p:nvSpPr>
        <p:spPr>
          <a:xfrm>
            <a:off x="2399134" y="242808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9" name="r0_o01907"/>
          <p:cNvSpPr/>
          <p:nvPr/>
        </p:nvSpPr>
        <p:spPr>
          <a:xfrm>
            <a:off x="2399134" y="242808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0" name="r0_o01908"/>
          <p:cNvSpPr/>
          <p:nvPr/>
        </p:nvSpPr>
        <p:spPr>
          <a:xfrm>
            <a:off x="2427703" y="245461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1" name="r0_o01909"/>
          <p:cNvSpPr/>
          <p:nvPr/>
        </p:nvSpPr>
        <p:spPr>
          <a:xfrm>
            <a:off x="2432927" y="245928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2" name="r0_o01910"/>
          <p:cNvSpPr/>
          <p:nvPr/>
        </p:nvSpPr>
        <p:spPr>
          <a:xfrm>
            <a:off x="2432927" y="245928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3" name="r0_o01911"/>
          <p:cNvSpPr/>
          <p:nvPr/>
        </p:nvSpPr>
        <p:spPr>
          <a:xfrm>
            <a:off x="2311109" y="242842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4" name="r0_o01912"/>
          <p:cNvSpPr/>
          <p:nvPr/>
        </p:nvSpPr>
        <p:spPr>
          <a:xfrm>
            <a:off x="2319271" y="243571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5" name="r0_o01913"/>
          <p:cNvSpPr/>
          <p:nvPr/>
        </p:nvSpPr>
        <p:spPr>
          <a:xfrm>
            <a:off x="2319271" y="243571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6" name="r0_o01914"/>
          <p:cNvSpPr/>
          <p:nvPr/>
        </p:nvSpPr>
        <p:spPr>
          <a:xfrm>
            <a:off x="2347840" y="246224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7" name="r0_o01915"/>
          <p:cNvSpPr/>
          <p:nvPr/>
        </p:nvSpPr>
        <p:spPr>
          <a:xfrm>
            <a:off x="2353064" y="246690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8" name="r0_o01916"/>
          <p:cNvSpPr/>
          <p:nvPr/>
        </p:nvSpPr>
        <p:spPr>
          <a:xfrm>
            <a:off x="2353064" y="246690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9" name="r0_o01917"/>
          <p:cNvSpPr/>
          <p:nvPr/>
        </p:nvSpPr>
        <p:spPr>
          <a:xfrm>
            <a:off x="1474945" y="243060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0" name="r0_o01918"/>
          <p:cNvSpPr/>
          <p:nvPr/>
        </p:nvSpPr>
        <p:spPr>
          <a:xfrm>
            <a:off x="1483107" y="243788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1" name="r0_o01919"/>
          <p:cNvSpPr/>
          <p:nvPr/>
        </p:nvSpPr>
        <p:spPr>
          <a:xfrm>
            <a:off x="1483107" y="243788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2" name="r0_o01920"/>
          <p:cNvSpPr/>
          <p:nvPr/>
        </p:nvSpPr>
        <p:spPr>
          <a:xfrm>
            <a:off x="1395082" y="243822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3" name="r0_o01921"/>
          <p:cNvSpPr/>
          <p:nvPr/>
        </p:nvSpPr>
        <p:spPr>
          <a:xfrm>
            <a:off x="1403244" y="244551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4" name="r0_o01922"/>
          <p:cNvSpPr/>
          <p:nvPr/>
        </p:nvSpPr>
        <p:spPr>
          <a:xfrm>
            <a:off x="1403244" y="244551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5" name="r0_o01923"/>
          <p:cNvSpPr/>
          <p:nvPr/>
        </p:nvSpPr>
        <p:spPr>
          <a:xfrm>
            <a:off x="2151383" y="24436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6" name="r0_o01924"/>
          <p:cNvSpPr/>
          <p:nvPr/>
        </p:nvSpPr>
        <p:spPr>
          <a:xfrm>
            <a:off x="2159546" y="24509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7" name="r0_o01925"/>
          <p:cNvSpPr/>
          <p:nvPr/>
        </p:nvSpPr>
        <p:spPr>
          <a:xfrm>
            <a:off x="2159546" y="24509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8" name="r0_o01926"/>
          <p:cNvSpPr/>
          <p:nvPr/>
        </p:nvSpPr>
        <p:spPr>
          <a:xfrm>
            <a:off x="2188115" y="247749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9" name="r0_o01927"/>
          <p:cNvSpPr/>
          <p:nvPr/>
        </p:nvSpPr>
        <p:spPr>
          <a:xfrm>
            <a:off x="2193339" y="248216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0" name="r0_o01928"/>
          <p:cNvSpPr/>
          <p:nvPr/>
        </p:nvSpPr>
        <p:spPr>
          <a:xfrm>
            <a:off x="2193339" y="248216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1" name="r0_o01929"/>
          <p:cNvSpPr/>
          <p:nvPr/>
        </p:nvSpPr>
        <p:spPr>
          <a:xfrm>
            <a:off x="2071520" y="245130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2" name="r0_o01930"/>
          <p:cNvSpPr/>
          <p:nvPr/>
        </p:nvSpPr>
        <p:spPr>
          <a:xfrm>
            <a:off x="2079683" y="245859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3" name="r0_o01931"/>
          <p:cNvSpPr/>
          <p:nvPr/>
        </p:nvSpPr>
        <p:spPr>
          <a:xfrm>
            <a:off x="2079683" y="245859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4" name="r0_o01932"/>
          <p:cNvSpPr/>
          <p:nvPr/>
        </p:nvSpPr>
        <p:spPr>
          <a:xfrm>
            <a:off x="2108252" y="248512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5" name="r0_o01933"/>
          <p:cNvSpPr/>
          <p:nvPr/>
        </p:nvSpPr>
        <p:spPr>
          <a:xfrm>
            <a:off x="2113476" y="248978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6" name="r0_o01934"/>
          <p:cNvSpPr/>
          <p:nvPr/>
        </p:nvSpPr>
        <p:spPr>
          <a:xfrm>
            <a:off x="2113476" y="248978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7" name="r0_o01935"/>
          <p:cNvSpPr/>
          <p:nvPr/>
        </p:nvSpPr>
        <p:spPr>
          <a:xfrm>
            <a:off x="1235356" y="245348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8" name="r0_o01936"/>
          <p:cNvSpPr/>
          <p:nvPr/>
        </p:nvSpPr>
        <p:spPr>
          <a:xfrm>
            <a:off x="1243519" y="246076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9" name="r0_o01937"/>
          <p:cNvSpPr/>
          <p:nvPr/>
        </p:nvSpPr>
        <p:spPr>
          <a:xfrm>
            <a:off x="1243519" y="246076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0" name="r0_o01938"/>
          <p:cNvSpPr/>
          <p:nvPr/>
        </p:nvSpPr>
        <p:spPr>
          <a:xfrm>
            <a:off x="1155493" y="246110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1" name="r0_o01939"/>
          <p:cNvSpPr/>
          <p:nvPr/>
        </p:nvSpPr>
        <p:spPr>
          <a:xfrm>
            <a:off x="1163656" y="246839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2" name="r0_o01940"/>
          <p:cNvSpPr/>
          <p:nvPr/>
        </p:nvSpPr>
        <p:spPr>
          <a:xfrm>
            <a:off x="1163656" y="246839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3" name="r0_o01941"/>
          <p:cNvSpPr/>
          <p:nvPr/>
        </p:nvSpPr>
        <p:spPr>
          <a:xfrm>
            <a:off x="1911795" y="24665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4" name="r0_o01942"/>
          <p:cNvSpPr/>
          <p:nvPr/>
        </p:nvSpPr>
        <p:spPr>
          <a:xfrm>
            <a:off x="1919957" y="24738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5" name="r0_o01943"/>
          <p:cNvSpPr/>
          <p:nvPr/>
        </p:nvSpPr>
        <p:spPr>
          <a:xfrm>
            <a:off x="1919957" y="24738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6" name="r0_o01944"/>
          <p:cNvSpPr/>
          <p:nvPr/>
        </p:nvSpPr>
        <p:spPr>
          <a:xfrm>
            <a:off x="1948526" y="250037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7" name="r0_o01945"/>
          <p:cNvSpPr/>
          <p:nvPr/>
        </p:nvSpPr>
        <p:spPr>
          <a:xfrm>
            <a:off x="1953750" y="250504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8" name="r0_o01946"/>
          <p:cNvSpPr/>
          <p:nvPr/>
        </p:nvSpPr>
        <p:spPr>
          <a:xfrm>
            <a:off x="1953750" y="250504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9" name="r0_o01947"/>
          <p:cNvSpPr/>
          <p:nvPr/>
        </p:nvSpPr>
        <p:spPr>
          <a:xfrm>
            <a:off x="1831932" y="247418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0" name="r0_o01948"/>
          <p:cNvSpPr/>
          <p:nvPr/>
        </p:nvSpPr>
        <p:spPr>
          <a:xfrm>
            <a:off x="1840094" y="248147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1" name="r0_o01949"/>
          <p:cNvSpPr/>
          <p:nvPr/>
        </p:nvSpPr>
        <p:spPr>
          <a:xfrm>
            <a:off x="1840094" y="248147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2" name="r0_o01950"/>
          <p:cNvSpPr/>
          <p:nvPr/>
        </p:nvSpPr>
        <p:spPr>
          <a:xfrm>
            <a:off x="1868663" y="250800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3" name="r0_o01951"/>
          <p:cNvSpPr/>
          <p:nvPr/>
        </p:nvSpPr>
        <p:spPr>
          <a:xfrm>
            <a:off x="1873887" y="251266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4" name="r0_o01952"/>
          <p:cNvSpPr/>
          <p:nvPr/>
        </p:nvSpPr>
        <p:spPr>
          <a:xfrm>
            <a:off x="1873887" y="251266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5" name="r0_o01953"/>
          <p:cNvSpPr/>
          <p:nvPr/>
        </p:nvSpPr>
        <p:spPr>
          <a:xfrm>
            <a:off x="995768" y="247636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6" name="r0_o01954"/>
          <p:cNvSpPr/>
          <p:nvPr/>
        </p:nvSpPr>
        <p:spPr>
          <a:xfrm>
            <a:off x="1003930" y="248365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7" name="r0_o01955"/>
          <p:cNvSpPr/>
          <p:nvPr/>
        </p:nvSpPr>
        <p:spPr>
          <a:xfrm>
            <a:off x="1003930" y="248365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8" name="r0_o01956"/>
          <p:cNvSpPr/>
          <p:nvPr/>
        </p:nvSpPr>
        <p:spPr>
          <a:xfrm>
            <a:off x="915905" y="248398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9" name="r0_o01957"/>
          <p:cNvSpPr/>
          <p:nvPr/>
        </p:nvSpPr>
        <p:spPr>
          <a:xfrm>
            <a:off x="924067" y="249127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0" name="r0_o01958"/>
          <p:cNvSpPr/>
          <p:nvPr/>
        </p:nvSpPr>
        <p:spPr>
          <a:xfrm>
            <a:off x="924067" y="249127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1" name="r0_o01959"/>
          <p:cNvSpPr/>
          <p:nvPr/>
        </p:nvSpPr>
        <p:spPr>
          <a:xfrm>
            <a:off x="952636" y="251780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2" name="r0_o01960"/>
          <p:cNvSpPr/>
          <p:nvPr/>
        </p:nvSpPr>
        <p:spPr>
          <a:xfrm>
            <a:off x="957860" y="252246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3" name="r0_o01961"/>
          <p:cNvSpPr/>
          <p:nvPr/>
        </p:nvSpPr>
        <p:spPr>
          <a:xfrm>
            <a:off x="957860" y="252246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4" name="r0_o01962"/>
          <p:cNvSpPr/>
          <p:nvPr/>
        </p:nvSpPr>
        <p:spPr>
          <a:xfrm>
            <a:off x="1672206" y="24894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5" name="r0_o01963"/>
          <p:cNvSpPr/>
          <p:nvPr/>
        </p:nvSpPr>
        <p:spPr>
          <a:xfrm>
            <a:off x="1680369" y="24967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6" name="r0_o01964"/>
          <p:cNvSpPr/>
          <p:nvPr/>
        </p:nvSpPr>
        <p:spPr>
          <a:xfrm>
            <a:off x="1680369" y="24967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7" name="r0_o01965"/>
          <p:cNvSpPr/>
          <p:nvPr/>
        </p:nvSpPr>
        <p:spPr>
          <a:xfrm>
            <a:off x="1708938" y="252325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8" name="r0_o01966"/>
          <p:cNvSpPr/>
          <p:nvPr/>
        </p:nvSpPr>
        <p:spPr>
          <a:xfrm>
            <a:off x="1714162" y="252792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9" name="r0_o01967"/>
          <p:cNvSpPr/>
          <p:nvPr/>
        </p:nvSpPr>
        <p:spPr>
          <a:xfrm>
            <a:off x="1714162" y="252792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0" name="r0_o01968"/>
          <p:cNvSpPr/>
          <p:nvPr/>
        </p:nvSpPr>
        <p:spPr>
          <a:xfrm>
            <a:off x="1592343" y="249706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1" name="r0_o01969"/>
          <p:cNvSpPr/>
          <p:nvPr/>
        </p:nvSpPr>
        <p:spPr>
          <a:xfrm>
            <a:off x="1600506" y="250435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2" name="r0_o01970"/>
          <p:cNvSpPr/>
          <p:nvPr/>
        </p:nvSpPr>
        <p:spPr>
          <a:xfrm>
            <a:off x="1600506" y="250435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3" name="r0_o01971"/>
          <p:cNvSpPr/>
          <p:nvPr/>
        </p:nvSpPr>
        <p:spPr>
          <a:xfrm>
            <a:off x="1629075" y="253088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4" name="r0_o01972"/>
          <p:cNvSpPr/>
          <p:nvPr/>
        </p:nvSpPr>
        <p:spPr>
          <a:xfrm>
            <a:off x="1634299" y="253555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5" name="r0_o01973"/>
          <p:cNvSpPr/>
          <p:nvPr/>
        </p:nvSpPr>
        <p:spPr>
          <a:xfrm>
            <a:off x="1634299" y="253555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6" name="r0_o01974"/>
          <p:cNvSpPr/>
          <p:nvPr/>
        </p:nvSpPr>
        <p:spPr>
          <a:xfrm>
            <a:off x="1432618" y="251232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7" name="r0_o01975"/>
          <p:cNvSpPr/>
          <p:nvPr/>
        </p:nvSpPr>
        <p:spPr>
          <a:xfrm>
            <a:off x="1440780" y="251961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8" name="r0_o01976"/>
          <p:cNvSpPr/>
          <p:nvPr/>
        </p:nvSpPr>
        <p:spPr>
          <a:xfrm>
            <a:off x="1440780" y="251961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9" name="r0_o01977"/>
          <p:cNvSpPr/>
          <p:nvPr/>
        </p:nvSpPr>
        <p:spPr>
          <a:xfrm>
            <a:off x="1469349" y="254613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0" name="r0_o01978"/>
          <p:cNvSpPr/>
          <p:nvPr/>
        </p:nvSpPr>
        <p:spPr>
          <a:xfrm>
            <a:off x="1474573" y="255080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1" name="r0_o01979"/>
          <p:cNvSpPr/>
          <p:nvPr/>
        </p:nvSpPr>
        <p:spPr>
          <a:xfrm>
            <a:off x="1474573" y="255080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2" name="r0_o01980"/>
          <p:cNvSpPr/>
          <p:nvPr/>
        </p:nvSpPr>
        <p:spPr>
          <a:xfrm>
            <a:off x="1352755" y="251995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3" name="r0_o01981"/>
          <p:cNvSpPr/>
          <p:nvPr/>
        </p:nvSpPr>
        <p:spPr>
          <a:xfrm>
            <a:off x="1360917" y="252723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4" name="r0_o01982"/>
          <p:cNvSpPr/>
          <p:nvPr/>
        </p:nvSpPr>
        <p:spPr>
          <a:xfrm>
            <a:off x="1360917" y="252723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5" name="r0_o01983"/>
          <p:cNvSpPr/>
          <p:nvPr/>
        </p:nvSpPr>
        <p:spPr>
          <a:xfrm>
            <a:off x="1389486" y="255376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6" name="r0_o01984"/>
          <p:cNvSpPr/>
          <p:nvPr/>
        </p:nvSpPr>
        <p:spPr>
          <a:xfrm>
            <a:off x="1394710" y="255843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7" name="r0_o01985"/>
          <p:cNvSpPr/>
          <p:nvPr/>
        </p:nvSpPr>
        <p:spPr>
          <a:xfrm>
            <a:off x="1394710" y="255843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8" name="r0_o01986"/>
          <p:cNvSpPr/>
          <p:nvPr/>
        </p:nvSpPr>
        <p:spPr>
          <a:xfrm>
            <a:off x="1193029" y="253520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9" name="r0_o01987"/>
          <p:cNvSpPr/>
          <p:nvPr/>
        </p:nvSpPr>
        <p:spPr>
          <a:xfrm>
            <a:off x="1201192" y="254249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0" name="r0_o01988"/>
          <p:cNvSpPr/>
          <p:nvPr/>
        </p:nvSpPr>
        <p:spPr>
          <a:xfrm>
            <a:off x="1201192" y="254249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1" name="r0_o01989"/>
          <p:cNvSpPr/>
          <p:nvPr/>
        </p:nvSpPr>
        <p:spPr>
          <a:xfrm>
            <a:off x="1229761" y="256902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2" name="r0_o01990"/>
          <p:cNvSpPr/>
          <p:nvPr/>
        </p:nvSpPr>
        <p:spPr>
          <a:xfrm>
            <a:off x="1234985" y="257368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3" name="r0_o01991"/>
          <p:cNvSpPr/>
          <p:nvPr/>
        </p:nvSpPr>
        <p:spPr>
          <a:xfrm>
            <a:off x="1234985" y="257368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4" name="r0_o01992"/>
          <p:cNvSpPr/>
          <p:nvPr/>
        </p:nvSpPr>
        <p:spPr>
          <a:xfrm>
            <a:off x="1113166" y="254283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5" name="r0_o01993"/>
          <p:cNvSpPr/>
          <p:nvPr/>
        </p:nvSpPr>
        <p:spPr>
          <a:xfrm>
            <a:off x="1121329" y="255011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6" name="r0_o01994"/>
          <p:cNvSpPr/>
          <p:nvPr/>
        </p:nvSpPr>
        <p:spPr>
          <a:xfrm>
            <a:off x="1121329" y="255011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7" name="r0_o01995"/>
          <p:cNvSpPr/>
          <p:nvPr/>
        </p:nvSpPr>
        <p:spPr>
          <a:xfrm>
            <a:off x="1149898" y="257664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8" name="r0_o01996"/>
          <p:cNvSpPr/>
          <p:nvPr/>
        </p:nvSpPr>
        <p:spPr>
          <a:xfrm>
            <a:off x="1155122" y="258131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9" name="r0_o01997"/>
          <p:cNvSpPr/>
          <p:nvPr/>
        </p:nvSpPr>
        <p:spPr>
          <a:xfrm>
            <a:off x="1155122" y="258131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0" name="r0_o01998"/>
          <p:cNvSpPr/>
          <p:nvPr/>
        </p:nvSpPr>
        <p:spPr>
          <a:xfrm flipV="1">
            <a:off x="719886" y="184233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1" name="r0_o01999"/>
          <p:cNvSpPr/>
          <p:nvPr/>
        </p:nvSpPr>
        <p:spPr>
          <a:xfrm flipV="1">
            <a:off x="2142999" y="217246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2" name="r0_o02000"/>
          <p:cNvSpPr/>
          <p:nvPr/>
        </p:nvSpPr>
        <p:spPr>
          <a:xfrm flipH="1" flipV="1">
            <a:off x="1945747" y="212126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3" name="r0_o02001"/>
          <p:cNvSpPr/>
          <p:nvPr/>
        </p:nvSpPr>
        <p:spPr>
          <a:xfrm flipH="1" flipV="1">
            <a:off x="1424234" y="224873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4" name="r0_o02002"/>
          <p:cNvSpPr/>
          <p:nvPr/>
        </p:nvSpPr>
        <p:spPr>
          <a:xfrm>
            <a:off x="672750" y="208749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5" name="r0_o02003"/>
          <p:cNvSpPr/>
          <p:nvPr/>
        </p:nvSpPr>
        <p:spPr>
          <a:xfrm>
            <a:off x="1955355" y="180964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6" name="r0_o02004"/>
          <p:cNvSpPr/>
          <p:nvPr/>
        </p:nvSpPr>
        <p:spPr>
          <a:xfrm>
            <a:off x="1391516" y="201884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7" name="r0_o02005"/>
          <p:cNvSpPr/>
          <p:nvPr/>
        </p:nvSpPr>
        <p:spPr>
          <a:xfrm>
            <a:off x="1194254" y="1960005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8" name="r0_o02006"/>
          <p:cNvSpPr/>
          <p:nvPr/>
        </p:nvSpPr>
        <p:spPr>
          <a:xfrm>
            <a:off x="1588768" y="207768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09" name="r0_o02007"/>
          <p:cNvSpPr/>
          <p:nvPr/>
        </p:nvSpPr>
        <p:spPr>
          <a:xfrm>
            <a:off x="1983274" y="2195350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0" name="r0_o02008"/>
          <p:cNvSpPr/>
          <p:nvPr/>
        </p:nvSpPr>
        <p:spPr>
          <a:xfrm flipV="1">
            <a:off x="1945747" y="211363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1" name="r0_o02009"/>
          <p:cNvSpPr/>
          <p:nvPr/>
        </p:nvSpPr>
        <p:spPr>
          <a:xfrm flipH="1" flipV="1">
            <a:off x="1438652" y="178132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2" name="r0_o02010"/>
          <p:cNvSpPr/>
          <p:nvPr/>
        </p:nvSpPr>
        <p:spPr>
          <a:xfrm flipH="1" flipV="1">
            <a:off x="1790830" y="198071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3" name="r0_o02011"/>
          <p:cNvSpPr/>
          <p:nvPr/>
        </p:nvSpPr>
        <p:spPr>
          <a:xfrm flipV="1">
            <a:off x="677550" y="192405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4" name="r0_o02012"/>
          <p:cNvSpPr/>
          <p:nvPr/>
        </p:nvSpPr>
        <p:spPr>
          <a:xfrm>
            <a:off x="1067256" y="220515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5" name="r0_o02013"/>
          <p:cNvSpPr/>
          <p:nvPr/>
        </p:nvSpPr>
        <p:spPr>
          <a:xfrm flipV="1">
            <a:off x="1156727" y="187829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6" name="r0_o02014"/>
          <p:cNvSpPr/>
          <p:nvPr/>
        </p:nvSpPr>
        <p:spPr>
          <a:xfrm flipH="1" flipV="1">
            <a:off x="959475" y="182708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7" name="r0_o02015"/>
          <p:cNvSpPr/>
          <p:nvPr/>
        </p:nvSpPr>
        <p:spPr>
          <a:xfrm>
            <a:off x="1715767" y="183252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8" name="r0_o02016"/>
          <p:cNvSpPr/>
          <p:nvPr/>
        </p:nvSpPr>
        <p:spPr>
          <a:xfrm flipV="1">
            <a:off x="917139" y="190117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19" name="r0_o02017"/>
          <p:cNvSpPr/>
          <p:nvPr/>
        </p:nvSpPr>
        <p:spPr>
          <a:xfrm flipH="1" flipV="1">
            <a:off x="2312334" y="185322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0" name="r0_o02018"/>
          <p:cNvSpPr/>
          <p:nvPr/>
        </p:nvSpPr>
        <p:spPr>
          <a:xfrm>
            <a:off x="1631104" y="199596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1" name="r0_o02019"/>
          <p:cNvSpPr/>
          <p:nvPr/>
        </p:nvSpPr>
        <p:spPr>
          <a:xfrm flipH="1" flipV="1">
            <a:off x="635214" y="2013394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2" name="r0_o02020"/>
          <p:cNvSpPr/>
          <p:nvPr/>
        </p:nvSpPr>
        <p:spPr>
          <a:xfrm flipH="1" flipV="1">
            <a:off x="1353980" y="1944751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3" name="r0_o02021"/>
          <p:cNvSpPr/>
          <p:nvPr/>
        </p:nvSpPr>
        <p:spPr>
          <a:xfrm flipH="1" flipV="1">
            <a:off x="1663822" y="222585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4" name="r0_o02022"/>
          <p:cNvSpPr/>
          <p:nvPr/>
        </p:nvSpPr>
        <p:spPr>
          <a:xfrm flipH="1" flipV="1">
            <a:off x="2467259" y="199378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5" name="r0_o02023"/>
          <p:cNvSpPr/>
          <p:nvPr/>
        </p:nvSpPr>
        <p:spPr>
          <a:xfrm flipV="1">
            <a:off x="1593568" y="191424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6" name="r0_o02024"/>
          <p:cNvSpPr/>
          <p:nvPr/>
        </p:nvSpPr>
        <p:spPr>
          <a:xfrm>
            <a:off x="2222862" y="2172469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7" name="r0_o02025"/>
          <p:cNvSpPr/>
          <p:nvPr/>
        </p:nvSpPr>
        <p:spPr>
          <a:xfrm flipV="1">
            <a:off x="1748494" y="205480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8" name="r0_o02026"/>
          <p:cNvSpPr/>
          <p:nvPr/>
        </p:nvSpPr>
        <p:spPr>
          <a:xfrm>
            <a:off x="2110281" y="195020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29" name="r0_o02027"/>
          <p:cNvSpPr/>
          <p:nvPr/>
        </p:nvSpPr>
        <p:spPr>
          <a:xfrm flipV="1">
            <a:off x="1678240" y="175081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0" name="r0_o02028"/>
          <p:cNvSpPr/>
          <p:nvPr/>
        </p:nvSpPr>
        <p:spPr>
          <a:xfrm flipV="1">
            <a:off x="1396316" y="185540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1" name="r0_o02029"/>
          <p:cNvSpPr/>
          <p:nvPr/>
        </p:nvSpPr>
        <p:spPr>
          <a:xfrm flipV="1">
            <a:off x="1790830" y="197308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2" name="r0_o02030"/>
          <p:cNvSpPr/>
          <p:nvPr/>
        </p:nvSpPr>
        <p:spPr>
          <a:xfrm flipV="1">
            <a:off x="1184645" y="226399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3" name="r0_o02031"/>
          <p:cNvSpPr/>
          <p:nvPr/>
        </p:nvSpPr>
        <p:spPr>
          <a:xfrm>
            <a:off x="1151927" y="204172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4" name="r0_o02032"/>
          <p:cNvSpPr/>
          <p:nvPr/>
        </p:nvSpPr>
        <p:spPr>
          <a:xfrm>
            <a:off x="2307534" y="200903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5" name="r0_o02033"/>
          <p:cNvSpPr/>
          <p:nvPr/>
        </p:nvSpPr>
        <p:spPr>
          <a:xfrm>
            <a:off x="1349180" y="210056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6" name="r0_o02034"/>
          <p:cNvSpPr/>
          <p:nvPr/>
        </p:nvSpPr>
        <p:spPr>
          <a:xfrm flipV="1">
            <a:off x="1466570" y="215939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7" name="r0_o02035"/>
          <p:cNvSpPr/>
          <p:nvPr/>
        </p:nvSpPr>
        <p:spPr>
          <a:xfrm flipH="1" flipV="1">
            <a:off x="1226981" y="218990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8" name="r0_o02036"/>
          <p:cNvSpPr/>
          <p:nvPr/>
        </p:nvSpPr>
        <p:spPr>
          <a:xfrm flipV="1">
            <a:off x="1269317" y="210056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39" name="r0_o02037"/>
          <p:cNvSpPr/>
          <p:nvPr/>
        </p:nvSpPr>
        <p:spPr>
          <a:xfrm>
            <a:off x="715077" y="2005767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0" name="r0_o02038"/>
          <p:cNvSpPr/>
          <p:nvPr/>
        </p:nvSpPr>
        <p:spPr>
          <a:xfrm>
            <a:off x="1264508" y="226399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1" name="r0_o02039"/>
          <p:cNvSpPr/>
          <p:nvPr/>
        </p:nvSpPr>
        <p:spPr>
          <a:xfrm flipH="1" flipV="1">
            <a:off x="1593568" y="192187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2" name="r0_o02040"/>
          <p:cNvSpPr/>
          <p:nvPr/>
        </p:nvSpPr>
        <p:spPr>
          <a:xfrm flipV="1">
            <a:off x="2115081" y="178676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3" name="r0_o02041"/>
          <p:cNvSpPr/>
          <p:nvPr/>
        </p:nvSpPr>
        <p:spPr>
          <a:xfrm flipH="1" flipV="1">
            <a:off x="1875493" y="181727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4" name="r0_o02042"/>
          <p:cNvSpPr/>
          <p:nvPr/>
        </p:nvSpPr>
        <p:spPr>
          <a:xfrm flipH="1" flipV="1">
            <a:off x="2072745" y="187610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5" name="r0_o02043"/>
          <p:cNvSpPr/>
          <p:nvPr/>
        </p:nvSpPr>
        <p:spPr>
          <a:xfrm>
            <a:off x="2152608" y="186848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6" name="r0_o02044"/>
          <p:cNvSpPr/>
          <p:nvPr/>
        </p:nvSpPr>
        <p:spPr>
          <a:xfrm flipH="1" flipV="1">
            <a:off x="1114391" y="1967632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7" name="r0_o02045"/>
          <p:cNvSpPr/>
          <p:nvPr/>
        </p:nvSpPr>
        <p:spPr>
          <a:xfrm>
            <a:off x="799749" y="184233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8" name="r0_o02046"/>
          <p:cNvSpPr/>
          <p:nvPr/>
        </p:nvSpPr>
        <p:spPr>
          <a:xfrm>
            <a:off x="2504786" y="206787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49" name="r0_o02047"/>
          <p:cNvSpPr/>
          <p:nvPr/>
        </p:nvSpPr>
        <p:spPr>
          <a:xfrm flipV="1">
            <a:off x="1438652" y="177369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0" name="r0_o02048"/>
          <p:cNvSpPr/>
          <p:nvPr/>
        </p:nvSpPr>
        <p:spPr>
          <a:xfrm flipV="1">
            <a:off x="2185335" y="209075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1" name="r0_o02049"/>
          <p:cNvSpPr/>
          <p:nvPr/>
        </p:nvSpPr>
        <p:spPr>
          <a:xfrm>
            <a:off x="1997691" y="172793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2" name="r0_o02050"/>
          <p:cNvSpPr/>
          <p:nvPr/>
        </p:nvSpPr>
        <p:spPr>
          <a:xfrm flipV="1">
            <a:off x="480298" y="186521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3" name="r0_o02051"/>
          <p:cNvSpPr/>
          <p:nvPr/>
        </p:nvSpPr>
        <p:spPr>
          <a:xfrm flipV="1">
            <a:off x="1142318" y="234571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4" name="r0_o02052"/>
          <p:cNvSpPr/>
          <p:nvPr/>
        </p:nvSpPr>
        <p:spPr>
          <a:xfrm>
            <a:off x="912339" y="206460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5" name="r0_o02053"/>
          <p:cNvSpPr/>
          <p:nvPr/>
        </p:nvSpPr>
        <p:spPr>
          <a:xfrm>
            <a:off x="757413" y="192405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6" name="r0_o02054"/>
          <p:cNvSpPr/>
          <p:nvPr/>
        </p:nvSpPr>
        <p:spPr>
          <a:xfrm>
            <a:off x="954666" y="1982886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7" name="r0_o02055"/>
          <p:cNvSpPr/>
          <p:nvPr/>
        </p:nvSpPr>
        <p:spPr>
          <a:xfrm flipV="1">
            <a:off x="1199063" y="179657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8" name="r0_o02056"/>
          <p:cNvSpPr/>
          <p:nvPr/>
        </p:nvSpPr>
        <p:spPr>
          <a:xfrm flipH="1" flipV="1">
            <a:off x="2142999" y="2180096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59" name="r0_o02057"/>
          <p:cNvSpPr/>
          <p:nvPr/>
        </p:nvSpPr>
        <p:spPr>
          <a:xfrm flipH="1" flipV="1">
            <a:off x="832476" y="207223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0" name="r0_o02058"/>
          <p:cNvSpPr/>
          <p:nvPr/>
        </p:nvSpPr>
        <p:spPr>
          <a:xfrm>
            <a:off x="1518514" y="177369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1" name="r0_o02059"/>
          <p:cNvSpPr/>
          <p:nvPr/>
        </p:nvSpPr>
        <p:spPr>
          <a:xfrm flipV="1">
            <a:off x="2579849" y="220843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2" name="r0_o02060"/>
          <p:cNvSpPr/>
          <p:nvPr/>
        </p:nvSpPr>
        <p:spPr>
          <a:xfrm flipH="1" flipV="1">
            <a:off x="2622176" y="2134335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3" name="r0_o02061"/>
          <p:cNvSpPr/>
          <p:nvPr/>
        </p:nvSpPr>
        <p:spPr>
          <a:xfrm>
            <a:off x="1913020" y="189136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4" name="r0_o02062"/>
          <p:cNvSpPr/>
          <p:nvPr/>
        </p:nvSpPr>
        <p:spPr>
          <a:xfrm flipV="1">
            <a:off x="790140" y="214632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5" name="r0_o02063"/>
          <p:cNvSpPr/>
          <p:nvPr/>
        </p:nvSpPr>
        <p:spPr>
          <a:xfrm flipH="1" flipV="1">
            <a:off x="1311653" y="202647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6" name="r0_o02064"/>
          <p:cNvSpPr/>
          <p:nvPr/>
        </p:nvSpPr>
        <p:spPr>
          <a:xfrm flipV="1">
            <a:off x="959475" y="181945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7" name="r0_o02065"/>
          <p:cNvSpPr/>
          <p:nvPr/>
        </p:nvSpPr>
        <p:spPr>
          <a:xfrm flipH="1" flipV="1">
            <a:off x="1396316" y="186303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8" name="r0_o02066"/>
          <p:cNvSpPr/>
          <p:nvPr/>
        </p:nvSpPr>
        <p:spPr>
          <a:xfrm flipV="1">
            <a:off x="832476" y="206460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69" name="r0_o02067"/>
          <p:cNvSpPr/>
          <p:nvPr/>
        </p:nvSpPr>
        <p:spPr>
          <a:xfrm flipV="1">
            <a:off x="1072064" y="204172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0" name="r0_o02068"/>
          <p:cNvSpPr/>
          <p:nvPr/>
        </p:nvSpPr>
        <p:spPr>
          <a:xfrm flipV="1">
            <a:off x="1381907" y="232283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1" name="r0_o02069"/>
          <p:cNvSpPr/>
          <p:nvPr/>
        </p:nvSpPr>
        <p:spPr>
          <a:xfrm flipH="1" flipV="1">
            <a:off x="1748494" y="206242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2" name="r0_o02070"/>
          <p:cNvSpPr/>
          <p:nvPr/>
        </p:nvSpPr>
        <p:spPr>
          <a:xfrm>
            <a:off x="2265198" y="209075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3" name="r0_o02071"/>
          <p:cNvSpPr/>
          <p:nvPr/>
        </p:nvSpPr>
        <p:spPr>
          <a:xfrm flipV="1">
            <a:off x="1353980" y="193712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4" name="r0_o02072"/>
          <p:cNvSpPr/>
          <p:nvPr/>
        </p:nvSpPr>
        <p:spPr>
          <a:xfrm flipH="1" flipV="1">
            <a:off x="1678240" y="175844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5" name="r0_o02073"/>
          <p:cNvSpPr/>
          <p:nvPr/>
        </p:nvSpPr>
        <p:spPr>
          <a:xfrm>
            <a:off x="1786021" y="213651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6" name="r0_o02074"/>
          <p:cNvSpPr/>
          <p:nvPr/>
        </p:nvSpPr>
        <p:spPr>
          <a:xfrm flipV="1">
            <a:off x="1114391" y="196000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7" name="r0_o02075"/>
          <p:cNvSpPr/>
          <p:nvPr/>
        </p:nvSpPr>
        <p:spPr>
          <a:xfrm flipV="1">
            <a:off x="1861084" y="227707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8" name="r0_o02076"/>
          <p:cNvSpPr/>
          <p:nvPr/>
        </p:nvSpPr>
        <p:spPr>
          <a:xfrm flipH="1" flipV="1">
            <a:off x="480298" y="187284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79" name="r0_o02077"/>
          <p:cNvSpPr/>
          <p:nvPr/>
        </p:nvSpPr>
        <p:spPr>
          <a:xfrm>
            <a:off x="1278926" y="179657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0" name="r0_o02078"/>
          <p:cNvSpPr/>
          <p:nvPr/>
        </p:nvSpPr>
        <p:spPr>
          <a:xfrm flipH="1" flipV="1">
            <a:off x="1551241" y="200359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1" name="r0_o02079"/>
          <p:cNvSpPr/>
          <p:nvPr/>
        </p:nvSpPr>
        <p:spPr>
          <a:xfrm flipH="1" flipV="1">
            <a:off x="1072064" y="204935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2" name="r0_o02080"/>
          <p:cNvSpPr/>
          <p:nvPr/>
        </p:nvSpPr>
        <p:spPr>
          <a:xfrm flipH="1" flipV="1">
            <a:off x="1269317" y="210819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3" name="r0_o02081"/>
          <p:cNvSpPr/>
          <p:nvPr/>
        </p:nvSpPr>
        <p:spPr>
          <a:xfrm flipH="1" flipV="1">
            <a:off x="2382588" y="2157215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4" name="r0_o02082"/>
          <p:cNvSpPr/>
          <p:nvPr/>
        </p:nvSpPr>
        <p:spPr>
          <a:xfrm>
            <a:off x="1758103" y="175081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5" name="r0_o02083"/>
          <p:cNvSpPr/>
          <p:nvPr/>
        </p:nvSpPr>
        <p:spPr>
          <a:xfrm>
            <a:off x="1236590" y="187829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6" name="r0_o02084"/>
          <p:cNvSpPr/>
          <p:nvPr/>
        </p:nvSpPr>
        <p:spPr>
          <a:xfrm>
            <a:off x="1433843" y="193712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7" name="r0_o02085"/>
          <p:cNvSpPr/>
          <p:nvPr/>
        </p:nvSpPr>
        <p:spPr>
          <a:xfrm>
            <a:off x="1306844" y="218227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8" name="r0_o02086"/>
          <p:cNvSpPr/>
          <p:nvPr/>
        </p:nvSpPr>
        <p:spPr>
          <a:xfrm>
            <a:off x="1109591" y="212344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89" name="r0_o02087"/>
          <p:cNvSpPr/>
          <p:nvPr/>
        </p:nvSpPr>
        <p:spPr>
          <a:xfrm flipV="1">
            <a:off x="1903411" y="219535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0" name="r0_o02088"/>
          <p:cNvSpPr/>
          <p:nvPr/>
        </p:nvSpPr>
        <p:spPr>
          <a:xfrm flipV="1">
            <a:off x="1635904" y="183252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1" name="r0_o02089"/>
          <p:cNvSpPr/>
          <p:nvPr/>
        </p:nvSpPr>
        <p:spPr>
          <a:xfrm flipV="1">
            <a:off x="1551241" y="199596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2" name="r0_o02090"/>
          <p:cNvSpPr/>
          <p:nvPr/>
        </p:nvSpPr>
        <p:spPr>
          <a:xfrm>
            <a:off x="1870693" y="197308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3" name="r0_o02091"/>
          <p:cNvSpPr/>
          <p:nvPr/>
        </p:nvSpPr>
        <p:spPr>
          <a:xfrm flipV="1">
            <a:off x="2227671" y="200903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4" name="r0_o02092"/>
          <p:cNvSpPr/>
          <p:nvPr/>
        </p:nvSpPr>
        <p:spPr>
          <a:xfrm flipV="1">
            <a:off x="987393" y="220515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5" name="r0_o02093"/>
          <p:cNvSpPr/>
          <p:nvPr/>
        </p:nvSpPr>
        <p:spPr>
          <a:xfrm flipH="1" flipV="1">
            <a:off x="987393" y="221278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6" name="r0_o02094"/>
          <p:cNvSpPr/>
          <p:nvPr/>
        </p:nvSpPr>
        <p:spPr>
          <a:xfrm>
            <a:off x="2067945" y="203192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7" name="r0_o02095"/>
          <p:cNvSpPr/>
          <p:nvPr/>
        </p:nvSpPr>
        <p:spPr>
          <a:xfrm flipV="1">
            <a:off x="945057" y="228687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8" name="r0_o02096"/>
          <p:cNvSpPr/>
          <p:nvPr/>
        </p:nvSpPr>
        <p:spPr>
          <a:xfrm flipV="1">
            <a:off x="1988083" y="203192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099" name="r0_o02097"/>
          <p:cNvSpPr/>
          <p:nvPr/>
        </p:nvSpPr>
        <p:spPr>
          <a:xfrm>
            <a:off x="1024920" y="228687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0" name="r0_o02098"/>
          <p:cNvSpPr/>
          <p:nvPr/>
        </p:nvSpPr>
        <p:spPr>
          <a:xfrm>
            <a:off x="2349870" y="192732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1" name="r0_o02099"/>
          <p:cNvSpPr/>
          <p:nvPr/>
        </p:nvSpPr>
        <p:spPr>
          <a:xfrm flipH="1" flipV="1">
            <a:off x="1635904" y="184015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2" name="r0_o02100"/>
          <p:cNvSpPr/>
          <p:nvPr/>
        </p:nvSpPr>
        <p:spPr>
          <a:xfrm flipV="1">
            <a:off x="2072745" y="186848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3" name="r0_o02101"/>
          <p:cNvSpPr/>
          <p:nvPr/>
        </p:nvSpPr>
        <p:spPr>
          <a:xfrm>
            <a:off x="1828357" y="205480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4" name="r0_o02102"/>
          <p:cNvSpPr/>
          <p:nvPr/>
        </p:nvSpPr>
        <p:spPr>
          <a:xfrm flipV="1">
            <a:off x="1424234" y="224111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5" name="r0_o02103"/>
          <p:cNvSpPr/>
          <p:nvPr/>
        </p:nvSpPr>
        <p:spPr>
          <a:xfrm flipH="1" flipV="1">
            <a:off x="2424924" y="207550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6" name="r0_o02104"/>
          <p:cNvSpPr/>
          <p:nvPr/>
        </p:nvSpPr>
        <p:spPr>
          <a:xfrm flipV="1">
            <a:off x="1833157" y="189136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7" name="r0_o02105"/>
          <p:cNvSpPr/>
          <p:nvPr/>
        </p:nvSpPr>
        <p:spPr>
          <a:xfrm flipH="1" flipV="1">
            <a:off x="1466570" y="216702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8" name="r0_o02106"/>
          <p:cNvSpPr/>
          <p:nvPr/>
        </p:nvSpPr>
        <p:spPr>
          <a:xfrm flipV="1">
            <a:off x="1663822" y="221823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09" name="r0_o02107"/>
          <p:cNvSpPr/>
          <p:nvPr/>
        </p:nvSpPr>
        <p:spPr>
          <a:xfrm flipH="1" flipV="1">
            <a:off x="1508906" y="208530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0" name="r0_o02108"/>
          <p:cNvSpPr/>
          <p:nvPr/>
        </p:nvSpPr>
        <p:spPr>
          <a:xfrm>
            <a:off x="827667" y="222804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1" name="r0_o02109"/>
          <p:cNvSpPr/>
          <p:nvPr/>
        </p:nvSpPr>
        <p:spPr>
          <a:xfrm>
            <a:off x="2462451" y="2149589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2" name="r0_o02110"/>
          <p:cNvSpPr/>
          <p:nvPr/>
        </p:nvSpPr>
        <p:spPr>
          <a:xfrm>
            <a:off x="1546433" y="215939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3" name="r0_o02111"/>
          <p:cNvSpPr/>
          <p:nvPr/>
        </p:nvSpPr>
        <p:spPr>
          <a:xfrm>
            <a:off x="1504097" y="224111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4" name="r0_o02112"/>
          <p:cNvSpPr/>
          <p:nvPr/>
        </p:nvSpPr>
        <p:spPr>
          <a:xfrm flipH="1" flipV="1">
            <a:off x="2270007" y="193495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5" name="r0_o02113"/>
          <p:cNvSpPr/>
          <p:nvPr/>
        </p:nvSpPr>
        <p:spPr>
          <a:xfrm flipH="1" flipV="1">
            <a:off x="1833157" y="189898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6" name="r0_o02114"/>
          <p:cNvSpPr/>
          <p:nvPr/>
        </p:nvSpPr>
        <p:spPr>
          <a:xfrm>
            <a:off x="1673431" y="191424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7" name="r0_o02115"/>
          <p:cNvSpPr/>
          <p:nvPr/>
        </p:nvSpPr>
        <p:spPr>
          <a:xfrm flipH="1" flipV="1">
            <a:off x="719886" y="184996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8" name="r0_o02116"/>
          <p:cNvSpPr/>
          <p:nvPr/>
        </p:nvSpPr>
        <p:spPr>
          <a:xfrm flipH="1" flipV="1">
            <a:off x="2227671" y="201666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19" name="r0_o02117"/>
          <p:cNvSpPr/>
          <p:nvPr/>
        </p:nvSpPr>
        <p:spPr>
          <a:xfrm>
            <a:off x="560160" y="186521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0" name="r0_o02118"/>
          <p:cNvSpPr/>
          <p:nvPr/>
        </p:nvSpPr>
        <p:spPr>
          <a:xfrm>
            <a:off x="1476179" y="185540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1" name="r0_o02119"/>
          <p:cNvSpPr/>
          <p:nvPr/>
        </p:nvSpPr>
        <p:spPr>
          <a:xfrm flipV="1">
            <a:off x="2270007" y="192732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2" name="r0_o02120"/>
          <p:cNvSpPr/>
          <p:nvPr/>
        </p:nvSpPr>
        <p:spPr>
          <a:xfrm>
            <a:off x="1039337" y="181945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3" name="r0_o02121"/>
          <p:cNvSpPr/>
          <p:nvPr/>
        </p:nvSpPr>
        <p:spPr>
          <a:xfrm flipH="1" flipV="1">
            <a:off x="917139" y="190879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4" name="r0_o02122"/>
          <p:cNvSpPr/>
          <p:nvPr/>
        </p:nvSpPr>
        <p:spPr>
          <a:xfrm flipV="1">
            <a:off x="1621495" y="229995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5" name="r0_o02123"/>
          <p:cNvSpPr/>
          <p:nvPr/>
        </p:nvSpPr>
        <p:spPr>
          <a:xfrm flipH="1" flipV="1">
            <a:off x="2030418" y="195783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6" name="r0_o02124"/>
          <p:cNvSpPr/>
          <p:nvPr/>
        </p:nvSpPr>
        <p:spPr>
          <a:xfrm flipH="1" flipV="1">
            <a:off x="2115081" y="179439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7" name="r0_o02125"/>
          <p:cNvSpPr/>
          <p:nvPr/>
        </p:nvSpPr>
        <p:spPr>
          <a:xfrm>
            <a:off x="997002" y="190117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8" name="r0_o02126"/>
          <p:cNvSpPr/>
          <p:nvPr/>
        </p:nvSpPr>
        <p:spPr>
          <a:xfrm flipV="1">
            <a:off x="1508906" y="207768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29" name="r0_o02127"/>
          <p:cNvSpPr/>
          <p:nvPr/>
        </p:nvSpPr>
        <p:spPr>
          <a:xfrm flipH="1" flipV="1">
            <a:off x="1917829" y="173555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0" name="r0_o02128"/>
          <p:cNvSpPr/>
          <p:nvPr/>
        </p:nvSpPr>
        <p:spPr>
          <a:xfrm flipV="1">
            <a:off x="1311653" y="201884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1" name="r0_o02129"/>
          <p:cNvSpPr/>
          <p:nvPr/>
        </p:nvSpPr>
        <p:spPr>
          <a:xfrm flipV="1">
            <a:off x="874803" y="198288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2" name="r0_o02130"/>
          <p:cNvSpPr/>
          <p:nvPr/>
        </p:nvSpPr>
        <p:spPr>
          <a:xfrm flipH="1" flipV="1">
            <a:off x="1184645" y="227162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3" name="r0_o02131"/>
          <p:cNvSpPr/>
          <p:nvPr/>
        </p:nvSpPr>
        <p:spPr>
          <a:xfrm flipH="1" flipV="1">
            <a:off x="1706158" y="214414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4" name="r0_o02132"/>
          <p:cNvSpPr/>
          <p:nvPr/>
        </p:nvSpPr>
        <p:spPr>
          <a:xfrm flipV="1">
            <a:off x="1875493" y="180964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5" name="r0_o02133"/>
          <p:cNvSpPr/>
          <p:nvPr/>
        </p:nvSpPr>
        <p:spPr>
          <a:xfrm flipV="1">
            <a:off x="2100672" y="225419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6" name="r0_o02134"/>
          <p:cNvSpPr/>
          <p:nvPr/>
        </p:nvSpPr>
        <p:spPr>
          <a:xfrm flipV="1">
            <a:off x="2424924" y="206787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7" name="r0_o02135"/>
          <p:cNvSpPr/>
          <p:nvPr/>
        </p:nvSpPr>
        <p:spPr>
          <a:xfrm flipH="1" flipV="1">
            <a:off x="1199063" y="180420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8" name="r0_o02136"/>
          <p:cNvSpPr/>
          <p:nvPr/>
        </p:nvSpPr>
        <p:spPr>
          <a:xfrm flipH="1" flipV="1">
            <a:off x="1988083" y="203954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39" name="r0_o02137"/>
          <p:cNvSpPr/>
          <p:nvPr/>
        </p:nvSpPr>
        <p:spPr>
          <a:xfrm>
            <a:off x="1743685" y="221823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0" name="r0_o02138"/>
          <p:cNvSpPr/>
          <p:nvPr/>
        </p:nvSpPr>
        <p:spPr>
          <a:xfrm flipH="1" flipV="1">
            <a:off x="677550" y="193167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1" name="r0_o02139"/>
          <p:cNvSpPr/>
          <p:nvPr/>
        </p:nvSpPr>
        <p:spPr>
          <a:xfrm flipV="1">
            <a:off x="1917829" y="172793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2" name="r0_o02140"/>
          <p:cNvSpPr/>
          <p:nvPr/>
        </p:nvSpPr>
        <p:spPr>
          <a:xfrm>
            <a:off x="2194944" y="178676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3" name="r0_o02141"/>
          <p:cNvSpPr/>
          <p:nvPr/>
        </p:nvSpPr>
        <p:spPr>
          <a:xfrm>
            <a:off x="2025609" y="211363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4" name="r0_o02142"/>
          <p:cNvSpPr/>
          <p:nvPr/>
        </p:nvSpPr>
        <p:spPr>
          <a:xfrm flipV="1">
            <a:off x="635214" y="200576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5" name="r0_o02143"/>
          <p:cNvSpPr/>
          <p:nvPr/>
        </p:nvSpPr>
        <p:spPr>
          <a:xfrm flipH="1" flipV="1">
            <a:off x="1029729" y="213107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6" name="r0_o02144"/>
          <p:cNvSpPr/>
          <p:nvPr/>
        </p:nvSpPr>
        <p:spPr>
          <a:xfrm>
            <a:off x="517825" y="194693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7" name="r0_o02145"/>
          <p:cNvSpPr/>
          <p:nvPr/>
        </p:nvSpPr>
        <p:spPr>
          <a:xfrm flipV="1">
            <a:off x="1226981" y="218227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8" name="r0_o02146"/>
          <p:cNvSpPr/>
          <p:nvPr/>
        </p:nvSpPr>
        <p:spPr>
          <a:xfrm flipH="1" flipV="1">
            <a:off x="790140" y="215395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49" name="r0_o02147"/>
          <p:cNvSpPr/>
          <p:nvPr/>
        </p:nvSpPr>
        <p:spPr>
          <a:xfrm flipH="1" flipV="1">
            <a:off x="874803" y="1990513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0" name="r0_o02148"/>
          <p:cNvSpPr/>
          <p:nvPr/>
        </p:nvSpPr>
        <p:spPr>
          <a:xfrm flipV="1">
            <a:off x="1706158" y="213651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1" name="r0_o02149"/>
          <p:cNvSpPr/>
          <p:nvPr/>
        </p:nvSpPr>
        <p:spPr>
          <a:xfrm>
            <a:off x="870003" y="214632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2" name="r0_o02150"/>
          <p:cNvSpPr/>
          <p:nvPr/>
        </p:nvSpPr>
        <p:spPr>
          <a:xfrm flipH="1" flipV="1">
            <a:off x="1156727" y="188591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3" name="r0_o02151"/>
          <p:cNvSpPr/>
          <p:nvPr/>
        </p:nvSpPr>
        <p:spPr>
          <a:xfrm flipV="1">
            <a:off x="1029729" y="212344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4" name="r0_o02152"/>
          <p:cNvSpPr/>
          <p:nvPr/>
        </p:nvSpPr>
        <p:spPr>
          <a:xfrm flipV="1">
            <a:off x="2030418" y="195020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5" name="r0_o02153"/>
          <p:cNvSpPr/>
          <p:nvPr/>
        </p:nvSpPr>
        <p:spPr>
          <a:xfrm flipH="1" flipV="1">
            <a:off x="1903411" y="220297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6" name="r0_o02154"/>
          <p:cNvSpPr/>
          <p:nvPr/>
        </p:nvSpPr>
        <p:spPr>
          <a:xfrm flipH="1" flipV="1">
            <a:off x="2185335" y="209838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7" name="r0_o02155"/>
          <p:cNvSpPr/>
          <p:nvPr/>
        </p:nvSpPr>
        <p:spPr>
          <a:xfrm flipV="1">
            <a:off x="2340261" y="223131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8" name="r0_o02156"/>
          <p:cNvSpPr/>
          <p:nvPr/>
        </p:nvSpPr>
        <p:spPr>
          <a:xfrm flipV="1">
            <a:off x="2382588" y="214958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159" name="r0_o02157"/>
          <p:cNvSpPr/>
          <p:nvPr/>
        </p:nvSpPr>
        <p:spPr>
          <a:xfrm>
            <a:off x="1968539" y="16987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0" name="r0_o02158"/>
          <p:cNvSpPr/>
          <p:nvPr/>
        </p:nvSpPr>
        <p:spPr>
          <a:xfrm>
            <a:off x="1976702" y="17060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1" name="r0_o02159"/>
          <p:cNvSpPr/>
          <p:nvPr/>
        </p:nvSpPr>
        <p:spPr>
          <a:xfrm>
            <a:off x="1976702" y="17060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2" name="r0_o02160"/>
          <p:cNvSpPr/>
          <p:nvPr/>
        </p:nvSpPr>
        <p:spPr>
          <a:xfrm>
            <a:off x="2005271" y="173259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3" name="r0_o02161"/>
          <p:cNvSpPr/>
          <p:nvPr/>
        </p:nvSpPr>
        <p:spPr>
          <a:xfrm>
            <a:off x="2010495" y="173726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4" name="r0_o02162"/>
          <p:cNvSpPr/>
          <p:nvPr/>
        </p:nvSpPr>
        <p:spPr>
          <a:xfrm>
            <a:off x="2010495" y="173726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5" name="r0_o02163"/>
          <p:cNvSpPr/>
          <p:nvPr/>
        </p:nvSpPr>
        <p:spPr>
          <a:xfrm>
            <a:off x="1888677" y="170640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6" name="r0_o02164"/>
          <p:cNvSpPr/>
          <p:nvPr/>
        </p:nvSpPr>
        <p:spPr>
          <a:xfrm>
            <a:off x="1896839" y="171369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7" name="r0_o02165"/>
          <p:cNvSpPr/>
          <p:nvPr/>
        </p:nvSpPr>
        <p:spPr>
          <a:xfrm>
            <a:off x="1896839" y="171369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8" name="r0_o02166"/>
          <p:cNvSpPr/>
          <p:nvPr/>
        </p:nvSpPr>
        <p:spPr>
          <a:xfrm>
            <a:off x="1925408" y="174022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9" name="r0_o02167"/>
          <p:cNvSpPr/>
          <p:nvPr/>
        </p:nvSpPr>
        <p:spPr>
          <a:xfrm>
            <a:off x="1930632" y="174488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0" name="r0_o02168"/>
          <p:cNvSpPr/>
          <p:nvPr/>
        </p:nvSpPr>
        <p:spPr>
          <a:xfrm>
            <a:off x="1930632" y="174488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1" name="r0_o02169"/>
          <p:cNvSpPr/>
          <p:nvPr/>
        </p:nvSpPr>
        <p:spPr>
          <a:xfrm>
            <a:off x="1728951" y="17216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2" name="r0_o02170"/>
          <p:cNvSpPr/>
          <p:nvPr/>
        </p:nvSpPr>
        <p:spPr>
          <a:xfrm>
            <a:off x="1737113" y="17289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3" name="r0_o02171"/>
          <p:cNvSpPr/>
          <p:nvPr/>
        </p:nvSpPr>
        <p:spPr>
          <a:xfrm>
            <a:off x="1737113" y="17289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4" name="r0_o02172"/>
          <p:cNvSpPr/>
          <p:nvPr/>
        </p:nvSpPr>
        <p:spPr>
          <a:xfrm>
            <a:off x="1765682" y="175547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5" name="r0_o02173"/>
          <p:cNvSpPr/>
          <p:nvPr/>
        </p:nvSpPr>
        <p:spPr>
          <a:xfrm>
            <a:off x="1770906" y="176014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6" name="r0_o02174"/>
          <p:cNvSpPr/>
          <p:nvPr/>
        </p:nvSpPr>
        <p:spPr>
          <a:xfrm>
            <a:off x="1770906" y="176014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7" name="r0_o02175"/>
          <p:cNvSpPr/>
          <p:nvPr/>
        </p:nvSpPr>
        <p:spPr>
          <a:xfrm>
            <a:off x="1649088" y="172928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8" name="r0_o02176"/>
          <p:cNvSpPr/>
          <p:nvPr/>
        </p:nvSpPr>
        <p:spPr>
          <a:xfrm>
            <a:off x="1657251" y="173657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9" name="r0_o02177"/>
          <p:cNvSpPr/>
          <p:nvPr/>
        </p:nvSpPr>
        <p:spPr>
          <a:xfrm>
            <a:off x="1657251" y="173657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0" name="r0_o02178"/>
          <p:cNvSpPr/>
          <p:nvPr/>
        </p:nvSpPr>
        <p:spPr>
          <a:xfrm>
            <a:off x="1685820" y="176310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1" name="r0_o02179"/>
          <p:cNvSpPr/>
          <p:nvPr/>
        </p:nvSpPr>
        <p:spPr>
          <a:xfrm>
            <a:off x="1691044" y="176776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2" name="r0_o02180"/>
          <p:cNvSpPr/>
          <p:nvPr/>
        </p:nvSpPr>
        <p:spPr>
          <a:xfrm>
            <a:off x="1691044" y="176776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3" name="r0_o02181"/>
          <p:cNvSpPr/>
          <p:nvPr/>
        </p:nvSpPr>
        <p:spPr>
          <a:xfrm>
            <a:off x="1489362" y="17445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4" name="r0_o02182"/>
          <p:cNvSpPr/>
          <p:nvPr/>
        </p:nvSpPr>
        <p:spPr>
          <a:xfrm>
            <a:off x="1497525" y="17518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5" name="r0_o02183"/>
          <p:cNvSpPr/>
          <p:nvPr/>
        </p:nvSpPr>
        <p:spPr>
          <a:xfrm>
            <a:off x="1497525" y="17518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6" name="r0_o02184"/>
          <p:cNvSpPr/>
          <p:nvPr/>
        </p:nvSpPr>
        <p:spPr>
          <a:xfrm>
            <a:off x="1526094" y="177835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7" name="r0_o02185"/>
          <p:cNvSpPr/>
          <p:nvPr/>
        </p:nvSpPr>
        <p:spPr>
          <a:xfrm>
            <a:off x="1531318" y="178302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8" name="r0_o02186"/>
          <p:cNvSpPr/>
          <p:nvPr/>
        </p:nvSpPr>
        <p:spPr>
          <a:xfrm>
            <a:off x="1531318" y="178302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9" name="r0_o02187"/>
          <p:cNvSpPr/>
          <p:nvPr/>
        </p:nvSpPr>
        <p:spPr>
          <a:xfrm>
            <a:off x="1409500" y="175216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0" name="r0_o02188"/>
          <p:cNvSpPr/>
          <p:nvPr/>
        </p:nvSpPr>
        <p:spPr>
          <a:xfrm>
            <a:off x="1417662" y="175945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1" name="r0_o02189"/>
          <p:cNvSpPr/>
          <p:nvPr/>
        </p:nvSpPr>
        <p:spPr>
          <a:xfrm>
            <a:off x="1417662" y="175945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2" name="r0_o02190"/>
          <p:cNvSpPr/>
          <p:nvPr/>
        </p:nvSpPr>
        <p:spPr>
          <a:xfrm>
            <a:off x="1446231" y="178598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3" name="r0_o02191"/>
          <p:cNvSpPr/>
          <p:nvPr/>
        </p:nvSpPr>
        <p:spPr>
          <a:xfrm>
            <a:off x="1451455" y="179064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4" name="r0_o02192"/>
          <p:cNvSpPr/>
          <p:nvPr/>
        </p:nvSpPr>
        <p:spPr>
          <a:xfrm>
            <a:off x="1451455" y="179064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5" name="r0_o02193"/>
          <p:cNvSpPr/>
          <p:nvPr/>
        </p:nvSpPr>
        <p:spPr>
          <a:xfrm>
            <a:off x="2165792" y="175761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6" name="r0_o02194"/>
          <p:cNvSpPr/>
          <p:nvPr/>
        </p:nvSpPr>
        <p:spPr>
          <a:xfrm>
            <a:off x="2173955" y="176490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7" name="r0_o02195"/>
          <p:cNvSpPr/>
          <p:nvPr/>
        </p:nvSpPr>
        <p:spPr>
          <a:xfrm>
            <a:off x="2173955" y="176490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8" name="r0_o02196"/>
          <p:cNvSpPr/>
          <p:nvPr/>
        </p:nvSpPr>
        <p:spPr>
          <a:xfrm>
            <a:off x="2202523" y="179143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9" name="r0_o02197"/>
          <p:cNvSpPr/>
          <p:nvPr/>
        </p:nvSpPr>
        <p:spPr>
          <a:xfrm>
            <a:off x="2207748" y="179609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0" name="r0_o02198"/>
          <p:cNvSpPr/>
          <p:nvPr/>
        </p:nvSpPr>
        <p:spPr>
          <a:xfrm>
            <a:off x="2207748" y="179609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1" name="r0_o02199"/>
          <p:cNvSpPr/>
          <p:nvPr/>
        </p:nvSpPr>
        <p:spPr>
          <a:xfrm>
            <a:off x="2085929" y="17652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2" name="r0_o02200"/>
          <p:cNvSpPr/>
          <p:nvPr/>
        </p:nvSpPr>
        <p:spPr>
          <a:xfrm>
            <a:off x="2094092" y="17725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3" name="r0_o02201"/>
          <p:cNvSpPr/>
          <p:nvPr/>
        </p:nvSpPr>
        <p:spPr>
          <a:xfrm>
            <a:off x="2094092" y="17725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4" name="r0_o02202"/>
          <p:cNvSpPr/>
          <p:nvPr/>
        </p:nvSpPr>
        <p:spPr>
          <a:xfrm>
            <a:off x="1249774" y="176742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5" name="r0_o02203"/>
          <p:cNvSpPr/>
          <p:nvPr/>
        </p:nvSpPr>
        <p:spPr>
          <a:xfrm>
            <a:off x="1257936" y="177471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6" name="r0_o02204"/>
          <p:cNvSpPr/>
          <p:nvPr/>
        </p:nvSpPr>
        <p:spPr>
          <a:xfrm>
            <a:off x="1257936" y="177471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7" name="r0_o02205"/>
          <p:cNvSpPr/>
          <p:nvPr/>
        </p:nvSpPr>
        <p:spPr>
          <a:xfrm>
            <a:off x="1286505" y="180123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8" name="r0_o02206"/>
          <p:cNvSpPr/>
          <p:nvPr/>
        </p:nvSpPr>
        <p:spPr>
          <a:xfrm>
            <a:off x="1291729" y="180590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9" name="r0_o02207"/>
          <p:cNvSpPr/>
          <p:nvPr/>
        </p:nvSpPr>
        <p:spPr>
          <a:xfrm>
            <a:off x="1291729" y="180590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0" name="r0_o02208"/>
          <p:cNvSpPr/>
          <p:nvPr/>
        </p:nvSpPr>
        <p:spPr>
          <a:xfrm>
            <a:off x="1169911" y="177505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1" name="r0_o02209"/>
          <p:cNvSpPr/>
          <p:nvPr/>
        </p:nvSpPr>
        <p:spPr>
          <a:xfrm>
            <a:off x="1178074" y="178233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2" name="r0_o02210"/>
          <p:cNvSpPr/>
          <p:nvPr/>
        </p:nvSpPr>
        <p:spPr>
          <a:xfrm>
            <a:off x="1178074" y="178233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3" name="r0_o02211"/>
          <p:cNvSpPr/>
          <p:nvPr/>
        </p:nvSpPr>
        <p:spPr>
          <a:xfrm>
            <a:off x="1206643" y="180886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4" name="r0_o02212"/>
          <p:cNvSpPr/>
          <p:nvPr/>
        </p:nvSpPr>
        <p:spPr>
          <a:xfrm>
            <a:off x="1211867" y="181353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5" name="r0_o02213"/>
          <p:cNvSpPr/>
          <p:nvPr/>
        </p:nvSpPr>
        <p:spPr>
          <a:xfrm>
            <a:off x="1211867" y="181353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6" name="r0_o02214"/>
          <p:cNvSpPr/>
          <p:nvPr/>
        </p:nvSpPr>
        <p:spPr>
          <a:xfrm>
            <a:off x="1926204" y="178049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7" name="r0_o02215"/>
          <p:cNvSpPr/>
          <p:nvPr/>
        </p:nvSpPr>
        <p:spPr>
          <a:xfrm>
            <a:off x="1934366" y="178778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8" name="r0_o02216"/>
          <p:cNvSpPr/>
          <p:nvPr/>
        </p:nvSpPr>
        <p:spPr>
          <a:xfrm>
            <a:off x="1934366" y="178778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9" name="r0_o02217"/>
          <p:cNvSpPr/>
          <p:nvPr/>
        </p:nvSpPr>
        <p:spPr>
          <a:xfrm>
            <a:off x="1846341" y="17881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0" name="r0_o02218"/>
          <p:cNvSpPr/>
          <p:nvPr/>
        </p:nvSpPr>
        <p:spPr>
          <a:xfrm>
            <a:off x="1854503" y="17954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1" name="r0_o02219"/>
          <p:cNvSpPr/>
          <p:nvPr/>
        </p:nvSpPr>
        <p:spPr>
          <a:xfrm>
            <a:off x="1854503" y="17954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2" name="r0_o02220"/>
          <p:cNvSpPr/>
          <p:nvPr/>
        </p:nvSpPr>
        <p:spPr>
          <a:xfrm>
            <a:off x="1010185" y="179030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3" name="r0_o02221"/>
          <p:cNvSpPr/>
          <p:nvPr/>
        </p:nvSpPr>
        <p:spPr>
          <a:xfrm>
            <a:off x="1018348" y="179759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4" name="r0_o02222"/>
          <p:cNvSpPr/>
          <p:nvPr/>
        </p:nvSpPr>
        <p:spPr>
          <a:xfrm>
            <a:off x="1018348" y="179759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5" name="r0_o02223"/>
          <p:cNvSpPr/>
          <p:nvPr/>
        </p:nvSpPr>
        <p:spPr>
          <a:xfrm>
            <a:off x="1046917" y="182412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6" name="r0_o02224"/>
          <p:cNvSpPr/>
          <p:nvPr/>
        </p:nvSpPr>
        <p:spPr>
          <a:xfrm>
            <a:off x="1052141" y="182878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7" name="r0_o02225"/>
          <p:cNvSpPr/>
          <p:nvPr/>
        </p:nvSpPr>
        <p:spPr>
          <a:xfrm>
            <a:off x="1052141" y="182878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8" name="r0_o02226"/>
          <p:cNvSpPr/>
          <p:nvPr/>
        </p:nvSpPr>
        <p:spPr>
          <a:xfrm>
            <a:off x="930323" y="179793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9" name="r0_o02227"/>
          <p:cNvSpPr/>
          <p:nvPr/>
        </p:nvSpPr>
        <p:spPr>
          <a:xfrm>
            <a:off x="938485" y="180521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0" name="r0_o02228"/>
          <p:cNvSpPr/>
          <p:nvPr/>
        </p:nvSpPr>
        <p:spPr>
          <a:xfrm>
            <a:off x="938485" y="180521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1" name="r0_o02229"/>
          <p:cNvSpPr/>
          <p:nvPr/>
        </p:nvSpPr>
        <p:spPr>
          <a:xfrm>
            <a:off x="967054" y="183174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2" name="r0_o02230"/>
          <p:cNvSpPr/>
          <p:nvPr/>
        </p:nvSpPr>
        <p:spPr>
          <a:xfrm>
            <a:off x="972278" y="183641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3" name="r0_o02231"/>
          <p:cNvSpPr/>
          <p:nvPr/>
        </p:nvSpPr>
        <p:spPr>
          <a:xfrm>
            <a:off x="972278" y="183641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4" name="r0_o02232"/>
          <p:cNvSpPr/>
          <p:nvPr/>
        </p:nvSpPr>
        <p:spPr>
          <a:xfrm>
            <a:off x="1686615" y="18033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5" name="r0_o02233"/>
          <p:cNvSpPr/>
          <p:nvPr/>
        </p:nvSpPr>
        <p:spPr>
          <a:xfrm>
            <a:off x="1694778" y="18106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6" name="r0_o02234"/>
          <p:cNvSpPr/>
          <p:nvPr/>
        </p:nvSpPr>
        <p:spPr>
          <a:xfrm>
            <a:off x="1694778" y="18106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7" name="r0_o02235"/>
          <p:cNvSpPr/>
          <p:nvPr/>
        </p:nvSpPr>
        <p:spPr>
          <a:xfrm>
            <a:off x="1606752" y="18110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8" name="r0_o02236"/>
          <p:cNvSpPr/>
          <p:nvPr/>
        </p:nvSpPr>
        <p:spPr>
          <a:xfrm>
            <a:off x="1614915" y="18182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9" name="r0_o02237"/>
          <p:cNvSpPr/>
          <p:nvPr/>
        </p:nvSpPr>
        <p:spPr>
          <a:xfrm>
            <a:off x="1614915" y="18182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0" name="r0_o02238"/>
          <p:cNvSpPr/>
          <p:nvPr/>
        </p:nvSpPr>
        <p:spPr>
          <a:xfrm>
            <a:off x="770597" y="181318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1" name="r0_o02239"/>
          <p:cNvSpPr/>
          <p:nvPr/>
        </p:nvSpPr>
        <p:spPr>
          <a:xfrm>
            <a:off x="778760" y="182047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2" name="r0_o02240"/>
          <p:cNvSpPr/>
          <p:nvPr/>
        </p:nvSpPr>
        <p:spPr>
          <a:xfrm>
            <a:off x="778760" y="182047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3" name="r0_o02241"/>
          <p:cNvSpPr/>
          <p:nvPr/>
        </p:nvSpPr>
        <p:spPr>
          <a:xfrm>
            <a:off x="807328" y="184700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4" name="r0_o02242"/>
          <p:cNvSpPr/>
          <p:nvPr/>
        </p:nvSpPr>
        <p:spPr>
          <a:xfrm>
            <a:off x="812552" y="185166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5" name="r0_o02243"/>
          <p:cNvSpPr/>
          <p:nvPr/>
        </p:nvSpPr>
        <p:spPr>
          <a:xfrm>
            <a:off x="812552" y="185166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6" name="r0_o02244"/>
          <p:cNvSpPr/>
          <p:nvPr/>
        </p:nvSpPr>
        <p:spPr>
          <a:xfrm>
            <a:off x="690734" y="182081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7" name="r0_o02245"/>
          <p:cNvSpPr/>
          <p:nvPr/>
        </p:nvSpPr>
        <p:spPr>
          <a:xfrm>
            <a:off x="698897" y="182809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8" name="r0_o02246"/>
          <p:cNvSpPr/>
          <p:nvPr/>
        </p:nvSpPr>
        <p:spPr>
          <a:xfrm>
            <a:off x="698897" y="182809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9" name="r0_o02247"/>
          <p:cNvSpPr/>
          <p:nvPr/>
        </p:nvSpPr>
        <p:spPr>
          <a:xfrm>
            <a:off x="727466" y="185462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0" name="r0_o02248"/>
          <p:cNvSpPr/>
          <p:nvPr/>
        </p:nvSpPr>
        <p:spPr>
          <a:xfrm>
            <a:off x="732690" y="185929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1" name="r0_o02249"/>
          <p:cNvSpPr/>
          <p:nvPr/>
        </p:nvSpPr>
        <p:spPr>
          <a:xfrm>
            <a:off x="732690" y="185929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2" name="r0_o02250"/>
          <p:cNvSpPr/>
          <p:nvPr/>
        </p:nvSpPr>
        <p:spPr>
          <a:xfrm>
            <a:off x="2283182" y="18240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3" name="r0_o02251"/>
          <p:cNvSpPr/>
          <p:nvPr/>
        </p:nvSpPr>
        <p:spPr>
          <a:xfrm>
            <a:off x="2291344" y="18313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4" name="r0_o02252"/>
          <p:cNvSpPr/>
          <p:nvPr/>
        </p:nvSpPr>
        <p:spPr>
          <a:xfrm>
            <a:off x="2291344" y="18313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5" name="r0_o02253"/>
          <p:cNvSpPr/>
          <p:nvPr/>
        </p:nvSpPr>
        <p:spPr>
          <a:xfrm>
            <a:off x="2319913" y="185789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6" name="r0_o02254"/>
          <p:cNvSpPr/>
          <p:nvPr/>
        </p:nvSpPr>
        <p:spPr>
          <a:xfrm>
            <a:off x="2325137" y="186255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7" name="r0_o02255"/>
          <p:cNvSpPr/>
          <p:nvPr/>
        </p:nvSpPr>
        <p:spPr>
          <a:xfrm>
            <a:off x="2325137" y="186255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8" name="r0_o02256"/>
          <p:cNvSpPr/>
          <p:nvPr/>
        </p:nvSpPr>
        <p:spPr>
          <a:xfrm>
            <a:off x="1447027" y="18262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9" name="r0_o02257"/>
          <p:cNvSpPr/>
          <p:nvPr/>
        </p:nvSpPr>
        <p:spPr>
          <a:xfrm>
            <a:off x="1455189" y="18335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0" name="r0_o02258"/>
          <p:cNvSpPr/>
          <p:nvPr/>
        </p:nvSpPr>
        <p:spPr>
          <a:xfrm>
            <a:off x="1455189" y="18335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1" name="r0_o02259"/>
          <p:cNvSpPr/>
          <p:nvPr/>
        </p:nvSpPr>
        <p:spPr>
          <a:xfrm>
            <a:off x="1367164" y="183388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2" name="r0_o02260"/>
          <p:cNvSpPr/>
          <p:nvPr/>
        </p:nvSpPr>
        <p:spPr>
          <a:xfrm>
            <a:off x="1375326" y="184117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3" name="r0_o02261"/>
          <p:cNvSpPr/>
          <p:nvPr/>
        </p:nvSpPr>
        <p:spPr>
          <a:xfrm>
            <a:off x="1375326" y="184117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4" name="r0_o02262"/>
          <p:cNvSpPr/>
          <p:nvPr/>
        </p:nvSpPr>
        <p:spPr>
          <a:xfrm>
            <a:off x="531008" y="183606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5" name="r0_o02263"/>
          <p:cNvSpPr/>
          <p:nvPr/>
        </p:nvSpPr>
        <p:spPr>
          <a:xfrm>
            <a:off x="539171" y="184335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6" name="r0_o02264"/>
          <p:cNvSpPr/>
          <p:nvPr/>
        </p:nvSpPr>
        <p:spPr>
          <a:xfrm>
            <a:off x="539171" y="184335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7" name="r0_o02265"/>
          <p:cNvSpPr/>
          <p:nvPr/>
        </p:nvSpPr>
        <p:spPr>
          <a:xfrm>
            <a:off x="567740" y="186988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8" name="r0_o02266"/>
          <p:cNvSpPr/>
          <p:nvPr/>
        </p:nvSpPr>
        <p:spPr>
          <a:xfrm>
            <a:off x="572964" y="187454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9" name="r0_o02267"/>
          <p:cNvSpPr/>
          <p:nvPr/>
        </p:nvSpPr>
        <p:spPr>
          <a:xfrm>
            <a:off x="572964" y="187454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0" name="r0_o02268"/>
          <p:cNvSpPr/>
          <p:nvPr/>
        </p:nvSpPr>
        <p:spPr>
          <a:xfrm>
            <a:off x="2123456" y="183932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1" name="r0_o02269"/>
          <p:cNvSpPr/>
          <p:nvPr/>
        </p:nvSpPr>
        <p:spPr>
          <a:xfrm>
            <a:off x="2131619" y="184661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2" name="r0_o02270"/>
          <p:cNvSpPr/>
          <p:nvPr/>
        </p:nvSpPr>
        <p:spPr>
          <a:xfrm>
            <a:off x="2131619" y="184661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3" name="r0_o02271"/>
          <p:cNvSpPr/>
          <p:nvPr/>
        </p:nvSpPr>
        <p:spPr>
          <a:xfrm>
            <a:off x="451146" y="184369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4" name="r0_o02272"/>
          <p:cNvSpPr/>
          <p:nvPr/>
        </p:nvSpPr>
        <p:spPr>
          <a:xfrm>
            <a:off x="459308" y="185098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5" name="r0_o02273"/>
          <p:cNvSpPr/>
          <p:nvPr/>
        </p:nvSpPr>
        <p:spPr>
          <a:xfrm>
            <a:off x="459308" y="185098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6" name="r0_o02274"/>
          <p:cNvSpPr/>
          <p:nvPr/>
        </p:nvSpPr>
        <p:spPr>
          <a:xfrm>
            <a:off x="487877" y="187750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7" name="r0_o02275"/>
          <p:cNvSpPr/>
          <p:nvPr/>
        </p:nvSpPr>
        <p:spPr>
          <a:xfrm>
            <a:off x="493101" y="188217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8" name="r0_o02276"/>
          <p:cNvSpPr/>
          <p:nvPr/>
        </p:nvSpPr>
        <p:spPr>
          <a:xfrm>
            <a:off x="493101" y="188217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9" name="r0_o02277"/>
          <p:cNvSpPr/>
          <p:nvPr/>
        </p:nvSpPr>
        <p:spPr>
          <a:xfrm>
            <a:off x="2043593" y="184695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0" name="r0_o02278"/>
          <p:cNvSpPr/>
          <p:nvPr/>
        </p:nvSpPr>
        <p:spPr>
          <a:xfrm>
            <a:off x="2051756" y="185424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1" name="r0_o02279"/>
          <p:cNvSpPr/>
          <p:nvPr/>
        </p:nvSpPr>
        <p:spPr>
          <a:xfrm>
            <a:off x="2051756" y="185424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2" name="r0_o02280"/>
          <p:cNvSpPr/>
          <p:nvPr/>
        </p:nvSpPr>
        <p:spPr>
          <a:xfrm>
            <a:off x="1207438" y="184913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3" name="r0_o02281"/>
          <p:cNvSpPr/>
          <p:nvPr/>
        </p:nvSpPr>
        <p:spPr>
          <a:xfrm>
            <a:off x="1215601" y="185642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4" name="r0_o02282"/>
          <p:cNvSpPr/>
          <p:nvPr/>
        </p:nvSpPr>
        <p:spPr>
          <a:xfrm>
            <a:off x="1215601" y="185642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5" name="r0_o02283"/>
          <p:cNvSpPr/>
          <p:nvPr/>
        </p:nvSpPr>
        <p:spPr>
          <a:xfrm>
            <a:off x="1127575" y="185676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6" name="r0_o02284"/>
          <p:cNvSpPr/>
          <p:nvPr/>
        </p:nvSpPr>
        <p:spPr>
          <a:xfrm>
            <a:off x="1135738" y="186405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7" name="r0_o02285"/>
          <p:cNvSpPr/>
          <p:nvPr/>
        </p:nvSpPr>
        <p:spPr>
          <a:xfrm>
            <a:off x="1135738" y="186405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8" name="r0_o02286"/>
          <p:cNvSpPr/>
          <p:nvPr/>
        </p:nvSpPr>
        <p:spPr>
          <a:xfrm>
            <a:off x="1883868" y="18622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9" name="r0_o02287"/>
          <p:cNvSpPr/>
          <p:nvPr/>
        </p:nvSpPr>
        <p:spPr>
          <a:xfrm>
            <a:off x="1892030" y="18694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0" name="r0_o02288"/>
          <p:cNvSpPr/>
          <p:nvPr/>
        </p:nvSpPr>
        <p:spPr>
          <a:xfrm>
            <a:off x="1892030" y="18694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1" name="r0_o02289"/>
          <p:cNvSpPr/>
          <p:nvPr/>
        </p:nvSpPr>
        <p:spPr>
          <a:xfrm>
            <a:off x="1804005" y="186983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2" name="r0_o02290"/>
          <p:cNvSpPr/>
          <p:nvPr/>
        </p:nvSpPr>
        <p:spPr>
          <a:xfrm>
            <a:off x="1812167" y="187712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3" name="r0_o02291"/>
          <p:cNvSpPr/>
          <p:nvPr/>
        </p:nvSpPr>
        <p:spPr>
          <a:xfrm>
            <a:off x="1812167" y="187712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4" name="r0_o02292"/>
          <p:cNvSpPr/>
          <p:nvPr/>
        </p:nvSpPr>
        <p:spPr>
          <a:xfrm>
            <a:off x="967850" y="18720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5" name="r0_o02293"/>
          <p:cNvSpPr/>
          <p:nvPr/>
        </p:nvSpPr>
        <p:spPr>
          <a:xfrm>
            <a:off x="976012" y="18793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6" name="r0_o02294"/>
          <p:cNvSpPr/>
          <p:nvPr/>
        </p:nvSpPr>
        <p:spPr>
          <a:xfrm>
            <a:off x="976012" y="18793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7" name="r0_o02295"/>
          <p:cNvSpPr/>
          <p:nvPr/>
        </p:nvSpPr>
        <p:spPr>
          <a:xfrm>
            <a:off x="887987" y="187964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8" name="r0_o02296"/>
          <p:cNvSpPr/>
          <p:nvPr/>
        </p:nvSpPr>
        <p:spPr>
          <a:xfrm>
            <a:off x="896149" y="188693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9" name="r0_o02297"/>
          <p:cNvSpPr/>
          <p:nvPr/>
        </p:nvSpPr>
        <p:spPr>
          <a:xfrm>
            <a:off x="896149" y="188693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0" name="r0_o02298"/>
          <p:cNvSpPr/>
          <p:nvPr/>
        </p:nvSpPr>
        <p:spPr>
          <a:xfrm>
            <a:off x="1644279" y="18850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1" name="r0_o02299"/>
          <p:cNvSpPr/>
          <p:nvPr/>
        </p:nvSpPr>
        <p:spPr>
          <a:xfrm>
            <a:off x="1652442" y="18923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2" name="r0_o02300"/>
          <p:cNvSpPr/>
          <p:nvPr/>
        </p:nvSpPr>
        <p:spPr>
          <a:xfrm>
            <a:off x="1652442" y="18923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3" name="r0_o02301"/>
          <p:cNvSpPr/>
          <p:nvPr/>
        </p:nvSpPr>
        <p:spPr>
          <a:xfrm>
            <a:off x="1564416" y="189271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4" name="r0_o02302"/>
          <p:cNvSpPr/>
          <p:nvPr/>
        </p:nvSpPr>
        <p:spPr>
          <a:xfrm>
            <a:off x="1572579" y="190000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5" name="r0_o02303"/>
          <p:cNvSpPr/>
          <p:nvPr/>
        </p:nvSpPr>
        <p:spPr>
          <a:xfrm>
            <a:off x="1572579" y="190000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6" name="r0_o02304"/>
          <p:cNvSpPr/>
          <p:nvPr/>
        </p:nvSpPr>
        <p:spPr>
          <a:xfrm>
            <a:off x="728261" y="189490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7" name="r0_o02305"/>
          <p:cNvSpPr/>
          <p:nvPr/>
        </p:nvSpPr>
        <p:spPr>
          <a:xfrm>
            <a:off x="736424" y="190218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8" name="r0_o02306"/>
          <p:cNvSpPr/>
          <p:nvPr/>
        </p:nvSpPr>
        <p:spPr>
          <a:xfrm>
            <a:off x="736424" y="190218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9" name="r0_o02307"/>
          <p:cNvSpPr/>
          <p:nvPr/>
        </p:nvSpPr>
        <p:spPr>
          <a:xfrm>
            <a:off x="2320718" y="18981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0" name="r0_o02308"/>
          <p:cNvSpPr/>
          <p:nvPr/>
        </p:nvSpPr>
        <p:spPr>
          <a:xfrm>
            <a:off x="2328880" y="19054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1" name="r0_o02309"/>
          <p:cNvSpPr/>
          <p:nvPr/>
        </p:nvSpPr>
        <p:spPr>
          <a:xfrm>
            <a:off x="2328880" y="19054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2" name="r0_o02310"/>
          <p:cNvSpPr/>
          <p:nvPr/>
        </p:nvSpPr>
        <p:spPr>
          <a:xfrm>
            <a:off x="648398" y="190252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3" name="r0_o02311"/>
          <p:cNvSpPr/>
          <p:nvPr/>
        </p:nvSpPr>
        <p:spPr>
          <a:xfrm>
            <a:off x="656561" y="190981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4" name="r0_o02312"/>
          <p:cNvSpPr/>
          <p:nvPr/>
        </p:nvSpPr>
        <p:spPr>
          <a:xfrm>
            <a:off x="656561" y="190981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5" name="r0_o02313"/>
          <p:cNvSpPr/>
          <p:nvPr/>
        </p:nvSpPr>
        <p:spPr>
          <a:xfrm>
            <a:off x="2240855" y="190579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6" name="r0_o02314"/>
          <p:cNvSpPr/>
          <p:nvPr/>
        </p:nvSpPr>
        <p:spPr>
          <a:xfrm>
            <a:off x="2249017" y="191308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7" name="r0_o02315"/>
          <p:cNvSpPr/>
          <p:nvPr/>
        </p:nvSpPr>
        <p:spPr>
          <a:xfrm>
            <a:off x="2249017" y="191308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8" name="r0_o02316"/>
          <p:cNvSpPr/>
          <p:nvPr/>
        </p:nvSpPr>
        <p:spPr>
          <a:xfrm>
            <a:off x="1404691" y="19079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9" name="r0_o02317"/>
          <p:cNvSpPr/>
          <p:nvPr/>
        </p:nvSpPr>
        <p:spPr>
          <a:xfrm>
            <a:off x="1412853" y="19152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0" name="r0_o02318"/>
          <p:cNvSpPr/>
          <p:nvPr/>
        </p:nvSpPr>
        <p:spPr>
          <a:xfrm>
            <a:off x="1412853" y="19152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1" name="r0_o02319"/>
          <p:cNvSpPr/>
          <p:nvPr/>
        </p:nvSpPr>
        <p:spPr>
          <a:xfrm>
            <a:off x="1324828" y="191559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2" name="r0_o02320"/>
          <p:cNvSpPr/>
          <p:nvPr/>
        </p:nvSpPr>
        <p:spPr>
          <a:xfrm>
            <a:off x="1332990" y="192288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3" name="r0_o02321"/>
          <p:cNvSpPr/>
          <p:nvPr/>
        </p:nvSpPr>
        <p:spPr>
          <a:xfrm>
            <a:off x="1332990" y="192288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4" name="r0_o02322"/>
          <p:cNvSpPr/>
          <p:nvPr/>
        </p:nvSpPr>
        <p:spPr>
          <a:xfrm>
            <a:off x="488673" y="191778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5" name="r0_o02323"/>
          <p:cNvSpPr/>
          <p:nvPr/>
        </p:nvSpPr>
        <p:spPr>
          <a:xfrm>
            <a:off x="496835" y="192506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6" name="r0_o02324"/>
          <p:cNvSpPr/>
          <p:nvPr/>
        </p:nvSpPr>
        <p:spPr>
          <a:xfrm>
            <a:off x="496835" y="192506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7" name="r0_o02325"/>
          <p:cNvSpPr/>
          <p:nvPr/>
        </p:nvSpPr>
        <p:spPr>
          <a:xfrm>
            <a:off x="525404" y="195159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8" name="r0_o02326"/>
          <p:cNvSpPr/>
          <p:nvPr/>
        </p:nvSpPr>
        <p:spPr>
          <a:xfrm>
            <a:off x="530628" y="195626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9" name="r0_o02327"/>
          <p:cNvSpPr/>
          <p:nvPr/>
        </p:nvSpPr>
        <p:spPr>
          <a:xfrm>
            <a:off x="530628" y="195626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0" name="r0_o02328"/>
          <p:cNvSpPr/>
          <p:nvPr/>
        </p:nvSpPr>
        <p:spPr>
          <a:xfrm>
            <a:off x="2081129" y="19210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1" name="r0_o02329"/>
          <p:cNvSpPr/>
          <p:nvPr/>
        </p:nvSpPr>
        <p:spPr>
          <a:xfrm>
            <a:off x="2089292" y="19283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2" name="r0_o02330"/>
          <p:cNvSpPr/>
          <p:nvPr/>
        </p:nvSpPr>
        <p:spPr>
          <a:xfrm>
            <a:off x="2089292" y="19283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3" name="r0_o02331"/>
          <p:cNvSpPr/>
          <p:nvPr/>
        </p:nvSpPr>
        <p:spPr>
          <a:xfrm>
            <a:off x="2001266" y="19286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4" name="r0_o02332"/>
          <p:cNvSpPr/>
          <p:nvPr/>
        </p:nvSpPr>
        <p:spPr>
          <a:xfrm>
            <a:off x="2009429" y="19359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5" name="r0_o02333"/>
          <p:cNvSpPr/>
          <p:nvPr/>
        </p:nvSpPr>
        <p:spPr>
          <a:xfrm>
            <a:off x="2009429" y="19359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6" name="r0_o02334"/>
          <p:cNvSpPr/>
          <p:nvPr/>
        </p:nvSpPr>
        <p:spPr>
          <a:xfrm>
            <a:off x="1165102" y="19308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7" name="r0_o02335"/>
          <p:cNvSpPr/>
          <p:nvPr/>
        </p:nvSpPr>
        <p:spPr>
          <a:xfrm>
            <a:off x="1173265" y="19381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8" name="r0_o02336"/>
          <p:cNvSpPr/>
          <p:nvPr/>
        </p:nvSpPr>
        <p:spPr>
          <a:xfrm>
            <a:off x="1173265" y="19381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9" name="r0_o02337"/>
          <p:cNvSpPr/>
          <p:nvPr/>
        </p:nvSpPr>
        <p:spPr>
          <a:xfrm>
            <a:off x="1085239" y="193848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0" name="r0_o02338"/>
          <p:cNvSpPr/>
          <p:nvPr/>
        </p:nvSpPr>
        <p:spPr>
          <a:xfrm>
            <a:off x="1093402" y="194576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1" name="r0_o02339"/>
          <p:cNvSpPr/>
          <p:nvPr/>
        </p:nvSpPr>
        <p:spPr>
          <a:xfrm>
            <a:off x="1093402" y="194576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2" name="r0_o02340"/>
          <p:cNvSpPr/>
          <p:nvPr/>
        </p:nvSpPr>
        <p:spPr>
          <a:xfrm>
            <a:off x="1841541" y="194393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3" name="r0_o02341"/>
          <p:cNvSpPr/>
          <p:nvPr/>
        </p:nvSpPr>
        <p:spPr>
          <a:xfrm>
            <a:off x="1849703" y="195122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4" name="r0_o02342"/>
          <p:cNvSpPr/>
          <p:nvPr/>
        </p:nvSpPr>
        <p:spPr>
          <a:xfrm>
            <a:off x="1849703" y="195122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5" name="r0_o02343"/>
          <p:cNvSpPr/>
          <p:nvPr/>
        </p:nvSpPr>
        <p:spPr>
          <a:xfrm>
            <a:off x="1761678" y="19515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6" name="r0_o02344"/>
          <p:cNvSpPr/>
          <p:nvPr/>
        </p:nvSpPr>
        <p:spPr>
          <a:xfrm>
            <a:off x="1769840" y="19588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7" name="r0_o02345"/>
          <p:cNvSpPr/>
          <p:nvPr/>
        </p:nvSpPr>
        <p:spPr>
          <a:xfrm>
            <a:off x="1769840" y="19588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8" name="r0_o02346"/>
          <p:cNvSpPr/>
          <p:nvPr/>
        </p:nvSpPr>
        <p:spPr>
          <a:xfrm>
            <a:off x="925514" y="195373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9" name="r0_o02347"/>
          <p:cNvSpPr/>
          <p:nvPr/>
        </p:nvSpPr>
        <p:spPr>
          <a:xfrm>
            <a:off x="933676" y="196102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0" name="r0_o02348"/>
          <p:cNvSpPr/>
          <p:nvPr/>
        </p:nvSpPr>
        <p:spPr>
          <a:xfrm>
            <a:off x="933676" y="196102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1" name="r0_o02349"/>
          <p:cNvSpPr/>
          <p:nvPr/>
        </p:nvSpPr>
        <p:spPr>
          <a:xfrm>
            <a:off x="845651" y="196136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2" name="r0_o02350"/>
          <p:cNvSpPr/>
          <p:nvPr/>
        </p:nvSpPr>
        <p:spPr>
          <a:xfrm>
            <a:off x="853813" y="196864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3" name="r0_o02351"/>
          <p:cNvSpPr/>
          <p:nvPr/>
        </p:nvSpPr>
        <p:spPr>
          <a:xfrm>
            <a:off x="853813" y="196864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4" name="r0_o02352"/>
          <p:cNvSpPr/>
          <p:nvPr/>
        </p:nvSpPr>
        <p:spPr>
          <a:xfrm>
            <a:off x="2438108" y="196463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5" name="r0_o02353"/>
          <p:cNvSpPr/>
          <p:nvPr/>
        </p:nvSpPr>
        <p:spPr>
          <a:xfrm>
            <a:off x="2446270" y="197192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6" name="r0_o02354"/>
          <p:cNvSpPr/>
          <p:nvPr/>
        </p:nvSpPr>
        <p:spPr>
          <a:xfrm>
            <a:off x="2446270" y="197192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7" name="r0_o02355"/>
          <p:cNvSpPr/>
          <p:nvPr/>
        </p:nvSpPr>
        <p:spPr>
          <a:xfrm>
            <a:off x="2474839" y="199844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8" name="r0_o02356"/>
          <p:cNvSpPr/>
          <p:nvPr/>
        </p:nvSpPr>
        <p:spPr>
          <a:xfrm>
            <a:off x="2480063" y="200311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9" name="r0_o02357"/>
          <p:cNvSpPr/>
          <p:nvPr/>
        </p:nvSpPr>
        <p:spPr>
          <a:xfrm>
            <a:off x="2480063" y="200311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0" name="r0_o02358"/>
          <p:cNvSpPr/>
          <p:nvPr/>
        </p:nvSpPr>
        <p:spPr>
          <a:xfrm>
            <a:off x="1601952" y="196681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1" name="r0_o02359"/>
          <p:cNvSpPr/>
          <p:nvPr/>
        </p:nvSpPr>
        <p:spPr>
          <a:xfrm>
            <a:off x="1610115" y="197410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2" name="r0_o02360"/>
          <p:cNvSpPr/>
          <p:nvPr/>
        </p:nvSpPr>
        <p:spPr>
          <a:xfrm>
            <a:off x="1610115" y="197410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3" name="r0_o02361"/>
          <p:cNvSpPr/>
          <p:nvPr/>
        </p:nvSpPr>
        <p:spPr>
          <a:xfrm>
            <a:off x="1522089" y="19744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4" name="r0_o02362"/>
          <p:cNvSpPr/>
          <p:nvPr/>
        </p:nvSpPr>
        <p:spPr>
          <a:xfrm>
            <a:off x="1530252" y="19817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5" name="r0_o02363"/>
          <p:cNvSpPr/>
          <p:nvPr/>
        </p:nvSpPr>
        <p:spPr>
          <a:xfrm>
            <a:off x="1530252" y="19817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6" name="r0_o02364"/>
          <p:cNvSpPr/>
          <p:nvPr/>
        </p:nvSpPr>
        <p:spPr>
          <a:xfrm>
            <a:off x="685925" y="197661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7" name="r0_o02365"/>
          <p:cNvSpPr/>
          <p:nvPr/>
        </p:nvSpPr>
        <p:spPr>
          <a:xfrm>
            <a:off x="694088" y="198390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8" name="r0_o02366"/>
          <p:cNvSpPr/>
          <p:nvPr/>
        </p:nvSpPr>
        <p:spPr>
          <a:xfrm>
            <a:off x="694088" y="198390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9" name="r0_o02367"/>
          <p:cNvSpPr/>
          <p:nvPr/>
        </p:nvSpPr>
        <p:spPr>
          <a:xfrm>
            <a:off x="2278382" y="19798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0" name="r0_o02368"/>
          <p:cNvSpPr/>
          <p:nvPr/>
        </p:nvSpPr>
        <p:spPr>
          <a:xfrm>
            <a:off x="2286544" y="19871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1" name="r0_o02369"/>
          <p:cNvSpPr/>
          <p:nvPr/>
        </p:nvSpPr>
        <p:spPr>
          <a:xfrm>
            <a:off x="2286544" y="19871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2" name="r0_o02370"/>
          <p:cNvSpPr/>
          <p:nvPr/>
        </p:nvSpPr>
        <p:spPr>
          <a:xfrm>
            <a:off x="606062" y="198424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3" name="r0_o02371"/>
          <p:cNvSpPr/>
          <p:nvPr/>
        </p:nvSpPr>
        <p:spPr>
          <a:xfrm>
            <a:off x="614225" y="199153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4" name="r0_o02372"/>
          <p:cNvSpPr/>
          <p:nvPr/>
        </p:nvSpPr>
        <p:spPr>
          <a:xfrm>
            <a:off x="614225" y="199153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5" name="r0_o02373"/>
          <p:cNvSpPr/>
          <p:nvPr/>
        </p:nvSpPr>
        <p:spPr>
          <a:xfrm>
            <a:off x="2198519" y="198751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6" name="r0_o02374"/>
          <p:cNvSpPr/>
          <p:nvPr/>
        </p:nvSpPr>
        <p:spPr>
          <a:xfrm>
            <a:off x="2206682" y="199480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7" name="r0_o02375"/>
          <p:cNvSpPr/>
          <p:nvPr/>
        </p:nvSpPr>
        <p:spPr>
          <a:xfrm>
            <a:off x="2206682" y="199480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8" name="r0_o02376"/>
          <p:cNvSpPr/>
          <p:nvPr/>
        </p:nvSpPr>
        <p:spPr>
          <a:xfrm>
            <a:off x="1362364" y="198969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9" name="r0_o02377"/>
          <p:cNvSpPr/>
          <p:nvPr/>
        </p:nvSpPr>
        <p:spPr>
          <a:xfrm>
            <a:off x="1370526" y="199698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0" name="r0_o02378"/>
          <p:cNvSpPr/>
          <p:nvPr/>
        </p:nvSpPr>
        <p:spPr>
          <a:xfrm>
            <a:off x="1370526" y="199698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1" name="r0_o02379"/>
          <p:cNvSpPr/>
          <p:nvPr/>
        </p:nvSpPr>
        <p:spPr>
          <a:xfrm>
            <a:off x="1282501" y="19973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2" name="r0_o02380"/>
          <p:cNvSpPr/>
          <p:nvPr/>
        </p:nvSpPr>
        <p:spPr>
          <a:xfrm>
            <a:off x="1290663" y="20046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3" name="r0_o02381"/>
          <p:cNvSpPr/>
          <p:nvPr/>
        </p:nvSpPr>
        <p:spPr>
          <a:xfrm>
            <a:off x="1290663" y="20046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4" name="r0_o02382"/>
          <p:cNvSpPr/>
          <p:nvPr/>
        </p:nvSpPr>
        <p:spPr>
          <a:xfrm>
            <a:off x="2038793" y="20027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5" name="r0_o02383"/>
          <p:cNvSpPr/>
          <p:nvPr/>
        </p:nvSpPr>
        <p:spPr>
          <a:xfrm>
            <a:off x="2046956" y="20100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6" name="r0_o02384"/>
          <p:cNvSpPr/>
          <p:nvPr/>
        </p:nvSpPr>
        <p:spPr>
          <a:xfrm>
            <a:off x="2046956" y="20100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7" name="r0_o02385"/>
          <p:cNvSpPr/>
          <p:nvPr/>
        </p:nvSpPr>
        <p:spPr>
          <a:xfrm>
            <a:off x="1958931" y="201039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8" name="r0_o02386"/>
          <p:cNvSpPr/>
          <p:nvPr/>
        </p:nvSpPr>
        <p:spPr>
          <a:xfrm>
            <a:off x="1967093" y="201768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9" name="r0_o02387"/>
          <p:cNvSpPr/>
          <p:nvPr/>
        </p:nvSpPr>
        <p:spPr>
          <a:xfrm>
            <a:off x="1967093" y="201768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0" name="r0_o02388"/>
          <p:cNvSpPr/>
          <p:nvPr/>
        </p:nvSpPr>
        <p:spPr>
          <a:xfrm>
            <a:off x="1122775" y="20125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1" name="r0_o02389"/>
          <p:cNvSpPr/>
          <p:nvPr/>
        </p:nvSpPr>
        <p:spPr>
          <a:xfrm>
            <a:off x="1130938" y="20198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2" name="r0_o02390"/>
          <p:cNvSpPr/>
          <p:nvPr/>
        </p:nvSpPr>
        <p:spPr>
          <a:xfrm>
            <a:off x="1130938" y="20198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3" name="r0_o02391"/>
          <p:cNvSpPr/>
          <p:nvPr/>
        </p:nvSpPr>
        <p:spPr>
          <a:xfrm>
            <a:off x="1042912" y="20202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4" name="r0_o02392"/>
          <p:cNvSpPr/>
          <p:nvPr/>
        </p:nvSpPr>
        <p:spPr>
          <a:xfrm>
            <a:off x="1051075" y="20274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5" name="r0_o02393"/>
          <p:cNvSpPr/>
          <p:nvPr/>
        </p:nvSpPr>
        <p:spPr>
          <a:xfrm>
            <a:off x="1051075" y="20274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6" name="r0_o02394"/>
          <p:cNvSpPr/>
          <p:nvPr/>
        </p:nvSpPr>
        <p:spPr>
          <a:xfrm>
            <a:off x="1799205" y="202564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7" name="r0_o02395"/>
          <p:cNvSpPr/>
          <p:nvPr/>
        </p:nvSpPr>
        <p:spPr>
          <a:xfrm>
            <a:off x="1807367" y="203293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8" name="r0_o02396"/>
          <p:cNvSpPr/>
          <p:nvPr/>
        </p:nvSpPr>
        <p:spPr>
          <a:xfrm>
            <a:off x="1807367" y="203293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9" name="r0_o02397"/>
          <p:cNvSpPr/>
          <p:nvPr/>
        </p:nvSpPr>
        <p:spPr>
          <a:xfrm>
            <a:off x="1719342" y="203327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0" name="r0_o02398"/>
          <p:cNvSpPr/>
          <p:nvPr/>
        </p:nvSpPr>
        <p:spPr>
          <a:xfrm>
            <a:off x="1727505" y="204056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1" name="r0_o02399"/>
          <p:cNvSpPr/>
          <p:nvPr/>
        </p:nvSpPr>
        <p:spPr>
          <a:xfrm>
            <a:off x="1727505" y="204056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2" name="r0_o02400"/>
          <p:cNvSpPr/>
          <p:nvPr/>
        </p:nvSpPr>
        <p:spPr>
          <a:xfrm>
            <a:off x="883187" y="20354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3" name="r0_o02401"/>
          <p:cNvSpPr/>
          <p:nvPr/>
        </p:nvSpPr>
        <p:spPr>
          <a:xfrm>
            <a:off x="891349" y="20427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4" name="r0_o02402"/>
          <p:cNvSpPr/>
          <p:nvPr/>
        </p:nvSpPr>
        <p:spPr>
          <a:xfrm>
            <a:off x="891349" y="20427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5" name="r0_o02403"/>
          <p:cNvSpPr/>
          <p:nvPr/>
        </p:nvSpPr>
        <p:spPr>
          <a:xfrm>
            <a:off x="2475634" y="20387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6" name="r0_o02404"/>
          <p:cNvSpPr/>
          <p:nvPr/>
        </p:nvSpPr>
        <p:spPr>
          <a:xfrm>
            <a:off x="2483797" y="20460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7" name="r0_o02405"/>
          <p:cNvSpPr/>
          <p:nvPr/>
        </p:nvSpPr>
        <p:spPr>
          <a:xfrm>
            <a:off x="2483797" y="20460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8" name="r0_o02406"/>
          <p:cNvSpPr/>
          <p:nvPr/>
        </p:nvSpPr>
        <p:spPr>
          <a:xfrm>
            <a:off x="803324" y="204308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9" name="r0_o02407"/>
          <p:cNvSpPr/>
          <p:nvPr/>
        </p:nvSpPr>
        <p:spPr>
          <a:xfrm>
            <a:off x="811487" y="205037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0" name="r0_o02408"/>
          <p:cNvSpPr/>
          <p:nvPr/>
        </p:nvSpPr>
        <p:spPr>
          <a:xfrm>
            <a:off x="811487" y="205037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1" name="r0_o02409"/>
          <p:cNvSpPr/>
          <p:nvPr/>
        </p:nvSpPr>
        <p:spPr>
          <a:xfrm>
            <a:off x="2395772" y="204634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2" name="r0_o02410"/>
          <p:cNvSpPr/>
          <p:nvPr/>
        </p:nvSpPr>
        <p:spPr>
          <a:xfrm>
            <a:off x="2403934" y="205363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3" name="r0_o02411"/>
          <p:cNvSpPr/>
          <p:nvPr/>
        </p:nvSpPr>
        <p:spPr>
          <a:xfrm>
            <a:off x="2403934" y="205363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4" name="r0_o02412"/>
          <p:cNvSpPr/>
          <p:nvPr/>
        </p:nvSpPr>
        <p:spPr>
          <a:xfrm>
            <a:off x="1559616" y="204853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5" name="r0_o02413"/>
          <p:cNvSpPr/>
          <p:nvPr/>
        </p:nvSpPr>
        <p:spPr>
          <a:xfrm>
            <a:off x="1567779" y="205581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6" name="r0_o02414"/>
          <p:cNvSpPr/>
          <p:nvPr/>
        </p:nvSpPr>
        <p:spPr>
          <a:xfrm>
            <a:off x="1567779" y="205581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7" name="r0_o02415"/>
          <p:cNvSpPr/>
          <p:nvPr/>
        </p:nvSpPr>
        <p:spPr>
          <a:xfrm>
            <a:off x="1479754" y="205615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8" name="r0_o02416"/>
          <p:cNvSpPr/>
          <p:nvPr/>
        </p:nvSpPr>
        <p:spPr>
          <a:xfrm>
            <a:off x="1487916" y="206344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9" name="r0_o02417"/>
          <p:cNvSpPr/>
          <p:nvPr/>
        </p:nvSpPr>
        <p:spPr>
          <a:xfrm>
            <a:off x="1487916" y="206344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0" name="r0_o02418"/>
          <p:cNvSpPr/>
          <p:nvPr/>
        </p:nvSpPr>
        <p:spPr>
          <a:xfrm>
            <a:off x="643598" y="205833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1" name="r0_o02419"/>
          <p:cNvSpPr/>
          <p:nvPr/>
        </p:nvSpPr>
        <p:spPr>
          <a:xfrm>
            <a:off x="651761" y="206562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2" name="r0_o02420"/>
          <p:cNvSpPr/>
          <p:nvPr/>
        </p:nvSpPr>
        <p:spPr>
          <a:xfrm>
            <a:off x="651761" y="206562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3" name="r0_o02421"/>
          <p:cNvSpPr/>
          <p:nvPr/>
        </p:nvSpPr>
        <p:spPr>
          <a:xfrm>
            <a:off x="680330" y="209215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4" name="r0_o02422"/>
          <p:cNvSpPr/>
          <p:nvPr/>
        </p:nvSpPr>
        <p:spPr>
          <a:xfrm>
            <a:off x="685554" y="209681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5" name="r0_o02423"/>
          <p:cNvSpPr/>
          <p:nvPr/>
        </p:nvSpPr>
        <p:spPr>
          <a:xfrm>
            <a:off x="685554" y="209681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6" name="r0_o02424"/>
          <p:cNvSpPr/>
          <p:nvPr/>
        </p:nvSpPr>
        <p:spPr>
          <a:xfrm>
            <a:off x="2236046" y="20616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7" name="r0_o02425"/>
          <p:cNvSpPr/>
          <p:nvPr/>
        </p:nvSpPr>
        <p:spPr>
          <a:xfrm>
            <a:off x="2244209" y="20688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8" name="r0_o02426"/>
          <p:cNvSpPr/>
          <p:nvPr/>
        </p:nvSpPr>
        <p:spPr>
          <a:xfrm>
            <a:off x="2244209" y="20688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9" name="r0_o02427"/>
          <p:cNvSpPr/>
          <p:nvPr/>
        </p:nvSpPr>
        <p:spPr>
          <a:xfrm>
            <a:off x="2156183" y="206922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0" name="r0_o02428"/>
          <p:cNvSpPr/>
          <p:nvPr/>
        </p:nvSpPr>
        <p:spPr>
          <a:xfrm>
            <a:off x="2164346" y="207651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1" name="r0_o02429"/>
          <p:cNvSpPr/>
          <p:nvPr/>
        </p:nvSpPr>
        <p:spPr>
          <a:xfrm>
            <a:off x="2164346" y="207651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2" name="r0_o02430"/>
          <p:cNvSpPr/>
          <p:nvPr/>
        </p:nvSpPr>
        <p:spPr>
          <a:xfrm>
            <a:off x="1320028" y="207141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3" name="r0_o02431"/>
          <p:cNvSpPr/>
          <p:nvPr/>
        </p:nvSpPr>
        <p:spPr>
          <a:xfrm>
            <a:off x="1328190" y="207869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4" name="r0_o02432"/>
          <p:cNvSpPr/>
          <p:nvPr/>
        </p:nvSpPr>
        <p:spPr>
          <a:xfrm>
            <a:off x="1328190" y="207869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5" name="r0_o02433"/>
          <p:cNvSpPr/>
          <p:nvPr/>
        </p:nvSpPr>
        <p:spPr>
          <a:xfrm>
            <a:off x="1240165" y="207903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6" name="r0_o02434"/>
          <p:cNvSpPr/>
          <p:nvPr/>
        </p:nvSpPr>
        <p:spPr>
          <a:xfrm>
            <a:off x="1248328" y="208632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7" name="r0_o02435"/>
          <p:cNvSpPr/>
          <p:nvPr/>
        </p:nvSpPr>
        <p:spPr>
          <a:xfrm>
            <a:off x="1248328" y="208632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8" name="r0_o02436"/>
          <p:cNvSpPr/>
          <p:nvPr/>
        </p:nvSpPr>
        <p:spPr>
          <a:xfrm>
            <a:off x="1996458" y="20844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9" name="r0_o02437"/>
          <p:cNvSpPr/>
          <p:nvPr/>
        </p:nvSpPr>
        <p:spPr>
          <a:xfrm>
            <a:off x="2004620" y="20917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0" name="r0_o02438"/>
          <p:cNvSpPr/>
          <p:nvPr/>
        </p:nvSpPr>
        <p:spPr>
          <a:xfrm>
            <a:off x="2004620" y="20917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1" name="r0_o02439"/>
          <p:cNvSpPr/>
          <p:nvPr/>
        </p:nvSpPr>
        <p:spPr>
          <a:xfrm>
            <a:off x="1916595" y="20921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2" name="r0_o02440"/>
          <p:cNvSpPr/>
          <p:nvPr/>
        </p:nvSpPr>
        <p:spPr>
          <a:xfrm>
            <a:off x="1924757" y="20993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3" name="r0_o02441"/>
          <p:cNvSpPr/>
          <p:nvPr/>
        </p:nvSpPr>
        <p:spPr>
          <a:xfrm>
            <a:off x="1924757" y="20993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4" name="r0_o02442"/>
          <p:cNvSpPr/>
          <p:nvPr/>
        </p:nvSpPr>
        <p:spPr>
          <a:xfrm>
            <a:off x="1080439" y="209429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5" name="r0_o02443"/>
          <p:cNvSpPr/>
          <p:nvPr/>
        </p:nvSpPr>
        <p:spPr>
          <a:xfrm>
            <a:off x="1088602" y="210158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6" name="r0_o02444"/>
          <p:cNvSpPr/>
          <p:nvPr/>
        </p:nvSpPr>
        <p:spPr>
          <a:xfrm>
            <a:off x="1088602" y="210158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7" name="r0_o02445"/>
          <p:cNvSpPr/>
          <p:nvPr/>
        </p:nvSpPr>
        <p:spPr>
          <a:xfrm>
            <a:off x="1000577" y="210191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8" name="r0_o02446"/>
          <p:cNvSpPr/>
          <p:nvPr/>
        </p:nvSpPr>
        <p:spPr>
          <a:xfrm>
            <a:off x="1008739" y="210920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9" name="r0_o02447"/>
          <p:cNvSpPr/>
          <p:nvPr/>
        </p:nvSpPr>
        <p:spPr>
          <a:xfrm>
            <a:off x="1008739" y="210920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0" name="r0_o02448"/>
          <p:cNvSpPr/>
          <p:nvPr/>
        </p:nvSpPr>
        <p:spPr>
          <a:xfrm>
            <a:off x="2593024" y="21051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1" name="r0_o02449"/>
          <p:cNvSpPr/>
          <p:nvPr/>
        </p:nvSpPr>
        <p:spPr>
          <a:xfrm>
            <a:off x="2601187" y="21124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2" name="r0_o02450"/>
          <p:cNvSpPr/>
          <p:nvPr/>
        </p:nvSpPr>
        <p:spPr>
          <a:xfrm>
            <a:off x="2601187" y="21124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3" name="r0_o02451"/>
          <p:cNvSpPr/>
          <p:nvPr/>
        </p:nvSpPr>
        <p:spPr>
          <a:xfrm>
            <a:off x="2629756" y="213899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4" name="r0_o02452"/>
          <p:cNvSpPr/>
          <p:nvPr/>
        </p:nvSpPr>
        <p:spPr>
          <a:xfrm>
            <a:off x="2634980" y="214366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5" name="r0_o02453"/>
          <p:cNvSpPr/>
          <p:nvPr/>
        </p:nvSpPr>
        <p:spPr>
          <a:xfrm>
            <a:off x="2634980" y="214366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6" name="r0_o02454"/>
          <p:cNvSpPr/>
          <p:nvPr/>
        </p:nvSpPr>
        <p:spPr>
          <a:xfrm>
            <a:off x="1756869" y="21073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7" name="r0_o02455"/>
          <p:cNvSpPr/>
          <p:nvPr/>
        </p:nvSpPr>
        <p:spPr>
          <a:xfrm>
            <a:off x="1765032" y="21146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8" name="r0_o02456"/>
          <p:cNvSpPr/>
          <p:nvPr/>
        </p:nvSpPr>
        <p:spPr>
          <a:xfrm>
            <a:off x="1765032" y="21146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9" name="r0_o02457"/>
          <p:cNvSpPr/>
          <p:nvPr/>
        </p:nvSpPr>
        <p:spPr>
          <a:xfrm>
            <a:off x="1677006" y="21149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0" name="r0_o02458"/>
          <p:cNvSpPr/>
          <p:nvPr/>
        </p:nvSpPr>
        <p:spPr>
          <a:xfrm>
            <a:off x="1685169" y="21222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1" name="r0_o02459"/>
          <p:cNvSpPr/>
          <p:nvPr/>
        </p:nvSpPr>
        <p:spPr>
          <a:xfrm>
            <a:off x="1685169" y="21222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2" name="r0_o02460"/>
          <p:cNvSpPr/>
          <p:nvPr/>
        </p:nvSpPr>
        <p:spPr>
          <a:xfrm>
            <a:off x="840851" y="21171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3" name="r0_o02461"/>
          <p:cNvSpPr/>
          <p:nvPr/>
        </p:nvSpPr>
        <p:spPr>
          <a:xfrm>
            <a:off x="849013" y="21244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4" name="r0_o02462"/>
          <p:cNvSpPr/>
          <p:nvPr/>
        </p:nvSpPr>
        <p:spPr>
          <a:xfrm>
            <a:off x="849013" y="21244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5" name="r0_o02463"/>
          <p:cNvSpPr/>
          <p:nvPr/>
        </p:nvSpPr>
        <p:spPr>
          <a:xfrm>
            <a:off x="2433299" y="212043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6" name="r0_o02464"/>
          <p:cNvSpPr/>
          <p:nvPr/>
        </p:nvSpPr>
        <p:spPr>
          <a:xfrm>
            <a:off x="2441461" y="212772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7" name="r0_o02465"/>
          <p:cNvSpPr/>
          <p:nvPr/>
        </p:nvSpPr>
        <p:spPr>
          <a:xfrm>
            <a:off x="2441461" y="212772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8" name="r0_o02466"/>
          <p:cNvSpPr/>
          <p:nvPr/>
        </p:nvSpPr>
        <p:spPr>
          <a:xfrm>
            <a:off x="760988" y="212479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9" name="r0_o02467"/>
          <p:cNvSpPr/>
          <p:nvPr/>
        </p:nvSpPr>
        <p:spPr>
          <a:xfrm>
            <a:off x="769151" y="213208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0" name="r0_o02468"/>
          <p:cNvSpPr/>
          <p:nvPr/>
        </p:nvSpPr>
        <p:spPr>
          <a:xfrm>
            <a:off x="769151" y="213208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1" name="r0_o02469"/>
          <p:cNvSpPr/>
          <p:nvPr/>
        </p:nvSpPr>
        <p:spPr>
          <a:xfrm>
            <a:off x="2353436" y="21280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2" name="r0_o02470"/>
          <p:cNvSpPr/>
          <p:nvPr/>
        </p:nvSpPr>
        <p:spPr>
          <a:xfrm>
            <a:off x="2361598" y="21353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3" name="r0_o02471"/>
          <p:cNvSpPr/>
          <p:nvPr/>
        </p:nvSpPr>
        <p:spPr>
          <a:xfrm>
            <a:off x="2361598" y="21353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4" name="r0_o02472"/>
          <p:cNvSpPr/>
          <p:nvPr/>
        </p:nvSpPr>
        <p:spPr>
          <a:xfrm>
            <a:off x="1517281" y="213024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5" name="r0_o02473"/>
          <p:cNvSpPr/>
          <p:nvPr/>
        </p:nvSpPr>
        <p:spPr>
          <a:xfrm>
            <a:off x="1525443" y="213753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6" name="r0_o02474"/>
          <p:cNvSpPr/>
          <p:nvPr/>
        </p:nvSpPr>
        <p:spPr>
          <a:xfrm>
            <a:off x="1525443" y="213753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7" name="r0_o02475"/>
          <p:cNvSpPr/>
          <p:nvPr/>
        </p:nvSpPr>
        <p:spPr>
          <a:xfrm>
            <a:off x="1437418" y="21378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8" name="r0_o02476"/>
          <p:cNvSpPr/>
          <p:nvPr/>
        </p:nvSpPr>
        <p:spPr>
          <a:xfrm>
            <a:off x="1445580" y="21451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9" name="r0_o02477"/>
          <p:cNvSpPr/>
          <p:nvPr/>
        </p:nvSpPr>
        <p:spPr>
          <a:xfrm>
            <a:off x="1445580" y="21451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0" name="r0_o02478"/>
          <p:cNvSpPr/>
          <p:nvPr/>
        </p:nvSpPr>
        <p:spPr>
          <a:xfrm>
            <a:off x="2193710" y="21433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1" name="r0_o02479"/>
          <p:cNvSpPr/>
          <p:nvPr/>
        </p:nvSpPr>
        <p:spPr>
          <a:xfrm>
            <a:off x="2201873" y="21506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2" name="r0_o02480"/>
          <p:cNvSpPr/>
          <p:nvPr/>
        </p:nvSpPr>
        <p:spPr>
          <a:xfrm>
            <a:off x="2201873" y="21506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3" name="r0_o02481"/>
          <p:cNvSpPr/>
          <p:nvPr/>
        </p:nvSpPr>
        <p:spPr>
          <a:xfrm>
            <a:off x="2113847" y="215094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4" name="r0_o02482"/>
          <p:cNvSpPr/>
          <p:nvPr/>
        </p:nvSpPr>
        <p:spPr>
          <a:xfrm>
            <a:off x="2122010" y="21582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5" name="r0_o02483"/>
          <p:cNvSpPr/>
          <p:nvPr/>
        </p:nvSpPr>
        <p:spPr>
          <a:xfrm>
            <a:off x="2122010" y="21582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6" name="r0_o02484"/>
          <p:cNvSpPr/>
          <p:nvPr/>
        </p:nvSpPr>
        <p:spPr>
          <a:xfrm>
            <a:off x="1277692" y="215312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7" name="r0_o02485"/>
          <p:cNvSpPr/>
          <p:nvPr/>
        </p:nvSpPr>
        <p:spPr>
          <a:xfrm>
            <a:off x="1285855" y="216041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8" name="r0_o02486"/>
          <p:cNvSpPr/>
          <p:nvPr/>
        </p:nvSpPr>
        <p:spPr>
          <a:xfrm>
            <a:off x="1285855" y="216041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9" name="r0_o02487"/>
          <p:cNvSpPr/>
          <p:nvPr/>
        </p:nvSpPr>
        <p:spPr>
          <a:xfrm>
            <a:off x="1197829" y="21607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0" name="r0_o02488"/>
          <p:cNvSpPr/>
          <p:nvPr/>
        </p:nvSpPr>
        <p:spPr>
          <a:xfrm>
            <a:off x="1205992" y="21680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1" name="r0_o02489"/>
          <p:cNvSpPr/>
          <p:nvPr/>
        </p:nvSpPr>
        <p:spPr>
          <a:xfrm>
            <a:off x="1205992" y="21680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2" name="r0_o02490"/>
          <p:cNvSpPr/>
          <p:nvPr/>
        </p:nvSpPr>
        <p:spPr>
          <a:xfrm>
            <a:off x="1954122" y="21661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3" name="r0_o02491"/>
          <p:cNvSpPr/>
          <p:nvPr/>
        </p:nvSpPr>
        <p:spPr>
          <a:xfrm>
            <a:off x="1962284" y="21734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4" name="r0_o02492"/>
          <p:cNvSpPr/>
          <p:nvPr/>
        </p:nvSpPr>
        <p:spPr>
          <a:xfrm>
            <a:off x="1962284" y="21734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5" name="r0_o02493"/>
          <p:cNvSpPr/>
          <p:nvPr/>
        </p:nvSpPr>
        <p:spPr>
          <a:xfrm>
            <a:off x="1874259" y="217382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6" name="r0_o02494"/>
          <p:cNvSpPr/>
          <p:nvPr/>
        </p:nvSpPr>
        <p:spPr>
          <a:xfrm>
            <a:off x="1882421" y="218111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7" name="r0_o02495"/>
          <p:cNvSpPr/>
          <p:nvPr/>
        </p:nvSpPr>
        <p:spPr>
          <a:xfrm>
            <a:off x="1882421" y="218111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8" name="r0_o02496"/>
          <p:cNvSpPr/>
          <p:nvPr/>
        </p:nvSpPr>
        <p:spPr>
          <a:xfrm>
            <a:off x="1038104" y="217600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9" name="r0_o02497"/>
          <p:cNvSpPr/>
          <p:nvPr/>
        </p:nvSpPr>
        <p:spPr>
          <a:xfrm>
            <a:off x="1046266" y="218329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0" name="r0_o02498"/>
          <p:cNvSpPr/>
          <p:nvPr/>
        </p:nvSpPr>
        <p:spPr>
          <a:xfrm>
            <a:off x="1046266" y="218329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1" name="r0_o02499"/>
          <p:cNvSpPr/>
          <p:nvPr/>
        </p:nvSpPr>
        <p:spPr>
          <a:xfrm>
            <a:off x="2630560" y="21792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2" name="r0_o02500"/>
          <p:cNvSpPr/>
          <p:nvPr/>
        </p:nvSpPr>
        <p:spPr>
          <a:xfrm>
            <a:off x="2638723" y="21865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3" name="r0_o02501"/>
          <p:cNvSpPr/>
          <p:nvPr/>
        </p:nvSpPr>
        <p:spPr>
          <a:xfrm>
            <a:off x="2638723" y="21865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4" name="r0_o02502"/>
          <p:cNvSpPr/>
          <p:nvPr/>
        </p:nvSpPr>
        <p:spPr>
          <a:xfrm>
            <a:off x="2667292" y="221309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5" name="r0_o02503"/>
          <p:cNvSpPr/>
          <p:nvPr/>
        </p:nvSpPr>
        <p:spPr>
          <a:xfrm>
            <a:off x="2672516" y="221776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6" name="r0_o02504"/>
          <p:cNvSpPr/>
          <p:nvPr/>
        </p:nvSpPr>
        <p:spPr>
          <a:xfrm>
            <a:off x="2672516" y="221776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7" name="r0_o02505"/>
          <p:cNvSpPr/>
          <p:nvPr/>
        </p:nvSpPr>
        <p:spPr>
          <a:xfrm>
            <a:off x="958241" y="218363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8" name="r0_o02506"/>
          <p:cNvSpPr/>
          <p:nvPr/>
        </p:nvSpPr>
        <p:spPr>
          <a:xfrm>
            <a:off x="966403" y="219092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9" name="r0_o02507"/>
          <p:cNvSpPr/>
          <p:nvPr/>
        </p:nvSpPr>
        <p:spPr>
          <a:xfrm>
            <a:off x="966403" y="219092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0" name="r0_o02508"/>
          <p:cNvSpPr/>
          <p:nvPr/>
        </p:nvSpPr>
        <p:spPr>
          <a:xfrm>
            <a:off x="2550697" y="21869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1" name="r0_o02509"/>
          <p:cNvSpPr/>
          <p:nvPr/>
        </p:nvSpPr>
        <p:spPr>
          <a:xfrm>
            <a:off x="2558860" y="21941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2" name="r0_o02510"/>
          <p:cNvSpPr/>
          <p:nvPr/>
        </p:nvSpPr>
        <p:spPr>
          <a:xfrm>
            <a:off x="2558860" y="21941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3" name="r0_o02511"/>
          <p:cNvSpPr/>
          <p:nvPr/>
        </p:nvSpPr>
        <p:spPr>
          <a:xfrm>
            <a:off x="2587429" y="222072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4" name="r0_o02512"/>
          <p:cNvSpPr/>
          <p:nvPr/>
        </p:nvSpPr>
        <p:spPr>
          <a:xfrm>
            <a:off x="2592653" y="222538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5" name="r0_o02513"/>
          <p:cNvSpPr/>
          <p:nvPr/>
        </p:nvSpPr>
        <p:spPr>
          <a:xfrm>
            <a:off x="2592653" y="222538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6" name="r0_o02514"/>
          <p:cNvSpPr/>
          <p:nvPr/>
        </p:nvSpPr>
        <p:spPr>
          <a:xfrm>
            <a:off x="1714533" y="21890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7" name="r0_o02515"/>
          <p:cNvSpPr/>
          <p:nvPr/>
        </p:nvSpPr>
        <p:spPr>
          <a:xfrm>
            <a:off x="1722696" y="21963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8" name="r0_o02516"/>
          <p:cNvSpPr/>
          <p:nvPr/>
        </p:nvSpPr>
        <p:spPr>
          <a:xfrm>
            <a:off x="1722696" y="21963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9" name="r0_o02517"/>
          <p:cNvSpPr/>
          <p:nvPr/>
        </p:nvSpPr>
        <p:spPr>
          <a:xfrm>
            <a:off x="1634670" y="21967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0" name="r0_o02518"/>
          <p:cNvSpPr/>
          <p:nvPr/>
        </p:nvSpPr>
        <p:spPr>
          <a:xfrm>
            <a:off x="1642833" y="22039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1" name="r0_o02519"/>
          <p:cNvSpPr/>
          <p:nvPr/>
        </p:nvSpPr>
        <p:spPr>
          <a:xfrm>
            <a:off x="1642833" y="22039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2" name="r0_o02520"/>
          <p:cNvSpPr/>
          <p:nvPr/>
        </p:nvSpPr>
        <p:spPr>
          <a:xfrm>
            <a:off x="798515" y="219888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3" name="r0_o02521"/>
          <p:cNvSpPr/>
          <p:nvPr/>
        </p:nvSpPr>
        <p:spPr>
          <a:xfrm>
            <a:off x="806678" y="220617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4" name="r0_o02522"/>
          <p:cNvSpPr/>
          <p:nvPr/>
        </p:nvSpPr>
        <p:spPr>
          <a:xfrm>
            <a:off x="806678" y="220617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5" name="r0_o02523"/>
          <p:cNvSpPr/>
          <p:nvPr/>
        </p:nvSpPr>
        <p:spPr>
          <a:xfrm>
            <a:off x="835247" y="223270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6" name="r0_o02524"/>
          <p:cNvSpPr/>
          <p:nvPr/>
        </p:nvSpPr>
        <p:spPr>
          <a:xfrm>
            <a:off x="840471" y="223736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7" name="r0_o02525"/>
          <p:cNvSpPr/>
          <p:nvPr/>
        </p:nvSpPr>
        <p:spPr>
          <a:xfrm>
            <a:off x="840471" y="223736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8" name="r0_o02526"/>
          <p:cNvSpPr/>
          <p:nvPr/>
        </p:nvSpPr>
        <p:spPr>
          <a:xfrm>
            <a:off x="2390972" y="22021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9" name="r0_o02527"/>
          <p:cNvSpPr/>
          <p:nvPr/>
        </p:nvSpPr>
        <p:spPr>
          <a:xfrm>
            <a:off x="2399134" y="22094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0" name="r0_o02528"/>
          <p:cNvSpPr/>
          <p:nvPr/>
        </p:nvSpPr>
        <p:spPr>
          <a:xfrm>
            <a:off x="2399134" y="22094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1" name="r0_o02529"/>
          <p:cNvSpPr/>
          <p:nvPr/>
        </p:nvSpPr>
        <p:spPr>
          <a:xfrm>
            <a:off x="2427703" y="223597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2" name="r0_o02530"/>
          <p:cNvSpPr/>
          <p:nvPr/>
        </p:nvSpPr>
        <p:spPr>
          <a:xfrm>
            <a:off x="2432927" y="224064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3" name="r0_o02531"/>
          <p:cNvSpPr/>
          <p:nvPr/>
        </p:nvSpPr>
        <p:spPr>
          <a:xfrm>
            <a:off x="2432927" y="224064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4" name="r0_o02532"/>
          <p:cNvSpPr/>
          <p:nvPr/>
        </p:nvSpPr>
        <p:spPr>
          <a:xfrm>
            <a:off x="2311109" y="22097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5" name="r0_o02533"/>
          <p:cNvSpPr/>
          <p:nvPr/>
        </p:nvSpPr>
        <p:spPr>
          <a:xfrm>
            <a:off x="2319271" y="22170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6" name="r0_o02534"/>
          <p:cNvSpPr/>
          <p:nvPr/>
        </p:nvSpPr>
        <p:spPr>
          <a:xfrm>
            <a:off x="2319271" y="22170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7" name="r0_o02535"/>
          <p:cNvSpPr/>
          <p:nvPr/>
        </p:nvSpPr>
        <p:spPr>
          <a:xfrm>
            <a:off x="2347840" y="224360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8" name="r0_o02536"/>
          <p:cNvSpPr/>
          <p:nvPr/>
        </p:nvSpPr>
        <p:spPr>
          <a:xfrm>
            <a:off x="2353064" y="224826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9" name="r0_o02537"/>
          <p:cNvSpPr/>
          <p:nvPr/>
        </p:nvSpPr>
        <p:spPr>
          <a:xfrm>
            <a:off x="2353064" y="224826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0" name="r0_o02538"/>
          <p:cNvSpPr/>
          <p:nvPr/>
        </p:nvSpPr>
        <p:spPr>
          <a:xfrm>
            <a:off x="1474945" y="22119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1" name="r0_o02539"/>
          <p:cNvSpPr/>
          <p:nvPr/>
        </p:nvSpPr>
        <p:spPr>
          <a:xfrm>
            <a:off x="1483107" y="22192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2" name="r0_o02540"/>
          <p:cNvSpPr/>
          <p:nvPr/>
        </p:nvSpPr>
        <p:spPr>
          <a:xfrm>
            <a:off x="1483107" y="22192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3" name="r0_o02541"/>
          <p:cNvSpPr/>
          <p:nvPr/>
        </p:nvSpPr>
        <p:spPr>
          <a:xfrm>
            <a:off x="1395082" y="22195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4" name="r0_o02542"/>
          <p:cNvSpPr/>
          <p:nvPr/>
        </p:nvSpPr>
        <p:spPr>
          <a:xfrm>
            <a:off x="1403244" y="22268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5" name="r0_o02543"/>
          <p:cNvSpPr/>
          <p:nvPr/>
        </p:nvSpPr>
        <p:spPr>
          <a:xfrm>
            <a:off x="1403244" y="22268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6" name="r0_o02544"/>
          <p:cNvSpPr/>
          <p:nvPr/>
        </p:nvSpPr>
        <p:spPr>
          <a:xfrm>
            <a:off x="2151383" y="22250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7" name="r0_o02545"/>
          <p:cNvSpPr/>
          <p:nvPr/>
        </p:nvSpPr>
        <p:spPr>
          <a:xfrm>
            <a:off x="2159546" y="22323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8" name="r0_o02546"/>
          <p:cNvSpPr/>
          <p:nvPr/>
        </p:nvSpPr>
        <p:spPr>
          <a:xfrm>
            <a:off x="2159546" y="22323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9" name="r0_o02547"/>
          <p:cNvSpPr/>
          <p:nvPr/>
        </p:nvSpPr>
        <p:spPr>
          <a:xfrm>
            <a:off x="2188115" y="225885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0" name="r0_o02548"/>
          <p:cNvSpPr/>
          <p:nvPr/>
        </p:nvSpPr>
        <p:spPr>
          <a:xfrm>
            <a:off x="2193339" y="226352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1" name="r0_o02549"/>
          <p:cNvSpPr/>
          <p:nvPr/>
        </p:nvSpPr>
        <p:spPr>
          <a:xfrm>
            <a:off x="2193339" y="226352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2" name="r0_o02550"/>
          <p:cNvSpPr/>
          <p:nvPr/>
        </p:nvSpPr>
        <p:spPr>
          <a:xfrm>
            <a:off x="2071520" y="22326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3" name="r0_o02551"/>
          <p:cNvSpPr/>
          <p:nvPr/>
        </p:nvSpPr>
        <p:spPr>
          <a:xfrm>
            <a:off x="2079683" y="22399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4" name="r0_o02552"/>
          <p:cNvSpPr/>
          <p:nvPr/>
        </p:nvSpPr>
        <p:spPr>
          <a:xfrm>
            <a:off x="2079683" y="22399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5" name="r0_o02553"/>
          <p:cNvSpPr/>
          <p:nvPr/>
        </p:nvSpPr>
        <p:spPr>
          <a:xfrm>
            <a:off x="2108252" y="226648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6" name="r0_o02554"/>
          <p:cNvSpPr/>
          <p:nvPr/>
        </p:nvSpPr>
        <p:spPr>
          <a:xfrm>
            <a:off x="2113476" y="227114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7" name="r0_o02555"/>
          <p:cNvSpPr/>
          <p:nvPr/>
        </p:nvSpPr>
        <p:spPr>
          <a:xfrm>
            <a:off x="2113476" y="227114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8" name="r0_o02556"/>
          <p:cNvSpPr/>
          <p:nvPr/>
        </p:nvSpPr>
        <p:spPr>
          <a:xfrm>
            <a:off x="1235356" y="22348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9" name="r0_o02557"/>
          <p:cNvSpPr/>
          <p:nvPr/>
        </p:nvSpPr>
        <p:spPr>
          <a:xfrm>
            <a:off x="1243519" y="22421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0" name="r0_o02558"/>
          <p:cNvSpPr/>
          <p:nvPr/>
        </p:nvSpPr>
        <p:spPr>
          <a:xfrm>
            <a:off x="1243519" y="22421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1" name="r0_o02559"/>
          <p:cNvSpPr/>
          <p:nvPr/>
        </p:nvSpPr>
        <p:spPr>
          <a:xfrm>
            <a:off x="1155493" y="224246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2" name="r0_o02560"/>
          <p:cNvSpPr/>
          <p:nvPr/>
        </p:nvSpPr>
        <p:spPr>
          <a:xfrm>
            <a:off x="1163656" y="224975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3" name="r0_o02561"/>
          <p:cNvSpPr/>
          <p:nvPr/>
        </p:nvSpPr>
        <p:spPr>
          <a:xfrm>
            <a:off x="1163656" y="224975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4" name="r0_o02562"/>
          <p:cNvSpPr/>
          <p:nvPr/>
        </p:nvSpPr>
        <p:spPr>
          <a:xfrm>
            <a:off x="1911795" y="22479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5" name="r0_o02563"/>
          <p:cNvSpPr/>
          <p:nvPr/>
        </p:nvSpPr>
        <p:spPr>
          <a:xfrm>
            <a:off x="1919957" y="22552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6" name="r0_o02564"/>
          <p:cNvSpPr/>
          <p:nvPr/>
        </p:nvSpPr>
        <p:spPr>
          <a:xfrm>
            <a:off x="1919957" y="22552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7" name="r0_o02565"/>
          <p:cNvSpPr/>
          <p:nvPr/>
        </p:nvSpPr>
        <p:spPr>
          <a:xfrm>
            <a:off x="1948526" y="228173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8" name="r0_o02566"/>
          <p:cNvSpPr/>
          <p:nvPr/>
        </p:nvSpPr>
        <p:spPr>
          <a:xfrm>
            <a:off x="1953750" y="228640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9" name="r0_o02567"/>
          <p:cNvSpPr/>
          <p:nvPr/>
        </p:nvSpPr>
        <p:spPr>
          <a:xfrm>
            <a:off x="1953750" y="228640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0" name="r0_o02568"/>
          <p:cNvSpPr/>
          <p:nvPr/>
        </p:nvSpPr>
        <p:spPr>
          <a:xfrm>
            <a:off x="1831932" y="225554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1" name="r0_o02569"/>
          <p:cNvSpPr/>
          <p:nvPr/>
        </p:nvSpPr>
        <p:spPr>
          <a:xfrm>
            <a:off x="1840094" y="226283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2" name="r0_o02570"/>
          <p:cNvSpPr/>
          <p:nvPr/>
        </p:nvSpPr>
        <p:spPr>
          <a:xfrm>
            <a:off x="1840094" y="226283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3" name="r0_o02571"/>
          <p:cNvSpPr/>
          <p:nvPr/>
        </p:nvSpPr>
        <p:spPr>
          <a:xfrm>
            <a:off x="1868663" y="228936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4" name="r0_o02572"/>
          <p:cNvSpPr/>
          <p:nvPr/>
        </p:nvSpPr>
        <p:spPr>
          <a:xfrm>
            <a:off x="1873887" y="229402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5" name="r0_o02573"/>
          <p:cNvSpPr/>
          <p:nvPr/>
        </p:nvSpPr>
        <p:spPr>
          <a:xfrm>
            <a:off x="1873887" y="229402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6" name="r0_o02574"/>
          <p:cNvSpPr/>
          <p:nvPr/>
        </p:nvSpPr>
        <p:spPr>
          <a:xfrm>
            <a:off x="995768" y="225772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7" name="r0_o02575"/>
          <p:cNvSpPr/>
          <p:nvPr/>
        </p:nvSpPr>
        <p:spPr>
          <a:xfrm>
            <a:off x="1003930" y="226501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8" name="r0_o02576"/>
          <p:cNvSpPr/>
          <p:nvPr/>
        </p:nvSpPr>
        <p:spPr>
          <a:xfrm>
            <a:off x="1003930" y="226501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9" name="r0_o02577"/>
          <p:cNvSpPr/>
          <p:nvPr/>
        </p:nvSpPr>
        <p:spPr>
          <a:xfrm>
            <a:off x="915905" y="226534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0" name="r0_o02578"/>
          <p:cNvSpPr/>
          <p:nvPr/>
        </p:nvSpPr>
        <p:spPr>
          <a:xfrm>
            <a:off x="924067" y="227263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1" name="r0_o02579"/>
          <p:cNvSpPr/>
          <p:nvPr/>
        </p:nvSpPr>
        <p:spPr>
          <a:xfrm>
            <a:off x="924067" y="227263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2" name="r0_o02580"/>
          <p:cNvSpPr/>
          <p:nvPr/>
        </p:nvSpPr>
        <p:spPr>
          <a:xfrm>
            <a:off x="952636" y="229916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3" name="r0_o02581"/>
          <p:cNvSpPr/>
          <p:nvPr/>
        </p:nvSpPr>
        <p:spPr>
          <a:xfrm>
            <a:off x="957860" y="230383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4" name="r0_o02582"/>
          <p:cNvSpPr/>
          <p:nvPr/>
        </p:nvSpPr>
        <p:spPr>
          <a:xfrm>
            <a:off x="957860" y="230383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5" name="r0_o02583"/>
          <p:cNvSpPr/>
          <p:nvPr/>
        </p:nvSpPr>
        <p:spPr>
          <a:xfrm>
            <a:off x="1672206" y="227080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6" name="r0_o02584"/>
          <p:cNvSpPr/>
          <p:nvPr/>
        </p:nvSpPr>
        <p:spPr>
          <a:xfrm>
            <a:off x="1680369" y="227809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7" name="r0_o02585"/>
          <p:cNvSpPr/>
          <p:nvPr/>
        </p:nvSpPr>
        <p:spPr>
          <a:xfrm>
            <a:off x="1680369" y="227809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8" name="r0_o02586"/>
          <p:cNvSpPr/>
          <p:nvPr/>
        </p:nvSpPr>
        <p:spPr>
          <a:xfrm>
            <a:off x="1708938" y="230461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9" name="r0_o02587"/>
          <p:cNvSpPr/>
          <p:nvPr/>
        </p:nvSpPr>
        <p:spPr>
          <a:xfrm>
            <a:off x="1714162" y="230928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0" name="r0_o02588"/>
          <p:cNvSpPr/>
          <p:nvPr/>
        </p:nvSpPr>
        <p:spPr>
          <a:xfrm>
            <a:off x="1714162" y="230928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1" name="r0_o02589"/>
          <p:cNvSpPr/>
          <p:nvPr/>
        </p:nvSpPr>
        <p:spPr>
          <a:xfrm>
            <a:off x="1592343" y="227843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2" name="r0_o02590"/>
          <p:cNvSpPr/>
          <p:nvPr/>
        </p:nvSpPr>
        <p:spPr>
          <a:xfrm>
            <a:off x="1600506" y="228571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3" name="r0_o02591"/>
          <p:cNvSpPr/>
          <p:nvPr/>
        </p:nvSpPr>
        <p:spPr>
          <a:xfrm>
            <a:off x="1600506" y="228571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4" name="r0_o02592"/>
          <p:cNvSpPr/>
          <p:nvPr/>
        </p:nvSpPr>
        <p:spPr>
          <a:xfrm>
            <a:off x="1629075" y="231224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5" name="r0_o02593"/>
          <p:cNvSpPr/>
          <p:nvPr/>
        </p:nvSpPr>
        <p:spPr>
          <a:xfrm>
            <a:off x="1634299" y="231691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6" name="r0_o02594"/>
          <p:cNvSpPr/>
          <p:nvPr/>
        </p:nvSpPr>
        <p:spPr>
          <a:xfrm>
            <a:off x="1634299" y="231691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7" name="r0_o02595"/>
          <p:cNvSpPr/>
          <p:nvPr/>
        </p:nvSpPr>
        <p:spPr>
          <a:xfrm>
            <a:off x="1432618" y="22936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8" name="r0_o02596"/>
          <p:cNvSpPr/>
          <p:nvPr/>
        </p:nvSpPr>
        <p:spPr>
          <a:xfrm>
            <a:off x="1440780" y="23009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9" name="r0_o02597"/>
          <p:cNvSpPr/>
          <p:nvPr/>
        </p:nvSpPr>
        <p:spPr>
          <a:xfrm>
            <a:off x="1440780" y="23009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0" name="r0_o02598"/>
          <p:cNvSpPr/>
          <p:nvPr/>
        </p:nvSpPr>
        <p:spPr>
          <a:xfrm>
            <a:off x="1469349" y="232750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1" name="r0_o02599"/>
          <p:cNvSpPr/>
          <p:nvPr/>
        </p:nvSpPr>
        <p:spPr>
          <a:xfrm>
            <a:off x="1474573" y="233216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2" name="r0_o02600"/>
          <p:cNvSpPr/>
          <p:nvPr/>
        </p:nvSpPr>
        <p:spPr>
          <a:xfrm>
            <a:off x="1474573" y="233216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3" name="r0_o02601"/>
          <p:cNvSpPr/>
          <p:nvPr/>
        </p:nvSpPr>
        <p:spPr>
          <a:xfrm>
            <a:off x="1352755" y="23013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4" name="r0_o02602"/>
          <p:cNvSpPr/>
          <p:nvPr/>
        </p:nvSpPr>
        <p:spPr>
          <a:xfrm>
            <a:off x="1360917" y="23085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5" name="r0_o02603"/>
          <p:cNvSpPr/>
          <p:nvPr/>
        </p:nvSpPr>
        <p:spPr>
          <a:xfrm>
            <a:off x="1360917" y="23085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6" name="r0_o02604"/>
          <p:cNvSpPr/>
          <p:nvPr/>
        </p:nvSpPr>
        <p:spPr>
          <a:xfrm>
            <a:off x="1389486" y="233512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7" name="r0_o02605"/>
          <p:cNvSpPr/>
          <p:nvPr/>
        </p:nvSpPr>
        <p:spPr>
          <a:xfrm>
            <a:off x="1394710" y="233979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8" name="r0_o02606"/>
          <p:cNvSpPr/>
          <p:nvPr/>
        </p:nvSpPr>
        <p:spPr>
          <a:xfrm>
            <a:off x="1394710" y="233979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9" name="r0_o02607"/>
          <p:cNvSpPr/>
          <p:nvPr/>
        </p:nvSpPr>
        <p:spPr>
          <a:xfrm>
            <a:off x="1193029" y="23165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0" name="r0_o02608"/>
          <p:cNvSpPr/>
          <p:nvPr/>
        </p:nvSpPr>
        <p:spPr>
          <a:xfrm>
            <a:off x="1201192" y="23238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1" name="r0_o02609"/>
          <p:cNvSpPr/>
          <p:nvPr/>
        </p:nvSpPr>
        <p:spPr>
          <a:xfrm>
            <a:off x="1201192" y="23238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2" name="r0_o02610"/>
          <p:cNvSpPr/>
          <p:nvPr/>
        </p:nvSpPr>
        <p:spPr>
          <a:xfrm>
            <a:off x="1229761" y="235038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3" name="r0_o02611"/>
          <p:cNvSpPr/>
          <p:nvPr/>
        </p:nvSpPr>
        <p:spPr>
          <a:xfrm>
            <a:off x="1234985" y="235504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4" name="r0_o02612"/>
          <p:cNvSpPr/>
          <p:nvPr/>
        </p:nvSpPr>
        <p:spPr>
          <a:xfrm>
            <a:off x="1234985" y="235504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5" name="r0_o02613"/>
          <p:cNvSpPr/>
          <p:nvPr/>
        </p:nvSpPr>
        <p:spPr>
          <a:xfrm>
            <a:off x="1113166" y="23241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6" name="r0_o02614"/>
          <p:cNvSpPr/>
          <p:nvPr/>
        </p:nvSpPr>
        <p:spPr>
          <a:xfrm>
            <a:off x="1121329" y="23314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7" name="r0_o02615"/>
          <p:cNvSpPr/>
          <p:nvPr/>
        </p:nvSpPr>
        <p:spPr>
          <a:xfrm>
            <a:off x="1121329" y="23314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8" name="r0_o02616"/>
          <p:cNvSpPr/>
          <p:nvPr/>
        </p:nvSpPr>
        <p:spPr>
          <a:xfrm>
            <a:off x="1149898" y="235800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9" name="r0_o02617"/>
          <p:cNvSpPr/>
          <p:nvPr/>
        </p:nvSpPr>
        <p:spPr>
          <a:xfrm>
            <a:off x="1155122" y="236267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0" name="r0_o02618"/>
          <p:cNvSpPr/>
          <p:nvPr/>
        </p:nvSpPr>
        <p:spPr>
          <a:xfrm>
            <a:off x="1155122" y="236267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1" name="r0_o02619"/>
          <p:cNvSpPr/>
          <p:nvPr/>
        </p:nvSpPr>
        <p:spPr>
          <a:xfrm flipV="1">
            <a:off x="719886" y="162369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2" name="r0_o02620"/>
          <p:cNvSpPr/>
          <p:nvPr/>
        </p:nvSpPr>
        <p:spPr>
          <a:xfrm flipV="1">
            <a:off x="2142999" y="195383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3" name="r0_o02621"/>
          <p:cNvSpPr/>
          <p:nvPr/>
        </p:nvSpPr>
        <p:spPr>
          <a:xfrm flipH="1" flipV="1">
            <a:off x="1945747" y="190262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4" name="r0_o02622"/>
          <p:cNvSpPr/>
          <p:nvPr/>
        </p:nvSpPr>
        <p:spPr>
          <a:xfrm flipH="1" flipV="1">
            <a:off x="1424234" y="203009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5" name="r0_o02623"/>
          <p:cNvSpPr/>
          <p:nvPr/>
        </p:nvSpPr>
        <p:spPr>
          <a:xfrm>
            <a:off x="672750" y="186885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6" name="r0_o02624"/>
          <p:cNvSpPr/>
          <p:nvPr/>
        </p:nvSpPr>
        <p:spPr>
          <a:xfrm>
            <a:off x="1955355" y="159100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7" name="r0_o02625"/>
          <p:cNvSpPr/>
          <p:nvPr/>
        </p:nvSpPr>
        <p:spPr>
          <a:xfrm>
            <a:off x="1391516" y="180020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8" name="r0_o02626"/>
          <p:cNvSpPr/>
          <p:nvPr/>
        </p:nvSpPr>
        <p:spPr>
          <a:xfrm>
            <a:off x="1194254" y="1741365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29" name="r0_o02627"/>
          <p:cNvSpPr/>
          <p:nvPr/>
        </p:nvSpPr>
        <p:spPr>
          <a:xfrm>
            <a:off x="1588768" y="185904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0" name="r0_o02628"/>
          <p:cNvSpPr/>
          <p:nvPr/>
        </p:nvSpPr>
        <p:spPr>
          <a:xfrm>
            <a:off x="1983274" y="197671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1" name="r0_o02629"/>
          <p:cNvSpPr/>
          <p:nvPr/>
        </p:nvSpPr>
        <p:spPr>
          <a:xfrm flipV="1">
            <a:off x="1945747" y="189499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2" name="r0_o02630"/>
          <p:cNvSpPr/>
          <p:nvPr/>
        </p:nvSpPr>
        <p:spPr>
          <a:xfrm flipH="1" flipV="1">
            <a:off x="1438652" y="156268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3" name="r0_o02631"/>
          <p:cNvSpPr/>
          <p:nvPr/>
        </p:nvSpPr>
        <p:spPr>
          <a:xfrm flipH="1" flipV="1">
            <a:off x="1790830" y="176207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4" name="r0_o02632"/>
          <p:cNvSpPr/>
          <p:nvPr/>
        </p:nvSpPr>
        <p:spPr>
          <a:xfrm flipV="1">
            <a:off x="677550" y="170541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5" name="r0_o02633"/>
          <p:cNvSpPr/>
          <p:nvPr/>
        </p:nvSpPr>
        <p:spPr>
          <a:xfrm>
            <a:off x="1067256" y="198651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6" name="r0_o02634"/>
          <p:cNvSpPr/>
          <p:nvPr/>
        </p:nvSpPr>
        <p:spPr>
          <a:xfrm flipV="1">
            <a:off x="1156727" y="165965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7" name="r0_o02635"/>
          <p:cNvSpPr/>
          <p:nvPr/>
        </p:nvSpPr>
        <p:spPr>
          <a:xfrm flipH="1" flipV="1">
            <a:off x="959475" y="160844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8" name="r0_o02636"/>
          <p:cNvSpPr/>
          <p:nvPr/>
        </p:nvSpPr>
        <p:spPr>
          <a:xfrm>
            <a:off x="1715767" y="161388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39" name="r0_o02637"/>
          <p:cNvSpPr/>
          <p:nvPr/>
        </p:nvSpPr>
        <p:spPr>
          <a:xfrm flipV="1">
            <a:off x="917139" y="168253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0" name="r0_o02638"/>
          <p:cNvSpPr/>
          <p:nvPr/>
        </p:nvSpPr>
        <p:spPr>
          <a:xfrm flipH="1" flipV="1">
            <a:off x="2312334" y="163458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1" name="r0_o02639"/>
          <p:cNvSpPr/>
          <p:nvPr/>
        </p:nvSpPr>
        <p:spPr>
          <a:xfrm>
            <a:off x="1631104" y="177732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2" name="r0_o02640"/>
          <p:cNvSpPr/>
          <p:nvPr/>
        </p:nvSpPr>
        <p:spPr>
          <a:xfrm flipH="1" flipV="1">
            <a:off x="635214" y="1794754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3" name="r0_o02641"/>
          <p:cNvSpPr/>
          <p:nvPr/>
        </p:nvSpPr>
        <p:spPr>
          <a:xfrm flipH="1" flipV="1">
            <a:off x="1353980" y="1726111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4" name="r0_o02642"/>
          <p:cNvSpPr/>
          <p:nvPr/>
        </p:nvSpPr>
        <p:spPr>
          <a:xfrm flipH="1" flipV="1">
            <a:off x="1663822" y="200721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5" name="r0_o02643"/>
          <p:cNvSpPr/>
          <p:nvPr/>
        </p:nvSpPr>
        <p:spPr>
          <a:xfrm flipH="1" flipV="1">
            <a:off x="2467259" y="177514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6" name="r0_o02644"/>
          <p:cNvSpPr/>
          <p:nvPr/>
        </p:nvSpPr>
        <p:spPr>
          <a:xfrm flipV="1">
            <a:off x="1593568" y="169560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7" name="r0_o02645"/>
          <p:cNvSpPr/>
          <p:nvPr/>
        </p:nvSpPr>
        <p:spPr>
          <a:xfrm>
            <a:off x="2222862" y="1953830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8" name="r0_o02646"/>
          <p:cNvSpPr/>
          <p:nvPr/>
        </p:nvSpPr>
        <p:spPr>
          <a:xfrm flipV="1">
            <a:off x="1748494" y="183616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49" name="r0_o02647"/>
          <p:cNvSpPr/>
          <p:nvPr/>
        </p:nvSpPr>
        <p:spPr>
          <a:xfrm>
            <a:off x="2110281" y="173156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0" name="r0_o02648"/>
          <p:cNvSpPr/>
          <p:nvPr/>
        </p:nvSpPr>
        <p:spPr>
          <a:xfrm flipV="1">
            <a:off x="1678240" y="153217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1" name="r0_o02649"/>
          <p:cNvSpPr/>
          <p:nvPr/>
        </p:nvSpPr>
        <p:spPr>
          <a:xfrm flipV="1">
            <a:off x="1396316" y="163676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2" name="r0_o02650"/>
          <p:cNvSpPr/>
          <p:nvPr/>
        </p:nvSpPr>
        <p:spPr>
          <a:xfrm flipV="1">
            <a:off x="1790830" y="175444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3" name="r0_o02651"/>
          <p:cNvSpPr/>
          <p:nvPr/>
        </p:nvSpPr>
        <p:spPr>
          <a:xfrm flipV="1">
            <a:off x="1184645" y="204535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4" name="r0_o02652"/>
          <p:cNvSpPr/>
          <p:nvPr/>
        </p:nvSpPr>
        <p:spPr>
          <a:xfrm>
            <a:off x="1151927" y="182308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5" name="r0_o02653"/>
          <p:cNvSpPr/>
          <p:nvPr/>
        </p:nvSpPr>
        <p:spPr>
          <a:xfrm>
            <a:off x="2307534" y="179039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6" name="r0_o02654"/>
          <p:cNvSpPr/>
          <p:nvPr/>
        </p:nvSpPr>
        <p:spPr>
          <a:xfrm>
            <a:off x="1349180" y="188192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7" name="r0_o02655"/>
          <p:cNvSpPr/>
          <p:nvPr/>
        </p:nvSpPr>
        <p:spPr>
          <a:xfrm flipV="1">
            <a:off x="1466570" y="194075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8" name="r0_o02656"/>
          <p:cNvSpPr/>
          <p:nvPr/>
        </p:nvSpPr>
        <p:spPr>
          <a:xfrm flipH="1" flipV="1">
            <a:off x="1226981" y="197126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59" name="r0_o02657"/>
          <p:cNvSpPr/>
          <p:nvPr/>
        </p:nvSpPr>
        <p:spPr>
          <a:xfrm flipV="1">
            <a:off x="1269317" y="188192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0" name="r0_o02658"/>
          <p:cNvSpPr/>
          <p:nvPr/>
        </p:nvSpPr>
        <p:spPr>
          <a:xfrm>
            <a:off x="715077" y="1787127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1" name="r0_o02659"/>
          <p:cNvSpPr/>
          <p:nvPr/>
        </p:nvSpPr>
        <p:spPr>
          <a:xfrm>
            <a:off x="1264508" y="204535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2" name="r0_o02660"/>
          <p:cNvSpPr/>
          <p:nvPr/>
        </p:nvSpPr>
        <p:spPr>
          <a:xfrm flipH="1" flipV="1">
            <a:off x="1593568" y="170323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3" name="r0_o02661"/>
          <p:cNvSpPr/>
          <p:nvPr/>
        </p:nvSpPr>
        <p:spPr>
          <a:xfrm flipV="1">
            <a:off x="2115081" y="156812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4" name="r0_o02662"/>
          <p:cNvSpPr/>
          <p:nvPr/>
        </p:nvSpPr>
        <p:spPr>
          <a:xfrm flipH="1" flipV="1">
            <a:off x="1875493" y="159863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5" name="r0_o02663"/>
          <p:cNvSpPr/>
          <p:nvPr/>
        </p:nvSpPr>
        <p:spPr>
          <a:xfrm flipH="1" flipV="1">
            <a:off x="2072745" y="1657469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6" name="r0_o02664"/>
          <p:cNvSpPr/>
          <p:nvPr/>
        </p:nvSpPr>
        <p:spPr>
          <a:xfrm>
            <a:off x="2152608" y="164984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7" name="r0_o02665"/>
          <p:cNvSpPr/>
          <p:nvPr/>
        </p:nvSpPr>
        <p:spPr>
          <a:xfrm flipH="1" flipV="1">
            <a:off x="1114391" y="1748992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8" name="r0_o02666"/>
          <p:cNvSpPr/>
          <p:nvPr/>
        </p:nvSpPr>
        <p:spPr>
          <a:xfrm>
            <a:off x="799749" y="162369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69" name="r0_o02667"/>
          <p:cNvSpPr/>
          <p:nvPr/>
        </p:nvSpPr>
        <p:spPr>
          <a:xfrm>
            <a:off x="2504786" y="184923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0" name="r0_o02668"/>
          <p:cNvSpPr/>
          <p:nvPr/>
        </p:nvSpPr>
        <p:spPr>
          <a:xfrm flipV="1">
            <a:off x="1438652" y="155505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1" name="r0_o02669"/>
          <p:cNvSpPr/>
          <p:nvPr/>
        </p:nvSpPr>
        <p:spPr>
          <a:xfrm flipV="1">
            <a:off x="2185335" y="187211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2" name="r0_o02670"/>
          <p:cNvSpPr/>
          <p:nvPr/>
        </p:nvSpPr>
        <p:spPr>
          <a:xfrm>
            <a:off x="1997691" y="150929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3" name="r0_o02671"/>
          <p:cNvSpPr/>
          <p:nvPr/>
        </p:nvSpPr>
        <p:spPr>
          <a:xfrm flipV="1">
            <a:off x="480298" y="164657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4" name="r0_o02672"/>
          <p:cNvSpPr/>
          <p:nvPr/>
        </p:nvSpPr>
        <p:spPr>
          <a:xfrm flipV="1">
            <a:off x="1142318" y="212707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5" name="r0_o02673"/>
          <p:cNvSpPr/>
          <p:nvPr/>
        </p:nvSpPr>
        <p:spPr>
          <a:xfrm>
            <a:off x="912339" y="184597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6" name="r0_o02674"/>
          <p:cNvSpPr/>
          <p:nvPr/>
        </p:nvSpPr>
        <p:spPr>
          <a:xfrm>
            <a:off x="757413" y="1705412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7" name="r0_o02675"/>
          <p:cNvSpPr/>
          <p:nvPr/>
        </p:nvSpPr>
        <p:spPr>
          <a:xfrm>
            <a:off x="954666" y="1764246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8" name="r0_o02676"/>
          <p:cNvSpPr/>
          <p:nvPr/>
        </p:nvSpPr>
        <p:spPr>
          <a:xfrm flipV="1">
            <a:off x="1199063" y="157793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79" name="r0_o02677"/>
          <p:cNvSpPr/>
          <p:nvPr/>
        </p:nvSpPr>
        <p:spPr>
          <a:xfrm flipH="1" flipV="1">
            <a:off x="2142999" y="1961457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0" name="r0_o02678"/>
          <p:cNvSpPr/>
          <p:nvPr/>
        </p:nvSpPr>
        <p:spPr>
          <a:xfrm flipH="1" flipV="1">
            <a:off x="832476" y="185359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1" name="r0_o02679"/>
          <p:cNvSpPr/>
          <p:nvPr/>
        </p:nvSpPr>
        <p:spPr>
          <a:xfrm>
            <a:off x="1518514" y="155505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2" name="r0_o02680"/>
          <p:cNvSpPr/>
          <p:nvPr/>
        </p:nvSpPr>
        <p:spPr>
          <a:xfrm flipV="1">
            <a:off x="2579849" y="198979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3" name="r0_o02681"/>
          <p:cNvSpPr/>
          <p:nvPr/>
        </p:nvSpPr>
        <p:spPr>
          <a:xfrm flipH="1" flipV="1">
            <a:off x="2622176" y="1915695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4" name="r0_o02682"/>
          <p:cNvSpPr/>
          <p:nvPr/>
        </p:nvSpPr>
        <p:spPr>
          <a:xfrm>
            <a:off x="1913020" y="167272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5" name="r0_o02683"/>
          <p:cNvSpPr/>
          <p:nvPr/>
        </p:nvSpPr>
        <p:spPr>
          <a:xfrm flipV="1">
            <a:off x="790140" y="192768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6" name="r0_o02684"/>
          <p:cNvSpPr/>
          <p:nvPr/>
        </p:nvSpPr>
        <p:spPr>
          <a:xfrm flipH="1" flipV="1">
            <a:off x="1311653" y="180783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7" name="r0_o02685"/>
          <p:cNvSpPr/>
          <p:nvPr/>
        </p:nvSpPr>
        <p:spPr>
          <a:xfrm flipV="1">
            <a:off x="959475" y="160081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8" name="r0_o02686"/>
          <p:cNvSpPr/>
          <p:nvPr/>
        </p:nvSpPr>
        <p:spPr>
          <a:xfrm flipH="1" flipV="1">
            <a:off x="1396316" y="164439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89" name="r0_o02687"/>
          <p:cNvSpPr/>
          <p:nvPr/>
        </p:nvSpPr>
        <p:spPr>
          <a:xfrm flipV="1">
            <a:off x="832476" y="184597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0" name="r0_o02688"/>
          <p:cNvSpPr/>
          <p:nvPr/>
        </p:nvSpPr>
        <p:spPr>
          <a:xfrm flipV="1">
            <a:off x="1072064" y="182308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1" name="r0_o02689"/>
          <p:cNvSpPr/>
          <p:nvPr/>
        </p:nvSpPr>
        <p:spPr>
          <a:xfrm flipV="1">
            <a:off x="1381907" y="210419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2" name="r0_o02690"/>
          <p:cNvSpPr/>
          <p:nvPr/>
        </p:nvSpPr>
        <p:spPr>
          <a:xfrm flipH="1" flipV="1">
            <a:off x="1748494" y="184378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3" name="r0_o02691"/>
          <p:cNvSpPr/>
          <p:nvPr/>
        </p:nvSpPr>
        <p:spPr>
          <a:xfrm>
            <a:off x="2265198" y="187211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4" name="r0_o02692"/>
          <p:cNvSpPr/>
          <p:nvPr/>
        </p:nvSpPr>
        <p:spPr>
          <a:xfrm flipV="1">
            <a:off x="1353980" y="171848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5" name="r0_o02693"/>
          <p:cNvSpPr/>
          <p:nvPr/>
        </p:nvSpPr>
        <p:spPr>
          <a:xfrm flipH="1" flipV="1">
            <a:off x="1678240" y="153980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6" name="r0_o02694"/>
          <p:cNvSpPr/>
          <p:nvPr/>
        </p:nvSpPr>
        <p:spPr>
          <a:xfrm>
            <a:off x="1786021" y="191787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7" name="r0_o02695"/>
          <p:cNvSpPr/>
          <p:nvPr/>
        </p:nvSpPr>
        <p:spPr>
          <a:xfrm flipV="1">
            <a:off x="1114391" y="174136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8" name="r0_o02696"/>
          <p:cNvSpPr/>
          <p:nvPr/>
        </p:nvSpPr>
        <p:spPr>
          <a:xfrm flipV="1">
            <a:off x="1861084" y="205843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699" name="r0_o02697"/>
          <p:cNvSpPr/>
          <p:nvPr/>
        </p:nvSpPr>
        <p:spPr>
          <a:xfrm flipH="1" flipV="1">
            <a:off x="480298" y="165420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0" name="r0_o02698"/>
          <p:cNvSpPr/>
          <p:nvPr/>
        </p:nvSpPr>
        <p:spPr>
          <a:xfrm>
            <a:off x="1278926" y="157793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1" name="r0_o02699"/>
          <p:cNvSpPr/>
          <p:nvPr/>
        </p:nvSpPr>
        <p:spPr>
          <a:xfrm flipH="1" flipV="1">
            <a:off x="1551241" y="178495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2" name="r0_o02700"/>
          <p:cNvSpPr/>
          <p:nvPr/>
        </p:nvSpPr>
        <p:spPr>
          <a:xfrm flipH="1" flipV="1">
            <a:off x="1072064" y="183071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3" name="r0_o02701"/>
          <p:cNvSpPr/>
          <p:nvPr/>
        </p:nvSpPr>
        <p:spPr>
          <a:xfrm flipH="1" flipV="1">
            <a:off x="1269317" y="1889550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4" name="r0_o02702"/>
          <p:cNvSpPr/>
          <p:nvPr/>
        </p:nvSpPr>
        <p:spPr>
          <a:xfrm flipH="1" flipV="1">
            <a:off x="2382588" y="1938576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5" name="r0_o02703"/>
          <p:cNvSpPr/>
          <p:nvPr/>
        </p:nvSpPr>
        <p:spPr>
          <a:xfrm>
            <a:off x="1758103" y="153217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6" name="r0_o02704"/>
          <p:cNvSpPr/>
          <p:nvPr/>
        </p:nvSpPr>
        <p:spPr>
          <a:xfrm>
            <a:off x="1236590" y="165965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7" name="r0_o02705"/>
          <p:cNvSpPr/>
          <p:nvPr/>
        </p:nvSpPr>
        <p:spPr>
          <a:xfrm>
            <a:off x="1433843" y="171848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8" name="r0_o02706"/>
          <p:cNvSpPr/>
          <p:nvPr/>
        </p:nvSpPr>
        <p:spPr>
          <a:xfrm>
            <a:off x="1306844" y="196363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09" name="r0_o02707"/>
          <p:cNvSpPr/>
          <p:nvPr/>
        </p:nvSpPr>
        <p:spPr>
          <a:xfrm>
            <a:off x="1109591" y="190480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0" name="r0_o02708"/>
          <p:cNvSpPr/>
          <p:nvPr/>
        </p:nvSpPr>
        <p:spPr>
          <a:xfrm flipV="1">
            <a:off x="1903411" y="197671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1" name="r0_o02709"/>
          <p:cNvSpPr/>
          <p:nvPr/>
        </p:nvSpPr>
        <p:spPr>
          <a:xfrm flipV="1">
            <a:off x="1635904" y="161388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2" name="r0_o02710"/>
          <p:cNvSpPr/>
          <p:nvPr/>
        </p:nvSpPr>
        <p:spPr>
          <a:xfrm flipV="1">
            <a:off x="1551241" y="177732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3" name="r0_o02711"/>
          <p:cNvSpPr/>
          <p:nvPr/>
        </p:nvSpPr>
        <p:spPr>
          <a:xfrm>
            <a:off x="1870693" y="175444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4" name="r0_o02712"/>
          <p:cNvSpPr/>
          <p:nvPr/>
        </p:nvSpPr>
        <p:spPr>
          <a:xfrm flipV="1">
            <a:off x="2227671" y="179039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5" name="r0_o02713"/>
          <p:cNvSpPr/>
          <p:nvPr/>
        </p:nvSpPr>
        <p:spPr>
          <a:xfrm flipV="1">
            <a:off x="987393" y="198651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6" name="r0_o02714"/>
          <p:cNvSpPr/>
          <p:nvPr/>
        </p:nvSpPr>
        <p:spPr>
          <a:xfrm flipH="1" flipV="1">
            <a:off x="987393" y="199414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7" name="r0_o02715"/>
          <p:cNvSpPr/>
          <p:nvPr/>
        </p:nvSpPr>
        <p:spPr>
          <a:xfrm>
            <a:off x="2067945" y="181328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8" name="r0_o02716"/>
          <p:cNvSpPr/>
          <p:nvPr/>
        </p:nvSpPr>
        <p:spPr>
          <a:xfrm flipV="1">
            <a:off x="945057" y="206823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19" name="r0_o02717"/>
          <p:cNvSpPr/>
          <p:nvPr/>
        </p:nvSpPr>
        <p:spPr>
          <a:xfrm flipV="1">
            <a:off x="1988083" y="1813280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0" name="r0_o02718"/>
          <p:cNvSpPr/>
          <p:nvPr/>
        </p:nvSpPr>
        <p:spPr>
          <a:xfrm>
            <a:off x="1024920" y="2068234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1" name="r0_o02719"/>
          <p:cNvSpPr/>
          <p:nvPr/>
        </p:nvSpPr>
        <p:spPr>
          <a:xfrm>
            <a:off x="2349870" y="1708684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2" name="r0_o02720"/>
          <p:cNvSpPr/>
          <p:nvPr/>
        </p:nvSpPr>
        <p:spPr>
          <a:xfrm flipH="1" flipV="1">
            <a:off x="1635904" y="1621515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3" name="r0_o02721"/>
          <p:cNvSpPr/>
          <p:nvPr/>
        </p:nvSpPr>
        <p:spPr>
          <a:xfrm flipV="1">
            <a:off x="2072745" y="164984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4" name="r0_o02722"/>
          <p:cNvSpPr/>
          <p:nvPr/>
        </p:nvSpPr>
        <p:spPr>
          <a:xfrm>
            <a:off x="1828357" y="183616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5" name="r0_o02723"/>
          <p:cNvSpPr/>
          <p:nvPr/>
        </p:nvSpPr>
        <p:spPr>
          <a:xfrm flipV="1">
            <a:off x="1424234" y="202247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6" name="r0_o02724"/>
          <p:cNvSpPr/>
          <p:nvPr/>
        </p:nvSpPr>
        <p:spPr>
          <a:xfrm flipH="1" flipV="1">
            <a:off x="2424924" y="185686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7" name="r0_o02725"/>
          <p:cNvSpPr/>
          <p:nvPr/>
        </p:nvSpPr>
        <p:spPr>
          <a:xfrm flipV="1">
            <a:off x="1833157" y="167272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8" name="r0_o02726"/>
          <p:cNvSpPr/>
          <p:nvPr/>
        </p:nvSpPr>
        <p:spPr>
          <a:xfrm flipH="1" flipV="1">
            <a:off x="1466570" y="194838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29" name="r0_o02727"/>
          <p:cNvSpPr/>
          <p:nvPr/>
        </p:nvSpPr>
        <p:spPr>
          <a:xfrm flipV="1">
            <a:off x="1663822" y="1999591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0" name="r0_o02728"/>
          <p:cNvSpPr/>
          <p:nvPr/>
        </p:nvSpPr>
        <p:spPr>
          <a:xfrm flipH="1" flipV="1">
            <a:off x="1508906" y="186666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1" name="r0_o02729"/>
          <p:cNvSpPr/>
          <p:nvPr/>
        </p:nvSpPr>
        <p:spPr>
          <a:xfrm>
            <a:off x="827667" y="2009400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2" name="r0_o02730"/>
          <p:cNvSpPr/>
          <p:nvPr/>
        </p:nvSpPr>
        <p:spPr>
          <a:xfrm>
            <a:off x="2462451" y="1930949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3" name="r0_o02731"/>
          <p:cNvSpPr/>
          <p:nvPr/>
        </p:nvSpPr>
        <p:spPr>
          <a:xfrm>
            <a:off x="1546433" y="1940757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4" name="r0_o02732"/>
          <p:cNvSpPr/>
          <p:nvPr/>
        </p:nvSpPr>
        <p:spPr>
          <a:xfrm>
            <a:off x="1504097" y="2022472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5" name="r0_o02733"/>
          <p:cNvSpPr/>
          <p:nvPr/>
        </p:nvSpPr>
        <p:spPr>
          <a:xfrm flipH="1" flipV="1">
            <a:off x="2270007" y="171631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6" name="r0_o02734"/>
          <p:cNvSpPr/>
          <p:nvPr/>
        </p:nvSpPr>
        <p:spPr>
          <a:xfrm flipH="1" flipV="1">
            <a:off x="1833157" y="168035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7" name="r0_o02735"/>
          <p:cNvSpPr/>
          <p:nvPr/>
        </p:nvSpPr>
        <p:spPr>
          <a:xfrm>
            <a:off x="1673431" y="1695603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8" name="r0_o02736"/>
          <p:cNvSpPr/>
          <p:nvPr/>
        </p:nvSpPr>
        <p:spPr>
          <a:xfrm flipH="1" flipV="1">
            <a:off x="719886" y="1631324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39" name="r0_o02737"/>
          <p:cNvSpPr/>
          <p:nvPr/>
        </p:nvSpPr>
        <p:spPr>
          <a:xfrm flipH="1" flipV="1">
            <a:off x="2227671" y="1798026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0" name="r0_o02738"/>
          <p:cNvSpPr/>
          <p:nvPr/>
        </p:nvSpPr>
        <p:spPr>
          <a:xfrm>
            <a:off x="560160" y="1646578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1" name="r0_o02739"/>
          <p:cNvSpPr/>
          <p:nvPr/>
        </p:nvSpPr>
        <p:spPr>
          <a:xfrm>
            <a:off x="1476179" y="1636769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2" name="r0_o02740"/>
          <p:cNvSpPr/>
          <p:nvPr/>
        </p:nvSpPr>
        <p:spPr>
          <a:xfrm flipV="1">
            <a:off x="2270007" y="170868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3" name="r0_o02741"/>
          <p:cNvSpPr/>
          <p:nvPr/>
        </p:nvSpPr>
        <p:spPr>
          <a:xfrm>
            <a:off x="1039337" y="160081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4" name="r0_o02742"/>
          <p:cNvSpPr/>
          <p:nvPr/>
        </p:nvSpPr>
        <p:spPr>
          <a:xfrm flipH="1" flipV="1">
            <a:off x="917139" y="1690158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5" name="r0_o02743"/>
          <p:cNvSpPr/>
          <p:nvPr/>
        </p:nvSpPr>
        <p:spPr>
          <a:xfrm flipV="1">
            <a:off x="1621495" y="208131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6" name="r0_o02744"/>
          <p:cNvSpPr/>
          <p:nvPr/>
        </p:nvSpPr>
        <p:spPr>
          <a:xfrm flipH="1" flipV="1">
            <a:off x="2030418" y="173919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7" name="r0_o02745"/>
          <p:cNvSpPr/>
          <p:nvPr/>
        </p:nvSpPr>
        <p:spPr>
          <a:xfrm flipH="1" flipV="1">
            <a:off x="2115081" y="157575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8" name="r0_o02746"/>
          <p:cNvSpPr/>
          <p:nvPr/>
        </p:nvSpPr>
        <p:spPr>
          <a:xfrm>
            <a:off x="997002" y="1682531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49" name="r0_o02747"/>
          <p:cNvSpPr/>
          <p:nvPr/>
        </p:nvSpPr>
        <p:spPr>
          <a:xfrm flipV="1">
            <a:off x="1508906" y="185904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0" name="r0_o02748"/>
          <p:cNvSpPr/>
          <p:nvPr/>
        </p:nvSpPr>
        <p:spPr>
          <a:xfrm flipH="1" flipV="1">
            <a:off x="1917829" y="151691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1" name="r0_o02749"/>
          <p:cNvSpPr/>
          <p:nvPr/>
        </p:nvSpPr>
        <p:spPr>
          <a:xfrm flipV="1">
            <a:off x="1311653" y="180020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2" name="r0_o02750"/>
          <p:cNvSpPr/>
          <p:nvPr/>
        </p:nvSpPr>
        <p:spPr>
          <a:xfrm flipV="1">
            <a:off x="874803" y="176424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3" name="r0_o02751"/>
          <p:cNvSpPr/>
          <p:nvPr/>
        </p:nvSpPr>
        <p:spPr>
          <a:xfrm flipH="1" flipV="1">
            <a:off x="1184645" y="2052980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4" name="r0_o02752"/>
          <p:cNvSpPr/>
          <p:nvPr/>
        </p:nvSpPr>
        <p:spPr>
          <a:xfrm flipH="1" flipV="1">
            <a:off x="1706158" y="1925503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5" name="r0_o02753"/>
          <p:cNvSpPr/>
          <p:nvPr/>
        </p:nvSpPr>
        <p:spPr>
          <a:xfrm flipV="1">
            <a:off x="1875493" y="159100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6" name="r0_o02754"/>
          <p:cNvSpPr/>
          <p:nvPr/>
        </p:nvSpPr>
        <p:spPr>
          <a:xfrm flipV="1">
            <a:off x="2100672" y="2035553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7" name="r0_o02755"/>
          <p:cNvSpPr/>
          <p:nvPr/>
        </p:nvSpPr>
        <p:spPr>
          <a:xfrm flipV="1">
            <a:off x="2424924" y="184923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8" name="r0_o02756"/>
          <p:cNvSpPr/>
          <p:nvPr/>
        </p:nvSpPr>
        <p:spPr>
          <a:xfrm flipH="1" flipV="1">
            <a:off x="1199063" y="158556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59" name="r0_o02757"/>
          <p:cNvSpPr/>
          <p:nvPr/>
        </p:nvSpPr>
        <p:spPr>
          <a:xfrm flipH="1" flipV="1">
            <a:off x="1988083" y="182090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0" name="r0_o02758"/>
          <p:cNvSpPr/>
          <p:nvPr/>
        </p:nvSpPr>
        <p:spPr>
          <a:xfrm>
            <a:off x="1743685" y="1999591"/>
            <a:ext cx="117399" cy="66469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1" name="r0_o02759"/>
          <p:cNvSpPr/>
          <p:nvPr/>
        </p:nvSpPr>
        <p:spPr>
          <a:xfrm flipH="1" flipV="1">
            <a:off x="677550" y="1713039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2" name="r0_o02760"/>
          <p:cNvSpPr/>
          <p:nvPr/>
        </p:nvSpPr>
        <p:spPr>
          <a:xfrm flipV="1">
            <a:off x="1917829" y="150929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3" name="r0_o02761"/>
          <p:cNvSpPr/>
          <p:nvPr/>
        </p:nvSpPr>
        <p:spPr>
          <a:xfrm>
            <a:off x="2194944" y="1568126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4" name="r0_o02762"/>
          <p:cNvSpPr/>
          <p:nvPr/>
        </p:nvSpPr>
        <p:spPr>
          <a:xfrm>
            <a:off x="2025609" y="189499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5" name="r0_o02763"/>
          <p:cNvSpPr/>
          <p:nvPr/>
        </p:nvSpPr>
        <p:spPr>
          <a:xfrm flipV="1">
            <a:off x="635214" y="1787127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6" name="r0_o02764"/>
          <p:cNvSpPr/>
          <p:nvPr/>
        </p:nvSpPr>
        <p:spPr>
          <a:xfrm flipH="1" flipV="1">
            <a:off x="1029729" y="191243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7" name="r0_o02765"/>
          <p:cNvSpPr/>
          <p:nvPr/>
        </p:nvSpPr>
        <p:spPr>
          <a:xfrm>
            <a:off x="517825" y="1728293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8" name="r0_o02766"/>
          <p:cNvSpPr/>
          <p:nvPr/>
        </p:nvSpPr>
        <p:spPr>
          <a:xfrm flipV="1">
            <a:off x="1226981" y="1963638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69" name="r0_o02767"/>
          <p:cNvSpPr/>
          <p:nvPr/>
        </p:nvSpPr>
        <p:spPr>
          <a:xfrm flipH="1" flipV="1">
            <a:off x="790140" y="1935312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0" name="r0_o02768"/>
          <p:cNvSpPr/>
          <p:nvPr/>
        </p:nvSpPr>
        <p:spPr>
          <a:xfrm flipH="1" flipV="1">
            <a:off x="874803" y="1771873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1" name="r0_o02769"/>
          <p:cNvSpPr/>
          <p:nvPr/>
        </p:nvSpPr>
        <p:spPr>
          <a:xfrm flipV="1">
            <a:off x="1706158" y="1917876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2" name="r0_o02770"/>
          <p:cNvSpPr/>
          <p:nvPr/>
        </p:nvSpPr>
        <p:spPr>
          <a:xfrm>
            <a:off x="870003" y="1927685"/>
            <a:ext cx="117390" cy="66461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3" name="r0_o02771"/>
          <p:cNvSpPr/>
          <p:nvPr/>
        </p:nvSpPr>
        <p:spPr>
          <a:xfrm flipH="1" flipV="1">
            <a:off x="1156727" y="1667277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4" name="r0_o02772"/>
          <p:cNvSpPr/>
          <p:nvPr/>
        </p:nvSpPr>
        <p:spPr>
          <a:xfrm flipV="1">
            <a:off x="1029729" y="1904804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5" name="r0_o02773"/>
          <p:cNvSpPr/>
          <p:nvPr/>
        </p:nvSpPr>
        <p:spPr>
          <a:xfrm flipV="1">
            <a:off x="2030418" y="1731565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6" name="r0_o02774"/>
          <p:cNvSpPr/>
          <p:nvPr/>
        </p:nvSpPr>
        <p:spPr>
          <a:xfrm flipH="1" flipV="1">
            <a:off x="1903411" y="1984338"/>
            <a:ext cx="37536" cy="74096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7" name="r0_o02775"/>
          <p:cNvSpPr/>
          <p:nvPr/>
        </p:nvSpPr>
        <p:spPr>
          <a:xfrm flipH="1" flipV="1">
            <a:off x="2185335" y="1879741"/>
            <a:ext cx="37527" cy="74088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8" name="r0_o02776"/>
          <p:cNvSpPr/>
          <p:nvPr/>
        </p:nvSpPr>
        <p:spPr>
          <a:xfrm flipV="1">
            <a:off x="2340261" y="2012672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79" name="r0_o02777"/>
          <p:cNvSpPr/>
          <p:nvPr/>
        </p:nvSpPr>
        <p:spPr>
          <a:xfrm flipV="1">
            <a:off x="2382588" y="1930949"/>
            <a:ext cx="79863" cy="7627"/>
          </a:xfrm>
          <a:prstGeom prst="line">
            <a:avLst/>
          </a:prstGeom>
          <a:noFill/>
          <a:ln w="3556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2780" name="r0_o02778"/>
          <p:cNvSpPr/>
          <p:nvPr/>
        </p:nvSpPr>
        <p:spPr>
          <a:xfrm>
            <a:off x="1968539" y="14801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1" name="r0_o02779"/>
          <p:cNvSpPr/>
          <p:nvPr/>
        </p:nvSpPr>
        <p:spPr>
          <a:xfrm>
            <a:off x="1976702" y="14874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2" name="r0_o02780"/>
          <p:cNvSpPr/>
          <p:nvPr/>
        </p:nvSpPr>
        <p:spPr>
          <a:xfrm>
            <a:off x="1976702" y="14874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3" name="r0_o02781"/>
          <p:cNvSpPr/>
          <p:nvPr/>
        </p:nvSpPr>
        <p:spPr>
          <a:xfrm>
            <a:off x="2005271" y="151395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4" name="r0_o02782"/>
          <p:cNvSpPr/>
          <p:nvPr/>
        </p:nvSpPr>
        <p:spPr>
          <a:xfrm>
            <a:off x="2010495" y="151862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5" name="r0_o02783"/>
          <p:cNvSpPr/>
          <p:nvPr/>
        </p:nvSpPr>
        <p:spPr>
          <a:xfrm>
            <a:off x="2010495" y="151862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6" name="r0_o02784"/>
          <p:cNvSpPr/>
          <p:nvPr/>
        </p:nvSpPr>
        <p:spPr>
          <a:xfrm>
            <a:off x="1888677" y="148776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7" name="r0_o02785"/>
          <p:cNvSpPr/>
          <p:nvPr/>
        </p:nvSpPr>
        <p:spPr>
          <a:xfrm>
            <a:off x="1896839" y="149505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8" name="r0_o02786"/>
          <p:cNvSpPr/>
          <p:nvPr/>
        </p:nvSpPr>
        <p:spPr>
          <a:xfrm>
            <a:off x="1896839" y="149505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9" name="r0_o02787"/>
          <p:cNvSpPr/>
          <p:nvPr/>
        </p:nvSpPr>
        <p:spPr>
          <a:xfrm>
            <a:off x="1925408" y="152158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0" name="r0_o02788"/>
          <p:cNvSpPr/>
          <p:nvPr/>
        </p:nvSpPr>
        <p:spPr>
          <a:xfrm>
            <a:off x="1930632" y="152624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1" name="r0_o02789"/>
          <p:cNvSpPr/>
          <p:nvPr/>
        </p:nvSpPr>
        <p:spPr>
          <a:xfrm>
            <a:off x="1930632" y="152624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2" name="r0_o02790"/>
          <p:cNvSpPr/>
          <p:nvPr/>
        </p:nvSpPr>
        <p:spPr>
          <a:xfrm>
            <a:off x="1728951" y="15030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3" name="r0_o02791"/>
          <p:cNvSpPr/>
          <p:nvPr/>
        </p:nvSpPr>
        <p:spPr>
          <a:xfrm>
            <a:off x="1737113" y="15103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4" name="r0_o02792"/>
          <p:cNvSpPr/>
          <p:nvPr/>
        </p:nvSpPr>
        <p:spPr>
          <a:xfrm>
            <a:off x="1737113" y="15103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5" name="r0_o02793"/>
          <p:cNvSpPr/>
          <p:nvPr/>
        </p:nvSpPr>
        <p:spPr>
          <a:xfrm>
            <a:off x="1765682" y="153683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6" name="r0_o02794"/>
          <p:cNvSpPr/>
          <p:nvPr/>
        </p:nvSpPr>
        <p:spPr>
          <a:xfrm>
            <a:off x="1770906" y="154150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7" name="r0_o02795"/>
          <p:cNvSpPr/>
          <p:nvPr/>
        </p:nvSpPr>
        <p:spPr>
          <a:xfrm>
            <a:off x="1770906" y="154150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8" name="r0_o02796"/>
          <p:cNvSpPr/>
          <p:nvPr/>
        </p:nvSpPr>
        <p:spPr>
          <a:xfrm>
            <a:off x="1649088" y="151064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9" name="r0_o02797"/>
          <p:cNvSpPr/>
          <p:nvPr/>
        </p:nvSpPr>
        <p:spPr>
          <a:xfrm>
            <a:off x="1657251" y="151793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0" name="r0_o02798"/>
          <p:cNvSpPr/>
          <p:nvPr/>
        </p:nvSpPr>
        <p:spPr>
          <a:xfrm>
            <a:off x="1657251" y="151793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1" name="r0_o02799"/>
          <p:cNvSpPr/>
          <p:nvPr/>
        </p:nvSpPr>
        <p:spPr>
          <a:xfrm>
            <a:off x="1685820" y="154446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2" name="r0_o02800"/>
          <p:cNvSpPr/>
          <p:nvPr/>
        </p:nvSpPr>
        <p:spPr>
          <a:xfrm>
            <a:off x="1691044" y="154912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3" name="r0_o02801"/>
          <p:cNvSpPr/>
          <p:nvPr/>
        </p:nvSpPr>
        <p:spPr>
          <a:xfrm>
            <a:off x="1691044" y="154912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4" name="r0_o02802"/>
          <p:cNvSpPr/>
          <p:nvPr/>
        </p:nvSpPr>
        <p:spPr>
          <a:xfrm>
            <a:off x="1489362" y="15259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5" name="r0_o02803"/>
          <p:cNvSpPr/>
          <p:nvPr/>
        </p:nvSpPr>
        <p:spPr>
          <a:xfrm>
            <a:off x="1497525" y="15331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6" name="r0_o02804"/>
          <p:cNvSpPr/>
          <p:nvPr/>
        </p:nvSpPr>
        <p:spPr>
          <a:xfrm>
            <a:off x="1497525" y="15331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7" name="r0_o02805"/>
          <p:cNvSpPr/>
          <p:nvPr/>
        </p:nvSpPr>
        <p:spPr>
          <a:xfrm>
            <a:off x="1526094" y="155971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8" name="r0_o02806"/>
          <p:cNvSpPr/>
          <p:nvPr/>
        </p:nvSpPr>
        <p:spPr>
          <a:xfrm>
            <a:off x="1531318" y="156438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9" name="r0_o02807"/>
          <p:cNvSpPr/>
          <p:nvPr/>
        </p:nvSpPr>
        <p:spPr>
          <a:xfrm>
            <a:off x="1531318" y="156438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0" name="r0_o02808"/>
          <p:cNvSpPr/>
          <p:nvPr/>
        </p:nvSpPr>
        <p:spPr>
          <a:xfrm>
            <a:off x="1409500" y="153352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1" name="r0_o02809"/>
          <p:cNvSpPr/>
          <p:nvPr/>
        </p:nvSpPr>
        <p:spPr>
          <a:xfrm>
            <a:off x="1417662" y="154081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2" name="r0_o02810"/>
          <p:cNvSpPr/>
          <p:nvPr/>
        </p:nvSpPr>
        <p:spPr>
          <a:xfrm>
            <a:off x="1417662" y="154081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3" name="r0_o02811"/>
          <p:cNvSpPr/>
          <p:nvPr/>
        </p:nvSpPr>
        <p:spPr>
          <a:xfrm>
            <a:off x="1446231" y="156734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4" name="r0_o02812"/>
          <p:cNvSpPr/>
          <p:nvPr/>
        </p:nvSpPr>
        <p:spPr>
          <a:xfrm>
            <a:off x="1451455" y="157201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5" name="r0_o02813"/>
          <p:cNvSpPr/>
          <p:nvPr/>
        </p:nvSpPr>
        <p:spPr>
          <a:xfrm>
            <a:off x="1451455" y="157201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6" name="r0_o02814"/>
          <p:cNvSpPr/>
          <p:nvPr/>
        </p:nvSpPr>
        <p:spPr>
          <a:xfrm>
            <a:off x="2165792" y="153897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7" name="r0_o02815"/>
          <p:cNvSpPr/>
          <p:nvPr/>
        </p:nvSpPr>
        <p:spPr>
          <a:xfrm>
            <a:off x="2173955" y="154626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8" name="r0_o02816"/>
          <p:cNvSpPr/>
          <p:nvPr/>
        </p:nvSpPr>
        <p:spPr>
          <a:xfrm>
            <a:off x="2173955" y="154626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9" name="r0_o02817"/>
          <p:cNvSpPr/>
          <p:nvPr/>
        </p:nvSpPr>
        <p:spPr>
          <a:xfrm>
            <a:off x="2202523" y="157279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0" name="r0_o02818"/>
          <p:cNvSpPr/>
          <p:nvPr/>
        </p:nvSpPr>
        <p:spPr>
          <a:xfrm>
            <a:off x="2207748" y="157745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1" name="r0_o02819"/>
          <p:cNvSpPr/>
          <p:nvPr/>
        </p:nvSpPr>
        <p:spPr>
          <a:xfrm>
            <a:off x="2207748" y="157745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2" name="r0_o02820"/>
          <p:cNvSpPr/>
          <p:nvPr/>
        </p:nvSpPr>
        <p:spPr>
          <a:xfrm>
            <a:off x="2085929" y="15466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3" name="r0_o02821"/>
          <p:cNvSpPr/>
          <p:nvPr/>
        </p:nvSpPr>
        <p:spPr>
          <a:xfrm>
            <a:off x="2094092" y="15538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4" name="r0_o02822"/>
          <p:cNvSpPr/>
          <p:nvPr/>
        </p:nvSpPr>
        <p:spPr>
          <a:xfrm>
            <a:off x="2094092" y="15538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5" name="r0_o02823"/>
          <p:cNvSpPr/>
          <p:nvPr/>
        </p:nvSpPr>
        <p:spPr>
          <a:xfrm>
            <a:off x="1249774" y="15487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6" name="r0_o02824"/>
          <p:cNvSpPr/>
          <p:nvPr/>
        </p:nvSpPr>
        <p:spPr>
          <a:xfrm>
            <a:off x="1257936" y="15560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7" name="r0_o02825"/>
          <p:cNvSpPr/>
          <p:nvPr/>
        </p:nvSpPr>
        <p:spPr>
          <a:xfrm>
            <a:off x="1257936" y="15560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8" name="r0_o02826"/>
          <p:cNvSpPr/>
          <p:nvPr/>
        </p:nvSpPr>
        <p:spPr>
          <a:xfrm>
            <a:off x="1286505" y="158259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9" name="r0_o02827"/>
          <p:cNvSpPr/>
          <p:nvPr/>
        </p:nvSpPr>
        <p:spPr>
          <a:xfrm>
            <a:off x="1291729" y="158726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0" name="r0_o02828"/>
          <p:cNvSpPr/>
          <p:nvPr/>
        </p:nvSpPr>
        <p:spPr>
          <a:xfrm>
            <a:off x="1291729" y="158726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1" name="r0_o02829"/>
          <p:cNvSpPr/>
          <p:nvPr/>
        </p:nvSpPr>
        <p:spPr>
          <a:xfrm>
            <a:off x="1169911" y="155641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2" name="r0_o02830"/>
          <p:cNvSpPr/>
          <p:nvPr/>
        </p:nvSpPr>
        <p:spPr>
          <a:xfrm>
            <a:off x="1178074" y="156369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3" name="r0_o02831"/>
          <p:cNvSpPr/>
          <p:nvPr/>
        </p:nvSpPr>
        <p:spPr>
          <a:xfrm>
            <a:off x="1178074" y="156369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4" name="r0_o02832"/>
          <p:cNvSpPr/>
          <p:nvPr/>
        </p:nvSpPr>
        <p:spPr>
          <a:xfrm>
            <a:off x="1206643" y="159022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5" name="r0_o02833"/>
          <p:cNvSpPr/>
          <p:nvPr/>
        </p:nvSpPr>
        <p:spPr>
          <a:xfrm>
            <a:off x="1211867" y="159489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6" name="r0_o02834"/>
          <p:cNvSpPr/>
          <p:nvPr/>
        </p:nvSpPr>
        <p:spPr>
          <a:xfrm>
            <a:off x="1211867" y="159489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7" name="r0_o02835"/>
          <p:cNvSpPr/>
          <p:nvPr/>
        </p:nvSpPr>
        <p:spPr>
          <a:xfrm>
            <a:off x="1926204" y="156185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8" name="r0_o02836"/>
          <p:cNvSpPr/>
          <p:nvPr/>
        </p:nvSpPr>
        <p:spPr>
          <a:xfrm>
            <a:off x="1934366" y="156914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9" name="r0_o02837"/>
          <p:cNvSpPr/>
          <p:nvPr/>
        </p:nvSpPr>
        <p:spPr>
          <a:xfrm>
            <a:off x="1934366" y="156914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0" name="r0_o02838"/>
          <p:cNvSpPr/>
          <p:nvPr/>
        </p:nvSpPr>
        <p:spPr>
          <a:xfrm>
            <a:off x="1846341" y="15694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1" name="r0_o02839"/>
          <p:cNvSpPr/>
          <p:nvPr/>
        </p:nvSpPr>
        <p:spPr>
          <a:xfrm>
            <a:off x="1854503" y="15767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2" name="r0_o02840"/>
          <p:cNvSpPr/>
          <p:nvPr/>
        </p:nvSpPr>
        <p:spPr>
          <a:xfrm>
            <a:off x="1854503" y="15767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3" name="r0_o02841"/>
          <p:cNvSpPr/>
          <p:nvPr/>
        </p:nvSpPr>
        <p:spPr>
          <a:xfrm>
            <a:off x="1010185" y="15716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4" name="r0_o02842"/>
          <p:cNvSpPr/>
          <p:nvPr/>
        </p:nvSpPr>
        <p:spPr>
          <a:xfrm>
            <a:off x="1018348" y="15789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5" name="r0_o02843"/>
          <p:cNvSpPr/>
          <p:nvPr/>
        </p:nvSpPr>
        <p:spPr>
          <a:xfrm>
            <a:off x="1018348" y="15789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6" name="r0_o02844"/>
          <p:cNvSpPr/>
          <p:nvPr/>
        </p:nvSpPr>
        <p:spPr>
          <a:xfrm>
            <a:off x="1046917" y="160548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7" name="r0_o02845"/>
          <p:cNvSpPr/>
          <p:nvPr/>
        </p:nvSpPr>
        <p:spPr>
          <a:xfrm>
            <a:off x="1052141" y="161014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8" name="r0_o02846"/>
          <p:cNvSpPr/>
          <p:nvPr/>
        </p:nvSpPr>
        <p:spPr>
          <a:xfrm>
            <a:off x="1052141" y="161014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9" name="r0_o02847"/>
          <p:cNvSpPr/>
          <p:nvPr/>
        </p:nvSpPr>
        <p:spPr>
          <a:xfrm>
            <a:off x="930323" y="157929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0" name="r0_o02848"/>
          <p:cNvSpPr/>
          <p:nvPr/>
        </p:nvSpPr>
        <p:spPr>
          <a:xfrm>
            <a:off x="938485" y="158657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1" name="r0_o02849"/>
          <p:cNvSpPr/>
          <p:nvPr/>
        </p:nvSpPr>
        <p:spPr>
          <a:xfrm>
            <a:off x="938485" y="158657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2" name="r0_o02850"/>
          <p:cNvSpPr/>
          <p:nvPr/>
        </p:nvSpPr>
        <p:spPr>
          <a:xfrm>
            <a:off x="967054" y="161310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3" name="r0_o02851"/>
          <p:cNvSpPr/>
          <p:nvPr/>
        </p:nvSpPr>
        <p:spPr>
          <a:xfrm>
            <a:off x="972278" y="161777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4" name="r0_o02852"/>
          <p:cNvSpPr/>
          <p:nvPr/>
        </p:nvSpPr>
        <p:spPr>
          <a:xfrm>
            <a:off x="972278" y="161777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5" name="r0_o02853"/>
          <p:cNvSpPr/>
          <p:nvPr/>
        </p:nvSpPr>
        <p:spPr>
          <a:xfrm>
            <a:off x="1686615" y="158473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6" name="r0_o02854"/>
          <p:cNvSpPr/>
          <p:nvPr/>
        </p:nvSpPr>
        <p:spPr>
          <a:xfrm>
            <a:off x="1694778" y="159202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7" name="r0_o02855"/>
          <p:cNvSpPr/>
          <p:nvPr/>
        </p:nvSpPr>
        <p:spPr>
          <a:xfrm>
            <a:off x="1694778" y="159202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8" name="r0_o02856"/>
          <p:cNvSpPr/>
          <p:nvPr/>
        </p:nvSpPr>
        <p:spPr>
          <a:xfrm>
            <a:off x="1606752" y="159236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9" name="r0_o02857"/>
          <p:cNvSpPr/>
          <p:nvPr/>
        </p:nvSpPr>
        <p:spPr>
          <a:xfrm>
            <a:off x="1614915" y="159965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0" name="r0_o02858"/>
          <p:cNvSpPr/>
          <p:nvPr/>
        </p:nvSpPr>
        <p:spPr>
          <a:xfrm>
            <a:off x="1614915" y="159965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1" name="r0_o02859"/>
          <p:cNvSpPr/>
          <p:nvPr/>
        </p:nvSpPr>
        <p:spPr>
          <a:xfrm>
            <a:off x="770597" y="159454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2" name="r0_o02860"/>
          <p:cNvSpPr/>
          <p:nvPr/>
        </p:nvSpPr>
        <p:spPr>
          <a:xfrm>
            <a:off x="778760" y="160183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3" name="r0_o02861"/>
          <p:cNvSpPr/>
          <p:nvPr/>
        </p:nvSpPr>
        <p:spPr>
          <a:xfrm>
            <a:off x="778760" y="160183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4" name="r0_o02862"/>
          <p:cNvSpPr/>
          <p:nvPr/>
        </p:nvSpPr>
        <p:spPr>
          <a:xfrm>
            <a:off x="807328" y="162836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5" name="r0_o02863"/>
          <p:cNvSpPr/>
          <p:nvPr/>
        </p:nvSpPr>
        <p:spPr>
          <a:xfrm>
            <a:off x="812552" y="163302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6" name="r0_o02864"/>
          <p:cNvSpPr/>
          <p:nvPr/>
        </p:nvSpPr>
        <p:spPr>
          <a:xfrm>
            <a:off x="812552" y="163302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7" name="r0_o02865"/>
          <p:cNvSpPr/>
          <p:nvPr/>
        </p:nvSpPr>
        <p:spPr>
          <a:xfrm>
            <a:off x="690734" y="160217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8" name="r0_o02866"/>
          <p:cNvSpPr/>
          <p:nvPr/>
        </p:nvSpPr>
        <p:spPr>
          <a:xfrm>
            <a:off x="698897" y="160946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9" name="r0_o02867"/>
          <p:cNvSpPr/>
          <p:nvPr/>
        </p:nvSpPr>
        <p:spPr>
          <a:xfrm>
            <a:off x="698897" y="160946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0" name="r0_o02868"/>
          <p:cNvSpPr/>
          <p:nvPr/>
        </p:nvSpPr>
        <p:spPr>
          <a:xfrm>
            <a:off x="727466" y="163598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1" name="r0_o02869"/>
          <p:cNvSpPr/>
          <p:nvPr/>
        </p:nvSpPr>
        <p:spPr>
          <a:xfrm>
            <a:off x="732690" y="164065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2" name="r0_o02870"/>
          <p:cNvSpPr/>
          <p:nvPr/>
        </p:nvSpPr>
        <p:spPr>
          <a:xfrm>
            <a:off x="732690" y="164065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3" name="r0_o02871"/>
          <p:cNvSpPr/>
          <p:nvPr/>
        </p:nvSpPr>
        <p:spPr>
          <a:xfrm>
            <a:off x="2283182" y="160543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4" name="r0_o02872"/>
          <p:cNvSpPr/>
          <p:nvPr/>
        </p:nvSpPr>
        <p:spPr>
          <a:xfrm>
            <a:off x="2291344" y="161272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5" name="r0_o02873"/>
          <p:cNvSpPr/>
          <p:nvPr/>
        </p:nvSpPr>
        <p:spPr>
          <a:xfrm>
            <a:off x="2291344" y="161272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6" name="r0_o02874"/>
          <p:cNvSpPr/>
          <p:nvPr/>
        </p:nvSpPr>
        <p:spPr>
          <a:xfrm>
            <a:off x="2319913" y="163925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7" name="r0_o02875"/>
          <p:cNvSpPr/>
          <p:nvPr/>
        </p:nvSpPr>
        <p:spPr>
          <a:xfrm>
            <a:off x="2325137" y="164391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8" name="r0_o02876"/>
          <p:cNvSpPr/>
          <p:nvPr/>
        </p:nvSpPr>
        <p:spPr>
          <a:xfrm>
            <a:off x="2325137" y="164391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9" name="r0_o02877"/>
          <p:cNvSpPr/>
          <p:nvPr/>
        </p:nvSpPr>
        <p:spPr>
          <a:xfrm>
            <a:off x="1447027" y="16076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0" name="r0_o02878"/>
          <p:cNvSpPr/>
          <p:nvPr/>
        </p:nvSpPr>
        <p:spPr>
          <a:xfrm>
            <a:off x="1455189" y="16149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1" name="r0_o02879"/>
          <p:cNvSpPr/>
          <p:nvPr/>
        </p:nvSpPr>
        <p:spPr>
          <a:xfrm>
            <a:off x="1455189" y="16149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2" name="r0_o02880"/>
          <p:cNvSpPr/>
          <p:nvPr/>
        </p:nvSpPr>
        <p:spPr>
          <a:xfrm>
            <a:off x="1367164" y="161524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3" name="r0_o02881"/>
          <p:cNvSpPr/>
          <p:nvPr/>
        </p:nvSpPr>
        <p:spPr>
          <a:xfrm>
            <a:off x="1375326" y="16225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4" name="r0_o02882"/>
          <p:cNvSpPr/>
          <p:nvPr/>
        </p:nvSpPr>
        <p:spPr>
          <a:xfrm>
            <a:off x="1375326" y="16225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5" name="r0_o02883"/>
          <p:cNvSpPr/>
          <p:nvPr/>
        </p:nvSpPr>
        <p:spPr>
          <a:xfrm>
            <a:off x="531008" y="161742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6" name="r0_o02884"/>
          <p:cNvSpPr/>
          <p:nvPr/>
        </p:nvSpPr>
        <p:spPr>
          <a:xfrm>
            <a:off x="539171" y="162471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7" name="r0_o02885"/>
          <p:cNvSpPr/>
          <p:nvPr/>
        </p:nvSpPr>
        <p:spPr>
          <a:xfrm>
            <a:off x="539171" y="162471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8" name="r0_o02886"/>
          <p:cNvSpPr/>
          <p:nvPr/>
        </p:nvSpPr>
        <p:spPr>
          <a:xfrm>
            <a:off x="567740" y="165124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9" name="r0_o02887"/>
          <p:cNvSpPr/>
          <p:nvPr/>
        </p:nvSpPr>
        <p:spPr>
          <a:xfrm>
            <a:off x="572964" y="1655906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0" name="r0_o02888"/>
          <p:cNvSpPr/>
          <p:nvPr/>
        </p:nvSpPr>
        <p:spPr>
          <a:xfrm>
            <a:off x="572964" y="1655906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1" name="r0_o02889"/>
          <p:cNvSpPr/>
          <p:nvPr/>
        </p:nvSpPr>
        <p:spPr>
          <a:xfrm>
            <a:off x="2123456" y="16206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2" name="r0_o02890"/>
          <p:cNvSpPr/>
          <p:nvPr/>
        </p:nvSpPr>
        <p:spPr>
          <a:xfrm>
            <a:off x="2131619" y="16279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3" name="r0_o02891"/>
          <p:cNvSpPr/>
          <p:nvPr/>
        </p:nvSpPr>
        <p:spPr>
          <a:xfrm>
            <a:off x="2131619" y="16279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4" name="r0_o02892"/>
          <p:cNvSpPr/>
          <p:nvPr/>
        </p:nvSpPr>
        <p:spPr>
          <a:xfrm>
            <a:off x="451146" y="162505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5" name="r0_o02893"/>
          <p:cNvSpPr/>
          <p:nvPr/>
        </p:nvSpPr>
        <p:spPr>
          <a:xfrm>
            <a:off x="459308" y="163234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6" name="r0_o02894"/>
          <p:cNvSpPr/>
          <p:nvPr/>
        </p:nvSpPr>
        <p:spPr>
          <a:xfrm>
            <a:off x="459308" y="163234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7" name="r0_o02895"/>
          <p:cNvSpPr/>
          <p:nvPr/>
        </p:nvSpPr>
        <p:spPr>
          <a:xfrm>
            <a:off x="487877" y="165886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8" name="r0_o02896"/>
          <p:cNvSpPr/>
          <p:nvPr/>
        </p:nvSpPr>
        <p:spPr>
          <a:xfrm>
            <a:off x="493101" y="166353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9" name="r0_o02897"/>
          <p:cNvSpPr/>
          <p:nvPr/>
        </p:nvSpPr>
        <p:spPr>
          <a:xfrm>
            <a:off x="493101" y="166353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0" name="r0_o02898"/>
          <p:cNvSpPr/>
          <p:nvPr/>
        </p:nvSpPr>
        <p:spPr>
          <a:xfrm>
            <a:off x="2043593" y="16283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1" name="r0_o02899"/>
          <p:cNvSpPr/>
          <p:nvPr/>
        </p:nvSpPr>
        <p:spPr>
          <a:xfrm>
            <a:off x="2051756" y="16356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2" name="r0_o02900"/>
          <p:cNvSpPr/>
          <p:nvPr/>
        </p:nvSpPr>
        <p:spPr>
          <a:xfrm>
            <a:off x="2051756" y="16356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3" name="r0_o02901"/>
          <p:cNvSpPr/>
          <p:nvPr/>
        </p:nvSpPr>
        <p:spPr>
          <a:xfrm>
            <a:off x="1207438" y="16304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4" name="r0_o02902"/>
          <p:cNvSpPr/>
          <p:nvPr/>
        </p:nvSpPr>
        <p:spPr>
          <a:xfrm>
            <a:off x="1215601" y="16377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5" name="r0_o02903"/>
          <p:cNvSpPr/>
          <p:nvPr/>
        </p:nvSpPr>
        <p:spPr>
          <a:xfrm>
            <a:off x="1215601" y="16377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6" name="r0_o02904"/>
          <p:cNvSpPr/>
          <p:nvPr/>
        </p:nvSpPr>
        <p:spPr>
          <a:xfrm>
            <a:off x="1127575" y="163812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7" name="r0_o02905"/>
          <p:cNvSpPr/>
          <p:nvPr/>
        </p:nvSpPr>
        <p:spPr>
          <a:xfrm>
            <a:off x="1135738" y="164541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8" name="r0_o02906"/>
          <p:cNvSpPr/>
          <p:nvPr/>
        </p:nvSpPr>
        <p:spPr>
          <a:xfrm>
            <a:off x="1135738" y="164541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9" name="r0_o02907"/>
          <p:cNvSpPr/>
          <p:nvPr/>
        </p:nvSpPr>
        <p:spPr>
          <a:xfrm>
            <a:off x="1883868" y="16435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0" name="r0_o02908"/>
          <p:cNvSpPr/>
          <p:nvPr/>
        </p:nvSpPr>
        <p:spPr>
          <a:xfrm>
            <a:off x="1892030" y="16508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1" name="r0_o02909"/>
          <p:cNvSpPr/>
          <p:nvPr/>
        </p:nvSpPr>
        <p:spPr>
          <a:xfrm>
            <a:off x="1892030" y="16508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2" name="r0_o02910"/>
          <p:cNvSpPr/>
          <p:nvPr/>
        </p:nvSpPr>
        <p:spPr>
          <a:xfrm>
            <a:off x="1804005" y="16511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3" name="r0_o02911"/>
          <p:cNvSpPr/>
          <p:nvPr/>
        </p:nvSpPr>
        <p:spPr>
          <a:xfrm>
            <a:off x="1812167" y="16584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4" name="r0_o02912"/>
          <p:cNvSpPr/>
          <p:nvPr/>
        </p:nvSpPr>
        <p:spPr>
          <a:xfrm>
            <a:off x="1812167" y="16584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5" name="r0_o02913"/>
          <p:cNvSpPr/>
          <p:nvPr/>
        </p:nvSpPr>
        <p:spPr>
          <a:xfrm>
            <a:off x="967850" y="16533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6" name="r0_o02914"/>
          <p:cNvSpPr/>
          <p:nvPr/>
        </p:nvSpPr>
        <p:spPr>
          <a:xfrm>
            <a:off x="976012" y="16606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7" name="r0_o02915"/>
          <p:cNvSpPr/>
          <p:nvPr/>
        </p:nvSpPr>
        <p:spPr>
          <a:xfrm>
            <a:off x="976012" y="16606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8" name="r0_o02916"/>
          <p:cNvSpPr/>
          <p:nvPr/>
        </p:nvSpPr>
        <p:spPr>
          <a:xfrm>
            <a:off x="887987" y="166100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9" name="r0_o02917"/>
          <p:cNvSpPr/>
          <p:nvPr/>
        </p:nvSpPr>
        <p:spPr>
          <a:xfrm>
            <a:off x="896149" y="166829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0" name="r0_o02918"/>
          <p:cNvSpPr/>
          <p:nvPr/>
        </p:nvSpPr>
        <p:spPr>
          <a:xfrm>
            <a:off x="896149" y="166829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1" name="r0_o02919"/>
          <p:cNvSpPr/>
          <p:nvPr/>
        </p:nvSpPr>
        <p:spPr>
          <a:xfrm>
            <a:off x="1644279" y="166645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2" name="r0_o02920"/>
          <p:cNvSpPr/>
          <p:nvPr/>
        </p:nvSpPr>
        <p:spPr>
          <a:xfrm>
            <a:off x="1652442" y="167374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3" name="r0_o02921"/>
          <p:cNvSpPr/>
          <p:nvPr/>
        </p:nvSpPr>
        <p:spPr>
          <a:xfrm>
            <a:off x="1652442" y="167374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4" name="r0_o02922"/>
          <p:cNvSpPr/>
          <p:nvPr/>
        </p:nvSpPr>
        <p:spPr>
          <a:xfrm>
            <a:off x="1564416" y="167407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5" name="r0_o02923"/>
          <p:cNvSpPr/>
          <p:nvPr/>
        </p:nvSpPr>
        <p:spPr>
          <a:xfrm>
            <a:off x="1572579" y="168136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6" name="r0_o02924"/>
          <p:cNvSpPr/>
          <p:nvPr/>
        </p:nvSpPr>
        <p:spPr>
          <a:xfrm>
            <a:off x="1572579" y="168136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7" name="r0_o02925"/>
          <p:cNvSpPr/>
          <p:nvPr/>
        </p:nvSpPr>
        <p:spPr>
          <a:xfrm>
            <a:off x="728261" y="16762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8" name="r0_o02926"/>
          <p:cNvSpPr/>
          <p:nvPr/>
        </p:nvSpPr>
        <p:spPr>
          <a:xfrm>
            <a:off x="736424" y="16835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9" name="r0_o02927"/>
          <p:cNvSpPr/>
          <p:nvPr/>
        </p:nvSpPr>
        <p:spPr>
          <a:xfrm>
            <a:off x="736424" y="16835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0" name="r0_o02928"/>
          <p:cNvSpPr/>
          <p:nvPr/>
        </p:nvSpPr>
        <p:spPr>
          <a:xfrm>
            <a:off x="2320718" y="167953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1" name="r0_o02929"/>
          <p:cNvSpPr/>
          <p:nvPr/>
        </p:nvSpPr>
        <p:spPr>
          <a:xfrm>
            <a:off x="2328880" y="168682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2" name="r0_o02930"/>
          <p:cNvSpPr/>
          <p:nvPr/>
        </p:nvSpPr>
        <p:spPr>
          <a:xfrm>
            <a:off x="2328880" y="168682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3" name="r0_o02931"/>
          <p:cNvSpPr/>
          <p:nvPr/>
        </p:nvSpPr>
        <p:spPr>
          <a:xfrm>
            <a:off x="648398" y="168388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4" name="r0_o02932"/>
          <p:cNvSpPr/>
          <p:nvPr/>
        </p:nvSpPr>
        <p:spPr>
          <a:xfrm>
            <a:off x="656561" y="169117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5" name="r0_o02933"/>
          <p:cNvSpPr/>
          <p:nvPr/>
        </p:nvSpPr>
        <p:spPr>
          <a:xfrm>
            <a:off x="656561" y="169117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6" name="r0_o02934"/>
          <p:cNvSpPr/>
          <p:nvPr/>
        </p:nvSpPr>
        <p:spPr>
          <a:xfrm>
            <a:off x="2240855" y="16871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7" name="r0_o02935"/>
          <p:cNvSpPr/>
          <p:nvPr/>
        </p:nvSpPr>
        <p:spPr>
          <a:xfrm>
            <a:off x="2249017" y="16944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8" name="r0_o02936"/>
          <p:cNvSpPr/>
          <p:nvPr/>
        </p:nvSpPr>
        <p:spPr>
          <a:xfrm>
            <a:off x="2249017" y="16944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9" name="r0_o02937"/>
          <p:cNvSpPr/>
          <p:nvPr/>
        </p:nvSpPr>
        <p:spPr>
          <a:xfrm>
            <a:off x="1404691" y="168933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0" name="r0_o02938"/>
          <p:cNvSpPr/>
          <p:nvPr/>
        </p:nvSpPr>
        <p:spPr>
          <a:xfrm>
            <a:off x="1412853" y="169662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1" name="r0_o02939"/>
          <p:cNvSpPr/>
          <p:nvPr/>
        </p:nvSpPr>
        <p:spPr>
          <a:xfrm>
            <a:off x="1412853" y="169662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2" name="r0_o02940"/>
          <p:cNvSpPr/>
          <p:nvPr/>
        </p:nvSpPr>
        <p:spPr>
          <a:xfrm>
            <a:off x="1324828" y="16969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3" name="r0_o02941"/>
          <p:cNvSpPr/>
          <p:nvPr/>
        </p:nvSpPr>
        <p:spPr>
          <a:xfrm>
            <a:off x="1332990" y="17042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4" name="r0_o02942"/>
          <p:cNvSpPr/>
          <p:nvPr/>
        </p:nvSpPr>
        <p:spPr>
          <a:xfrm>
            <a:off x="1332990" y="17042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5" name="r0_o02943"/>
          <p:cNvSpPr/>
          <p:nvPr/>
        </p:nvSpPr>
        <p:spPr>
          <a:xfrm>
            <a:off x="488673" y="169914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6" name="r0_o02944"/>
          <p:cNvSpPr/>
          <p:nvPr/>
        </p:nvSpPr>
        <p:spPr>
          <a:xfrm>
            <a:off x="496835" y="170642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7" name="r0_o02945"/>
          <p:cNvSpPr/>
          <p:nvPr/>
        </p:nvSpPr>
        <p:spPr>
          <a:xfrm>
            <a:off x="496835" y="170642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8" name="r0_o02946"/>
          <p:cNvSpPr/>
          <p:nvPr/>
        </p:nvSpPr>
        <p:spPr>
          <a:xfrm>
            <a:off x="525404" y="173295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9" name="r0_o02947"/>
          <p:cNvSpPr/>
          <p:nvPr/>
        </p:nvSpPr>
        <p:spPr>
          <a:xfrm>
            <a:off x="530628" y="173762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0" name="r0_o02948"/>
          <p:cNvSpPr/>
          <p:nvPr/>
        </p:nvSpPr>
        <p:spPr>
          <a:xfrm>
            <a:off x="530628" y="173762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1" name="r0_o02949"/>
          <p:cNvSpPr/>
          <p:nvPr/>
        </p:nvSpPr>
        <p:spPr>
          <a:xfrm>
            <a:off x="2081129" y="17024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2" name="r0_o02950"/>
          <p:cNvSpPr/>
          <p:nvPr/>
        </p:nvSpPr>
        <p:spPr>
          <a:xfrm>
            <a:off x="2089292" y="17097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3" name="r0_o02951"/>
          <p:cNvSpPr/>
          <p:nvPr/>
        </p:nvSpPr>
        <p:spPr>
          <a:xfrm>
            <a:off x="2089292" y="17097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4" name="r0_o02952"/>
          <p:cNvSpPr/>
          <p:nvPr/>
        </p:nvSpPr>
        <p:spPr>
          <a:xfrm>
            <a:off x="2001266" y="17100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5" name="r0_o02953"/>
          <p:cNvSpPr/>
          <p:nvPr/>
        </p:nvSpPr>
        <p:spPr>
          <a:xfrm>
            <a:off x="2009429" y="17173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6" name="r0_o02954"/>
          <p:cNvSpPr/>
          <p:nvPr/>
        </p:nvSpPr>
        <p:spPr>
          <a:xfrm>
            <a:off x="2009429" y="17173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7" name="r0_o02955"/>
          <p:cNvSpPr/>
          <p:nvPr/>
        </p:nvSpPr>
        <p:spPr>
          <a:xfrm>
            <a:off x="1165102" y="17122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8" name="r0_o02956"/>
          <p:cNvSpPr/>
          <p:nvPr/>
        </p:nvSpPr>
        <p:spPr>
          <a:xfrm>
            <a:off x="1173265" y="17195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9" name="r0_o02957"/>
          <p:cNvSpPr/>
          <p:nvPr/>
        </p:nvSpPr>
        <p:spPr>
          <a:xfrm>
            <a:off x="1173265" y="17195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0" name="r0_o02958"/>
          <p:cNvSpPr/>
          <p:nvPr/>
        </p:nvSpPr>
        <p:spPr>
          <a:xfrm>
            <a:off x="1085239" y="17198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1" name="r0_o02959"/>
          <p:cNvSpPr/>
          <p:nvPr/>
        </p:nvSpPr>
        <p:spPr>
          <a:xfrm>
            <a:off x="1093402" y="172712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2" name="r0_o02960"/>
          <p:cNvSpPr/>
          <p:nvPr/>
        </p:nvSpPr>
        <p:spPr>
          <a:xfrm>
            <a:off x="1093402" y="172712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3" name="r0_o02961"/>
          <p:cNvSpPr/>
          <p:nvPr/>
        </p:nvSpPr>
        <p:spPr>
          <a:xfrm>
            <a:off x="1841541" y="17252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4" name="r0_o02962"/>
          <p:cNvSpPr/>
          <p:nvPr/>
        </p:nvSpPr>
        <p:spPr>
          <a:xfrm>
            <a:off x="1849703" y="17325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5" name="r0_o02963"/>
          <p:cNvSpPr/>
          <p:nvPr/>
        </p:nvSpPr>
        <p:spPr>
          <a:xfrm>
            <a:off x="1849703" y="17325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6" name="r0_o02964"/>
          <p:cNvSpPr/>
          <p:nvPr/>
        </p:nvSpPr>
        <p:spPr>
          <a:xfrm>
            <a:off x="1761678" y="17329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7" name="r0_o02965"/>
          <p:cNvSpPr/>
          <p:nvPr/>
        </p:nvSpPr>
        <p:spPr>
          <a:xfrm>
            <a:off x="1769840" y="17402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8" name="r0_o02966"/>
          <p:cNvSpPr/>
          <p:nvPr/>
        </p:nvSpPr>
        <p:spPr>
          <a:xfrm>
            <a:off x="1769840" y="17402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9" name="r0_o02967"/>
          <p:cNvSpPr/>
          <p:nvPr/>
        </p:nvSpPr>
        <p:spPr>
          <a:xfrm>
            <a:off x="925514" y="17350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0" name="r0_o02968"/>
          <p:cNvSpPr/>
          <p:nvPr/>
        </p:nvSpPr>
        <p:spPr>
          <a:xfrm>
            <a:off x="933676" y="17423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1" name="r0_o02969"/>
          <p:cNvSpPr/>
          <p:nvPr/>
        </p:nvSpPr>
        <p:spPr>
          <a:xfrm>
            <a:off x="933676" y="17423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2" name="r0_o02970"/>
          <p:cNvSpPr/>
          <p:nvPr/>
        </p:nvSpPr>
        <p:spPr>
          <a:xfrm>
            <a:off x="845651" y="174272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3" name="r0_o02971"/>
          <p:cNvSpPr/>
          <p:nvPr/>
        </p:nvSpPr>
        <p:spPr>
          <a:xfrm>
            <a:off x="853813" y="175000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4" name="r0_o02972"/>
          <p:cNvSpPr/>
          <p:nvPr/>
        </p:nvSpPr>
        <p:spPr>
          <a:xfrm>
            <a:off x="853813" y="175000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5" name="r0_o02973"/>
          <p:cNvSpPr/>
          <p:nvPr/>
        </p:nvSpPr>
        <p:spPr>
          <a:xfrm>
            <a:off x="2438108" y="174599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6" name="r0_o02974"/>
          <p:cNvSpPr/>
          <p:nvPr/>
        </p:nvSpPr>
        <p:spPr>
          <a:xfrm>
            <a:off x="2446270" y="175328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7" name="r0_o02975"/>
          <p:cNvSpPr/>
          <p:nvPr/>
        </p:nvSpPr>
        <p:spPr>
          <a:xfrm>
            <a:off x="2446270" y="175328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8" name="r0_o02976"/>
          <p:cNvSpPr/>
          <p:nvPr/>
        </p:nvSpPr>
        <p:spPr>
          <a:xfrm>
            <a:off x="2474839" y="177981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9" name="r0_o02977"/>
          <p:cNvSpPr/>
          <p:nvPr/>
        </p:nvSpPr>
        <p:spPr>
          <a:xfrm>
            <a:off x="2480063" y="178447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0" name="r0_o02978"/>
          <p:cNvSpPr/>
          <p:nvPr/>
        </p:nvSpPr>
        <p:spPr>
          <a:xfrm>
            <a:off x="2480063" y="178447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1" name="r0_o02979"/>
          <p:cNvSpPr/>
          <p:nvPr/>
        </p:nvSpPr>
        <p:spPr>
          <a:xfrm>
            <a:off x="1601952" y="174817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2" name="r0_o02980"/>
          <p:cNvSpPr/>
          <p:nvPr/>
        </p:nvSpPr>
        <p:spPr>
          <a:xfrm>
            <a:off x="1610115" y="175546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3" name="r0_o02981"/>
          <p:cNvSpPr/>
          <p:nvPr/>
        </p:nvSpPr>
        <p:spPr>
          <a:xfrm>
            <a:off x="1610115" y="175546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4" name="r0_o02982"/>
          <p:cNvSpPr/>
          <p:nvPr/>
        </p:nvSpPr>
        <p:spPr>
          <a:xfrm>
            <a:off x="1522089" y="17558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5" name="r0_o02983"/>
          <p:cNvSpPr/>
          <p:nvPr/>
        </p:nvSpPr>
        <p:spPr>
          <a:xfrm>
            <a:off x="1530252" y="17630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6" name="r0_o02984"/>
          <p:cNvSpPr/>
          <p:nvPr/>
        </p:nvSpPr>
        <p:spPr>
          <a:xfrm>
            <a:off x="1530252" y="17630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7" name="r0_o02985"/>
          <p:cNvSpPr/>
          <p:nvPr/>
        </p:nvSpPr>
        <p:spPr>
          <a:xfrm>
            <a:off x="685925" y="175797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8" name="r0_o02986"/>
          <p:cNvSpPr/>
          <p:nvPr/>
        </p:nvSpPr>
        <p:spPr>
          <a:xfrm>
            <a:off x="694088" y="176526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9" name="r0_o02987"/>
          <p:cNvSpPr/>
          <p:nvPr/>
        </p:nvSpPr>
        <p:spPr>
          <a:xfrm>
            <a:off x="694088" y="176526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0" name="r0_o02988"/>
          <p:cNvSpPr/>
          <p:nvPr/>
        </p:nvSpPr>
        <p:spPr>
          <a:xfrm>
            <a:off x="2278382" y="17612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1" name="r0_o02989"/>
          <p:cNvSpPr/>
          <p:nvPr/>
        </p:nvSpPr>
        <p:spPr>
          <a:xfrm>
            <a:off x="2286544" y="17685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2" name="r0_o02990"/>
          <p:cNvSpPr/>
          <p:nvPr/>
        </p:nvSpPr>
        <p:spPr>
          <a:xfrm>
            <a:off x="2286544" y="17685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3" name="r0_o02991"/>
          <p:cNvSpPr/>
          <p:nvPr/>
        </p:nvSpPr>
        <p:spPr>
          <a:xfrm>
            <a:off x="606062" y="176560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4" name="r0_o02992"/>
          <p:cNvSpPr/>
          <p:nvPr/>
        </p:nvSpPr>
        <p:spPr>
          <a:xfrm>
            <a:off x="614225" y="177289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5" name="r0_o02993"/>
          <p:cNvSpPr/>
          <p:nvPr/>
        </p:nvSpPr>
        <p:spPr>
          <a:xfrm>
            <a:off x="614225" y="177289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6" name="r0_o02994"/>
          <p:cNvSpPr/>
          <p:nvPr/>
        </p:nvSpPr>
        <p:spPr>
          <a:xfrm>
            <a:off x="2198519" y="176887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7" name="r0_o02995"/>
          <p:cNvSpPr/>
          <p:nvPr/>
        </p:nvSpPr>
        <p:spPr>
          <a:xfrm>
            <a:off x="2206682" y="177616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8" name="r0_o02996"/>
          <p:cNvSpPr/>
          <p:nvPr/>
        </p:nvSpPr>
        <p:spPr>
          <a:xfrm>
            <a:off x="2206682" y="177616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9" name="r0_o02997"/>
          <p:cNvSpPr/>
          <p:nvPr/>
        </p:nvSpPr>
        <p:spPr>
          <a:xfrm>
            <a:off x="1362364" y="177105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0" name="r0_o02998"/>
          <p:cNvSpPr/>
          <p:nvPr/>
        </p:nvSpPr>
        <p:spPr>
          <a:xfrm>
            <a:off x="1370526" y="177834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1" name="r0_o02999"/>
          <p:cNvSpPr/>
          <p:nvPr/>
        </p:nvSpPr>
        <p:spPr>
          <a:xfrm>
            <a:off x="1370526" y="177834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2" name="r0_o03000"/>
          <p:cNvSpPr/>
          <p:nvPr/>
        </p:nvSpPr>
        <p:spPr>
          <a:xfrm>
            <a:off x="1282501" y="177868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3" name="r0_o03001"/>
          <p:cNvSpPr/>
          <p:nvPr/>
        </p:nvSpPr>
        <p:spPr>
          <a:xfrm>
            <a:off x="1290663" y="178597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4" name="r0_o03002"/>
          <p:cNvSpPr/>
          <p:nvPr/>
        </p:nvSpPr>
        <p:spPr>
          <a:xfrm>
            <a:off x="1290663" y="178597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5" name="r0_o03003"/>
          <p:cNvSpPr/>
          <p:nvPr/>
        </p:nvSpPr>
        <p:spPr>
          <a:xfrm>
            <a:off x="2038793" y="17841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6" name="r0_o03004"/>
          <p:cNvSpPr/>
          <p:nvPr/>
        </p:nvSpPr>
        <p:spPr>
          <a:xfrm>
            <a:off x="2046956" y="17914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7" name="r0_o03005"/>
          <p:cNvSpPr/>
          <p:nvPr/>
        </p:nvSpPr>
        <p:spPr>
          <a:xfrm>
            <a:off x="2046956" y="17914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8" name="r0_o03006"/>
          <p:cNvSpPr/>
          <p:nvPr/>
        </p:nvSpPr>
        <p:spPr>
          <a:xfrm>
            <a:off x="1958931" y="179175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9" name="r0_o03007"/>
          <p:cNvSpPr/>
          <p:nvPr/>
        </p:nvSpPr>
        <p:spPr>
          <a:xfrm>
            <a:off x="1967093" y="179904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0" name="r0_o03008"/>
          <p:cNvSpPr/>
          <p:nvPr/>
        </p:nvSpPr>
        <p:spPr>
          <a:xfrm>
            <a:off x="1967093" y="179904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1" name="r0_o03009"/>
          <p:cNvSpPr/>
          <p:nvPr/>
        </p:nvSpPr>
        <p:spPr>
          <a:xfrm>
            <a:off x="1122775" y="179393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2" name="r0_o03010"/>
          <p:cNvSpPr/>
          <p:nvPr/>
        </p:nvSpPr>
        <p:spPr>
          <a:xfrm>
            <a:off x="1130938" y="180122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3" name="r0_o03011"/>
          <p:cNvSpPr/>
          <p:nvPr/>
        </p:nvSpPr>
        <p:spPr>
          <a:xfrm>
            <a:off x="1130938" y="180122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4" name="r0_o03012"/>
          <p:cNvSpPr/>
          <p:nvPr/>
        </p:nvSpPr>
        <p:spPr>
          <a:xfrm>
            <a:off x="1042912" y="180156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5" name="r0_o03013"/>
          <p:cNvSpPr/>
          <p:nvPr/>
        </p:nvSpPr>
        <p:spPr>
          <a:xfrm>
            <a:off x="1051075" y="180885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6" name="r0_o03014"/>
          <p:cNvSpPr/>
          <p:nvPr/>
        </p:nvSpPr>
        <p:spPr>
          <a:xfrm>
            <a:off x="1051075" y="180885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7" name="r0_o03015"/>
          <p:cNvSpPr/>
          <p:nvPr/>
        </p:nvSpPr>
        <p:spPr>
          <a:xfrm>
            <a:off x="1799205" y="18070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8" name="r0_o03016"/>
          <p:cNvSpPr/>
          <p:nvPr/>
        </p:nvSpPr>
        <p:spPr>
          <a:xfrm>
            <a:off x="1807367" y="18142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9" name="r0_o03017"/>
          <p:cNvSpPr/>
          <p:nvPr/>
        </p:nvSpPr>
        <p:spPr>
          <a:xfrm>
            <a:off x="1807367" y="18142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0" name="r0_o03018"/>
          <p:cNvSpPr/>
          <p:nvPr/>
        </p:nvSpPr>
        <p:spPr>
          <a:xfrm>
            <a:off x="1719342" y="181463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1" name="r0_o03019"/>
          <p:cNvSpPr/>
          <p:nvPr/>
        </p:nvSpPr>
        <p:spPr>
          <a:xfrm>
            <a:off x="1727505" y="182192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2" name="r0_o03020"/>
          <p:cNvSpPr/>
          <p:nvPr/>
        </p:nvSpPr>
        <p:spPr>
          <a:xfrm>
            <a:off x="1727505" y="182192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3" name="r0_o03021"/>
          <p:cNvSpPr/>
          <p:nvPr/>
        </p:nvSpPr>
        <p:spPr>
          <a:xfrm>
            <a:off x="883187" y="181681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4" name="r0_o03022"/>
          <p:cNvSpPr/>
          <p:nvPr/>
        </p:nvSpPr>
        <p:spPr>
          <a:xfrm>
            <a:off x="891349" y="182410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5" name="r0_o03023"/>
          <p:cNvSpPr/>
          <p:nvPr/>
        </p:nvSpPr>
        <p:spPr>
          <a:xfrm>
            <a:off x="891349" y="182410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6" name="r0_o03024"/>
          <p:cNvSpPr/>
          <p:nvPr/>
        </p:nvSpPr>
        <p:spPr>
          <a:xfrm>
            <a:off x="2475634" y="18200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7" name="r0_o03025"/>
          <p:cNvSpPr/>
          <p:nvPr/>
        </p:nvSpPr>
        <p:spPr>
          <a:xfrm>
            <a:off x="2483797" y="18273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8" name="r0_o03026"/>
          <p:cNvSpPr/>
          <p:nvPr/>
        </p:nvSpPr>
        <p:spPr>
          <a:xfrm>
            <a:off x="2483797" y="18273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9" name="r0_o03027"/>
          <p:cNvSpPr/>
          <p:nvPr/>
        </p:nvSpPr>
        <p:spPr>
          <a:xfrm>
            <a:off x="803324" y="182444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0" name="r0_o03028"/>
          <p:cNvSpPr/>
          <p:nvPr/>
        </p:nvSpPr>
        <p:spPr>
          <a:xfrm>
            <a:off x="811487" y="18317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1" name="r0_o03029"/>
          <p:cNvSpPr/>
          <p:nvPr/>
        </p:nvSpPr>
        <p:spPr>
          <a:xfrm>
            <a:off x="811487" y="18317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2" name="r0_o03030"/>
          <p:cNvSpPr/>
          <p:nvPr/>
        </p:nvSpPr>
        <p:spPr>
          <a:xfrm>
            <a:off x="2395772" y="18277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3" name="r0_o03031"/>
          <p:cNvSpPr/>
          <p:nvPr/>
        </p:nvSpPr>
        <p:spPr>
          <a:xfrm>
            <a:off x="2403934" y="18349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4" name="r0_o03032"/>
          <p:cNvSpPr/>
          <p:nvPr/>
        </p:nvSpPr>
        <p:spPr>
          <a:xfrm>
            <a:off x="2403934" y="18349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5" name="r0_o03033"/>
          <p:cNvSpPr/>
          <p:nvPr/>
        </p:nvSpPr>
        <p:spPr>
          <a:xfrm>
            <a:off x="1559616" y="18298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6" name="r0_o03034"/>
          <p:cNvSpPr/>
          <p:nvPr/>
        </p:nvSpPr>
        <p:spPr>
          <a:xfrm>
            <a:off x="1567779" y="18371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7" name="r0_o03035"/>
          <p:cNvSpPr/>
          <p:nvPr/>
        </p:nvSpPr>
        <p:spPr>
          <a:xfrm>
            <a:off x="1567779" y="18371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8" name="r0_o03036"/>
          <p:cNvSpPr/>
          <p:nvPr/>
        </p:nvSpPr>
        <p:spPr>
          <a:xfrm>
            <a:off x="1479754" y="183751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9" name="r0_o03037"/>
          <p:cNvSpPr/>
          <p:nvPr/>
        </p:nvSpPr>
        <p:spPr>
          <a:xfrm>
            <a:off x="1487916" y="184480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0" name="r0_o03038"/>
          <p:cNvSpPr/>
          <p:nvPr/>
        </p:nvSpPr>
        <p:spPr>
          <a:xfrm>
            <a:off x="1487916" y="184480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1" name="r0_o03039"/>
          <p:cNvSpPr/>
          <p:nvPr/>
        </p:nvSpPr>
        <p:spPr>
          <a:xfrm>
            <a:off x="643598" y="18396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2" name="r0_o03040"/>
          <p:cNvSpPr/>
          <p:nvPr/>
        </p:nvSpPr>
        <p:spPr>
          <a:xfrm>
            <a:off x="651761" y="18469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3" name="r0_o03041"/>
          <p:cNvSpPr/>
          <p:nvPr/>
        </p:nvSpPr>
        <p:spPr>
          <a:xfrm>
            <a:off x="651761" y="18469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4" name="r0_o03042"/>
          <p:cNvSpPr/>
          <p:nvPr/>
        </p:nvSpPr>
        <p:spPr>
          <a:xfrm>
            <a:off x="680330" y="187351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5" name="r0_o03043"/>
          <p:cNvSpPr/>
          <p:nvPr/>
        </p:nvSpPr>
        <p:spPr>
          <a:xfrm>
            <a:off x="685554" y="187817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6" name="r0_o03044"/>
          <p:cNvSpPr/>
          <p:nvPr/>
        </p:nvSpPr>
        <p:spPr>
          <a:xfrm>
            <a:off x="685554" y="187817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7" name="r0_o03045"/>
          <p:cNvSpPr/>
          <p:nvPr/>
        </p:nvSpPr>
        <p:spPr>
          <a:xfrm>
            <a:off x="2236046" y="184296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8" name="r0_o03046"/>
          <p:cNvSpPr/>
          <p:nvPr/>
        </p:nvSpPr>
        <p:spPr>
          <a:xfrm>
            <a:off x="2244209" y="185025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9" name="r0_o03047"/>
          <p:cNvSpPr/>
          <p:nvPr/>
        </p:nvSpPr>
        <p:spPr>
          <a:xfrm>
            <a:off x="2244209" y="185025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0" name="r0_o03048"/>
          <p:cNvSpPr/>
          <p:nvPr/>
        </p:nvSpPr>
        <p:spPr>
          <a:xfrm>
            <a:off x="2156183" y="185058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1" name="r0_o03049"/>
          <p:cNvSpPr/>
          <p:nvPr/>
        </p:nvSpPr>
        <p:spPr>
          <a:xfrm>
            <a:off x="2164346" y="185787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2" name="r0_o03050"/>
          <p:cNvSpPr/>
          <p:nvPr/>
        </p:nvSpPr>
        <p:spPr>
          <a:xfrm>
            <a:off x="2164346" y="185787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3" name="r0_o03051"/>
          <p:cNvSpPr/>
          <p:nvPr/>
        </p:nvSpPr>
        <p:spPr>
          <a:xfrm>
            <a:off x="1320028" y="18527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4" name="r0_o03052"/>
          <p:cNvSpPr/>
          <p:nvPr/>
        </p:nvSpPr>
        <p:spPr>
          <a:xfrm>
            <a:off x="1328190" y="18600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5" name="r0_o03053"/>
          <p:cNvSpPr/>
          <p:nvPr/>
        </p:nvSpPr>
        <p:spPr>
          <a:xfrm>
            <a:off x="1328190" y="18600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6" name="r0_o03054"/>
          <p:cNvSpPr/>
          <p:nvPr/>
        </p:nvSpPr>
        <p:spPr>
          <a:xfrm>
            <a:off x="1240165" y="186039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7" name="r0_o03055"/>
          <p:cNvSpPr/>
          <p:nvPr/>
        </p:nvSpPr>
        <p:spPr>
          <a:xfrm>
            <a:off x="1248328" y="186768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8" name="r0_o03056"/>
          <p:cNvSpPr/>
          <p:nvPr/>
        </p:nvSpPr>
        <p:spPr>
          <a:xfrm>
            <a:off x="1248328" y="186768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9" name="r0_o03057"/>
          <p:cNvSpPr/>
          <p:nvPr/>
        </p:nvSpPr>
        <p:spPr>
          <a:xfrm>
            <a:off x="1996458" y="186584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0" name="r0_o03058"/>
          <p:cNvSpPr/>
          <p:nvPr/>
        </p:nvSpPr>
        <p:spPr>
          <a:xfrm>
            <a:off x="2004620" y="187313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1" name="r0_o03059"/>
          <p:cNvSpPr/>
          <p:nvPr/>
        </p:nvSpPr>
        <p:spPr>
          <a:xfrm>
            <a:off x="2004620" y="187313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2" name="r0_o03060"/>
          <p:cNvSpPr/>
          <p:nvPr/>
        </p:nvSpPr>
        <p:spPr>
          <a:xfrm>
            <a:off x="1916595" y="187347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3" name="r0_o03061"/>
          <p:cNvSpPr/>
          <p:nvPr/>
        </p:nvSpPr>
        <p:spPr>
          <a:xfrm>
            <a:off x="1924757" y="188075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4" name="r0_o03062"/>
          <p:cNvSpPr/>
          <p:nvPr/>
        </p:nvSpPr>
        <p:spPr>
          <a:xfrm>
            <a:off x="1924757" y="188075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5" name="r0_o03063"/>
          <p:cNvSpPr/>
          <p:nvPr/>
        </p:nvSpPr>
        <p:spPr>
          <a:xfrm>
            <a:off x="1080439" y="187565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6" name="r0_o03064"/>
          <p:cNvSpPr/>
          <p:nvPr/>
        </p:nvSpPr>
        <p:spPr>
          <a:xfrm>
            <a:off x="1088602" y="188294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7" name="r0_o03065"/>
          <p:cNvSpPr/>
          <p:nvPr/>
        </p:nvSpPr>
        <p:spPr>
          <a:xfrm>
            <a:off x="1088602" y="188294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8" name="r0_o03066"/>
          <p:cNvSpPr/>
          <p:nvPr/>
        </p:nvSpPr>
        <p:spPr>
          <a:xfrm>
            <a:off x="1000577" y="188327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9" name="r0_o03067"/>
          <p:cNvSpPr/>
          <p:nvPr/>
        </p:nvSpPr>
        <p:spPr>
          <a:xfrm>
            <a:off x="1008739" y="189056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0" name="r0_o03068"/>
          <p:cNvSpPr/>
          <p:nvPr/>
        </p:nvSpPr>
        <p:spPr>
          <a:xfrm>
            <a:off x="1008739" y="189056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1" name="r0_o03069"/>
          <p:cNvSpPr/>
          <p:nvPr/>
        </p:nvSpPr>
        <p:spPr>
          <a:xfrm>
            <a:off x="2593024" y="188654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2" name="r0_o03070"/>
          <p:cNvSpPr/>
          <p:nvPr/>
        </p:nvSpPr>
        <p:spPr>
          <a:xfrm>
            <a:off x="2601187" y="189383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3" name="r0_o03071"/>
          <p:cNvSpPr/>
          <p:nvPr/>
        </p:nvSpPr>
        <p:spPr>
          <a:xfrm>
            <a:off x="2601187" y="189383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4" name="r0_o03072"/>
          <p:cNvSpPr/>
          <p:nvPr/>
        </p:nvSpPr>
        <p:spPr>
          <a:xfrm>
            <a:off x="2629756" y="192035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5" name="r0_o03073"/>
          <p:cNvSpPr/>
          <p:nvPr/>
        </p:nvSpPr>
        <p:spPr>
          <a:xfrm>
            <a:off x="2634980" y="192502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6" name="r0_o03074"/>
          <p:cNvSpPr/>
          <p:nvPr/>
        </p:nvSpPr>
        <p:spPr>
          <a:xfrm>
            <a:off x="2634980" y="192502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7" name="r0_o03075"/>
          <p:cNvSpPr/>
          <p:nvPr/>
        </p:nvSpPr>
        <p:spPr>
          <a:xfrm>
            <a:off x="1756869" y="18887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8" name="r0_o03076"/>
          <p:cNvSpPr/>
          <p:nvPr/>
        </p:nvSpPr>
        <p:spPr>
          <a:xfrm>
            <a:off x="1765032" y="18960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9" name="r0_o03077"/>
          <p:cNvSpPr/>
          <p:nvPr/>
        </p:nvSpPr>
        <p:spPr>
          <a:xfrm>
            <a:off x="1765032" y="18960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0" name="r0_o03078"/>
          <p:cNvSpPr/>
          <p:nvPr/>
        </p:nvSpPr>
        <p:spPr>
          <a:xfrm>
            <a:off x="1677006" y="189635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1" name="r0_o03079"/>
          <p:cNvSpPr/>
          <p:nvPr/>
        </p:nvSpPr>
        <p:spPr>
          <a:xfrm>
            <a:off x="1685169" y="190363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2" name="r0_o03080"/>
          <p:cNvSpPr/>
          <p:nvPr/>
        </p:nvSpPr>
        <p:spPr>
          <a:xfrm>
            <a:off x="1685169" y="190363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3" name="r0_o03081"/>
          <p:cNvSpPr/>
          <p:nvPr/>
        </p:nvSpPr>
        <p:spPr>
          <a:xfrm>
            <a:off x="840851" y="189853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4" name="r0_o03082"/>
          <p:cNvSpPr/>
          <p:nvPr/>
        </p:nvSpPr>
        <p:spPr>
          <a:xfrm>
            <a:off x="849013" y="190582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5" name="r0_o03083"/>
          <p:cNvSpPr/>
          <p:nvPr/>
        </p:nvSpPr>
        <p:spPr>
          <a:xfrm>
            <a:off x="849013" y="190582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6" name="r0_o03084"/>
          <p:cNvSpPr/>
          <p:nvPr/>
        </p:nvSpPr>
        <p:spPr>
          <a:xfrm>
            <a:off x="2433299" y="190179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7" name="r0_o03085"/>
          <p:cNvSpPr/>
          <p:nvPr/>
        </p:nvSpPr>
        <p:spPr>
          <a:xfrm>
            <a:off x="2441461" y="190908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8" name="r0_o03086"/>
          <p:cNvSpPr/>
          <p:nvPr/>
        </p:nvSpPr>
        <p:spPr>
          <a:xfrm>
            <a:off x="2441461" y="190908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9" name="r0_o03087"/>
          <p:cNvSpPr/>
          <p:nvPr/>
        </p:nvSpPr>
        <p:spPr>
          <a:xfrm>
            <a:off x="760988" y="190616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0" name="r0_o03088"/>
          <p:cNvSpPr/>
          <p:nvPr/>
        </p:nvSpPr>
        <p:spPr>
          <a:xfrm>
            <a:off x="769151" y="191344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1" name="r0_o03089"/>
          <p:cNvSpPr/>
          <p:nvPr/>
        </p:nvSpPr>
        <p:spPr>
          <a:xfrm>
            <a:off x="769151" y="191344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2" name="r0_o03090"/>
          <p:cNvSpPr/>
          <p:nvPr/>
        </p:nvSpPr>
        <p:spPr>
          <a:xfrm>
            <a:off x="2353436" y="190942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3" name="r0_o03091"/>
          <p:cNvSpPr/>
          <p:nvPr/>
        </p:nvSpPr>
        <p:spPr>
          <a:xfrm>
            <a:off x="2361598" y="191671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4" name="r0_o03092"/>
          <p:cNvSpPr/>
          <p:nvPr/>
        </p:nvSpPr>
        <p:spPr>
          <a:xfrm>
            <a:off x="2361598" y="191671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5" name="r0_o03093"/>
          <p:cNvSpPr/>
          <p:nvPr/>
        </p:nvSpPr>
        <p:spPr>
          <a:xfrm>
            <a:off x="1517281" y="191160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6" name="r0_o03094"/>
          <p:cNvSpPr/>
          <p:nvPr/>
        </p:nvSpPr>
        <p:spPr>
          <a:xfrm>
            <a:off x="1525443" y="191889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7" name="r0_o03095"/>
          <p:cNvSpPr/>
          <p:nvPr/>
        </p:nvSpPr>
        <p:spPr>
          <a:xfrm>
            <a:off x="1525443" y="191889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8" name="r0_o03096"/>
          <p:cNvSpPr/>
          <p:nvPr/>
        </p:nvSpPr>
        <p:spPr>
          <a:xfrm>
            <a:off x="1437418" y="191923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9" name="r0_o03097"/>
          <p:cNvSpPr/>
          <p:nvPr/>
        </p:nvSpPr>
        <p:spPr>
          <a:xfrm>
            <a:off x="1445580" y="192652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0" name="r0_o03098"/>
          <p:cNvSpPr/>
          <p:nvPr/>
        </p:nvSpPr>
        <p:spPr>
          <a:xfrm>
            <a:off x="1445580" y="192652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1" name="r0_o03099"/>
          <p:cNvSpPr/>
          <p:nvPr/>
        </p:nvSpPr>
        <p:spPr>
          <a:xfrm>
            <a:off x="2193710" y="192467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2" name="r0_o03100"/>
          <p:cNvSpPr/>
          <p:nvPr/>
        </p:nvSpPr>
        <p:spPr>
          <a:xfrm>
            <a:off x="2201873" y="193196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3" name="r0_o03101"/>
          <p:cNvSpPr/>
          <p:nvPr/>
        </p:nvSpPr>
        <p:spPr>
          <a:xfrm>
            <a:off x="2201873" y="193196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4" name="r0_o03102"/>
          <p:cNvSpPr/>
          <p:nvPr/>
        </p:nvSpPr>
        <p:spPr>
          <a:xfrm>
            <a:off x="2113847" y="193230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5" name="r0_o03103"/>
          <p:cNvSpPr/>
          <p:nvPr/>
        </p:nvSpPr>
        <p:spPr>
          <a:xfrm>
            <a:off x="2122010" y="193959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6" name="r0_o03104"/>
          <p:cNvSpPr/>
          <p:nvPr/>
        </p:nvSpPr>
        <p:spPr>
          <a:xfrm>
            <a:off x="2122010" y="193959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7" name="r0_o03105"/>
          <p:cNvSpPr/>
          <p:nvPr/>
        </p:nvSpPr>
        <p:spPr>
          <a:xfrm>
            <a:off x="1277692" y="193448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8" name="r0_o03106"/>
          <p:cNvSpPr/>
          <p:nvPr/>
        </p:nvSpPr>
        <p:spPr>
          <a:xfrm>
            <a:off x="1285855" y="194177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9" name="r0_o03107"/>
          <p:cNvSpPr/>
          <p:nvPr/>
        </p:nvSpPr>
        <p:spPr>
          <a:xfrm>
            <a:off x="1285855" y="194177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0" name="r0_o03108"/>
          <p:cNvSpPr/>
          <p:nvPr/>
        </p:nvSpPr>
        <p:spPr>
          <a:xfrm>
            <a:off x="1197829" y="194211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1" name="r0_o03109"/>
          <p:cNvSpPr/>
          <p:nvPr/>
        </p:nvSpPr>
        <p:spPr>
          <a:xfrm>
            <a:off x="1205992" y="194940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2" name="r0_o03110"/>
          <p:cNvSpPr/>
          <p:nvPr/>
        </p:nvSpPr>
        <p:spPr>
          <a:xfrm>
            <a:off x="1205992" y="194940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3" name="r0_o03111"/>
          <p:cNvSpPr/>
          <p:nvPr/>
        </p:nvSpPr>
        <p:spPr>
          <a:xfrm>
            <a:off x="1954122" y="194755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4" name="r0_o03112"/>
          <p:cNvSpPr/>
          <p:nvPr/>
        </p:nvSpPr>
        <p:spPr>
          <a:xfrm>
            <a:off x="1962284" y="195484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5" name="r0_o03113"/>
          <p:cNvSpPr/>
          <p:nvPr/>
        </p:nvSpPr>
        <p:spPr>
          <a:xfrm>
            <a:off x="1962284" y="195484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6" name="r0_o03114"/>
          <p:cNvSpPr/>
          <p:nvPr/>
        </p:nvSpPr>
        <p:spPr>
          <a:xfrm>
            <a:off x="1874259" y="195518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7" name="r0_o03115"/>
          <p:cNvSpPr/>
          <p:nvPr/>
        </p:nvSpPr>
        <p:spPr>
          <a:xfrm>
            <a:off x="1882421" y="196247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8" name="r0_o03116"/>
          <p:cNvSpPr/>
          <p:nvPr/>
        </p:nvSpPr>
        <p:spPr>
          <a:xfrm>
            <a:off x="1882421" y="196247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9" name="r0_o03117"/>
          <p:cNvSpPr/>
          <p:nvPr/>
        </p:nvSpPr>
        <p:spPr>
          <a:xfrm>
            <a:off x="1038104" y="195736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0" name="r0_o03118"/>
          <p:cNvSpPr/>
          <p:nvPr/>
        </p:nvSpPr>
        <p:spPr>
          <a:xfrm>
            <a:off x="1046266" y="196465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1" name="r0_o03119"/>
          <p:cNvSpPr/>
          <p:nvPr/>
        </p:nvSpPr>
        <p:spPr>
          <a:xfrm>
            <a:off x="1046266" y="196465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2" name="r0_o03120"/>
          <p:cNvSpPr/>
          <p:nvPr/>
        </p:nvSpPr>
        <p:spPr>
          <a:xfrm>
            <a:off x="2630560" y="196063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3" name="r0_o03121"/>
          <p:cNvSpPr/>
          <p:nvPr/>
        </p:nvSpPr>
        <p:spPr>
          <a:xfrm>
            <a:off x="2638723" y="19679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4" name="r0_o03122"/>
          <p:cNvSpPr/>
          <p:nvPr/>
        </p:nvSpPr>
        <p:spPr>
          <a:xfrm>
            <a:off x="2638723" y="19679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5" name="r0_o03123"/>
          <p:cNvSpPr/>
          <p:nvPr/>
        </p:nvSpPr>
        <p:spPr>
          <a:xfrm>
            <a:off x="2667292" y="199445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6" name="r0_o03124"/>
          <p:cNvSpPr/>
          <p:nvPr/>
        </p:nvSpPr>
        <p:spPr>
          <a:xfrm>
            <a:off x="2672516" y="199912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7" name="r0_o03125"/>
          <p:cNvSpPr/>
          <p:nvPr/>
        </p:nvSpPr>
        <p:spPr>
          <a:xfrm>
            <a:off x="2672516" y="199912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8" name="r0_o03126"/>
          <p:cNvSpPr/>
          <p:nvPr/>
        </p:nvSpPr>
        <p:spPr>
          <a:xfrm>
            <a:off x="958241" y="196499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9" name="r0_o03127"/>
          <p:cNvSpPr/>
          <p:nvPr/>
        </p:nvSpPr>
        <p:spPr>
          <a:xfrm>
            <a:off x="966403" y="197228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0" name="r0_o03128"/>
          <p:cNvSpPr/>
          <p:nvPr/>
        </p:nvSpPr>
        <p:spPr>
          <a:xfrm>
            <a:off x="966403" y="197228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1" name="r0_o03129"/>
          <p:cNvSpPr/>
          <p:nvPr/>
        </p:nvSpPr>
        <p:spPr>
          <a:xfrm>
            <a:off x="2550697" y="196826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2" name="r0_o03130"/>
          <p:cNvSpPr/>
          <p:nvPr/>
        </p:nvSpPr>
        <p:spPr>
          <a:xfrm>
            <a:off x="2558860" y="197555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3" name="r0_o03131"/>
          <p:cNvSpPr/>
          <p:nvPr/>
        </p:nvSpPr>
        <p:spPr>
          <a:xfrm>
            <a:off x="2558860" y="197555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4" name="r0_o03132"/>
          <p:cNvSpPr/>
          <p:nvPr/>
        </p:nvSpPr>
        <p:spPr>
          <a:xfrm>
            <a:off x="2587429" y="2002082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5" name="r0_o03133"/>
          <p:cNvSpPr/>
          <p:nvPr/>
        </p:nvSpPr>
        <p:spPr>
          <a:xfrm>
            <a:off x="2592653" y="2006747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6" name="r0_o03134"/>
          <p:cNvSpPr/>
          <p:nvPr/>
        </p:nvSpPr>
        <p:spPr>
          <a:xfrm>
            <a:off x="2592653" y="2006747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7" name="r0_o03135"/>
          <p:cNvSpPr/>
          <p:nvPr/>
        </p:nvSpPr>
        <p:spPr>
          <a:xfrm>
            <a:off x="1714533" y="197044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8" name="r0_o03136"/>
          <p:cNvSpPr/>
          <p:nvPr/>
        </p:nvSpPr>
        <p:spPr>
          <a:xfrm>
            <a:off x="1722696" y="197772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9" name="r0_o03137"/>
          <p:cNvSpPr/>
          <p:nvPr/>
        </p:nvSpPr>
        <p:spPr>
          <a:xfrm>
            <a:off x="1722696" y="197772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0" name="r0_o03138"/>
          <p:cNvSpPr/>
          <p:nvPr/>
        </p:nvSpPr>
        <p:spPr>
          <a:xfrm>
            <a:off x="1634670" y="1978066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1" name="r0_o03139"/>
          <p:cNvSpPr/>
          <p:nvPr/>
        </p:nvSpPr>
        <p:spPr>
          <a:xfrm>
            <a:off x="1642833" y="1985354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2" name="r0_o03140"/>
          <p:cNvSpPr/>
          <p:nvPr/>
        </p:nvSpPr>
        <p:spPr>
          <a:xfrm>
            <a:off x="1642833" y="1985354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3" name="r0_o03141"/>
          <p:cNvSpPr/>
          <p:nvPr/>
        </p:nvSpPr>
        <p:spPr>
          <a:xfrm>
            <a:off x="798515" y="198024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4" name="r0_o03142"/>
          <p:cNvSpPr/>
          <p:nvPr/>
        </p:nvSpPr>
        <p:spPr>
          <a:xfrm>
            <a:off x="806678" y="198753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5" name="r0_o03143"/>
          <p:cNvSpPr/>
          <p:nvPr/>
        </p:nvSpPr>
        <p:spPr>
          <a:xfrm>
            <a:off x="806678" y="198753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6" name="r0_o03144"/>
          <p:cNvSpPr/>
          <p:nvPr/>
        </p:nvSpPr>
        <p:spPr>
          <a:xfrm>
            <a:off x="835247" y="201406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7" name="r0_o03145"/>
          <p:cNvSpPr/>
          <p:nvPr/>
        </p:nvSpPr>
        <p:spPr>
          <a:xfrm>
            <a:off x="840471" y="201872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8" name="r0_o03146"/>
          <p:cNvSpPr/>
          <p:nvPr/>
        </p:nvSpPr>
        <p:spPr>
          <a:xfrm>
            <a:off x="840471" y="201872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9" name="r0_o03147"/>
          <p:cNvSpPr/>
          <p:nvPr/>
        </p:nvSpPr>
        <p:spPr>
          <a:xfrm>
            <a:off x="2390972" y="198352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0" name="r0_o03148"/>
          <p:cNvSpPr/>
          <p:nvPr/>
        </p:nvSpPr>
        <p:spPr>
          <a:xfrm>
            <a:off x="2399134" y="199080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1" name="r0_o03149"/>
          <p:cNvSpPr/>
          <p:nvPr/>
        </p:nvSpPr>
        <p:spPr>
          <a:xfrm>
            <a:off x="2399134" y="199080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2" name="r0_o03150"/>
          <p:cNvSpPr/>
          <p:nvPr/>
        </p:nvSpPr>
        <p:spPr>
          <a:xfrm>
            <a:off x="2427703" y="201733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3" name="r0_o03151"/>
          <p:cNvSpPr/>
          <p:nvPr/>
        </p:nvSpPr>
        <p:spPr>
          <a:xfrm>
            <a:off x="2432927" y="202200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4" name="r0_o03152"/>
          <p:cNvSpPr/>
          <p:nvPr/>
        </p:nvSpPr>
        <p:spPr>
          <a:xfrm>
            <a:off x="2432927" y="202200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5" name="r0_o03153"/>
          <p:cNvSpPr/>
          <p:nvPr/>
        </p:nvSpPr>
        <p:spPr>
          <a:xfrm>
            <a:off x="2311109" y="19911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6" name="r0_o03154"/>
          <p:cNvSpPr/>
          <p:nvPr/>
        </p:nvSpPr>
        <p:spPr>
          <a:xfrm>
            <a:off x="2319271" y="19984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7" name="r0_o03155"/>
          <p:cNvSpPr/>
          <p:nvPr/>
        </p:nvSpPr>
        <p:spPr>
          <a:xfrm>
            <a:off x="2319271" y="19984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8" name="r0_o03156"/>
          <p:cNvSpPr/>
          <p:nvPr/>
        </p:nvSpPr>
        <p:spPr>
          <a:xfrm>
            <a:off x="2347840" y="2024963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9" name="r0_o03157"/>
          <p:cNvSpPr/>
          <p:nvPr/>
        </p:nvSpPr>
        <p:spPr>
          <a:xfrm>
            <a:off x="2353064" y="2029628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0" name="r0_o03158"/>
          <p:cNvSpPr/>
          <p:nvPr/>
        </p:nvSpPr>
        <p:spPr>
          <a:xfrm>
            <a:off x="2353064" y="2029628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1" name="r0_o03159"/>
          <p:cNvSpPr/>
          <p:nvPr/>
        </p:nvSpPr>
        <p:spPr>
          <a:xfrm>
            <a:off x="1474945" y="199332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2" name="r0_o03160"/>
          <p:cNvSpPr/>
          <p:nvPr/>
        </p:nvSpPr>
        <p:spPr>
          <a:xfrm>
            <a:off x="1483107" y="200060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3" name="r0_o03161"/>
          <p:cNvSpPr/>
          <p:nvPr/>
        </p:nvSpPr>
        <p:spPr>
          <a:xfrm>
            <a:off x="1483107" y="200060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4" name="r0_o03162"/>
          <p:cNvSpPr/>
          <p:nvPr/>
        </p:nvSpPr>
        <p:spPr>
          <a:xfrm>
            <a:off x="1395082" y="2000947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5" name="r0_o03163"/>
          <p:cNvSpPr/>
          <p:nvPr/>
        </p:nvSpPr>
        <p:spPr>
          <a:xfrm>
            <a:off x="1403244" y="2008235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6" name="r0_o03164"/>
          <p:cNvSpPr/>
          <p:nvPr/>
        </p:nvSpPr>
        <p:spPr>
          <a:xfrm>
            <a:off x="1403244" y="2008235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7" name="r0_o03165"/>
          <p:cNvSpPr/>
          <p:nvPr/>
        </p:nvSpPr>
        <p:spPr>
          <a:xfrm>
            <a:off x="2151383" y="20064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8" name="r0_o03166"/>
          <p:cNvSpPr/>
          <p:nvPr/>
        </p:nvSpPr>
        <p:spPr>
          <a:xfrm>
            <a:off x="2159546" y="20136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9" name="r0_o03167"/>
          <p:cNvSpPr/>
          <p:nvPr/>
        </p:nvSpPr>
        <p:spPr>
          <a:xfrm>
            <a:off x="2159546" y="20136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0" name="r0_o03168"/>
          <p:cNvSpPr/>
          <p:nvPr/>
        </p:nvSpPr>
        <p:spPr>
          <a:xfrm>
            <a:off x="2188115" y="204021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1" name="r0_o03169"/>
          <p:cNvSpPr/>
          <p:nvPr/>
        </p:nvSpPr>
        <p:spPr>
          <a:xfrm>
            <a:off x="2193339" y="204488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2" name="r0_o03170"/>
          <p:cNvSpPr/>
          <p:nvPr/>
        </p:nvSpPr>
        <p:spPr>
          <a:xfrm>
            <a:off x="2193339" y="204488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3" name="r0_o03171"/>
          <p:cNvSpPr/>
          <p:nvPr/>
        </p:nvSpPr>
        <p:spPr>
          <a:xfrm>
            <a:off x="2071520" y="20140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4" name="r0_o03172"/>
          <p:cNvSpPr/>
          <p:nvPr/>
        </p:nvSpPr>
        <p:spPr>
          <a:xfrm>
            <a:off x="2079683" y="20213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5" name="r0_o03173"/>
          <p:cNvSpPr/>
          <p:nvPr/>
        </p:nvSpPr>
        <p:spPr>
          <a:xfrm>
            <a:off x="2079683" y="20213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6" name="r0_o03174"/>
          <p:cNvSpPr/>
          <p:nvPr/>
        </p:nvSpPr>
        <p:spPr>
          <a:xfrm>
            <a:off x="2108252" y="2047844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7" name="r0_o03175"/>
          <p:cNvSpPr/>
          <p:nvPr/>
        </p:nvSpPr>
        <p:spPr>
          <a:xfrm>
            <a:off x="2113476" y="205250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8" name="r0_o03176"/>
          <p:cNvSpPr/>
          <p:nvPr/>
        </p:nvSpPr>
        <p:spPr>
          <a:xfrm>
            <a:off x="2113476" y="205250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9" name="r0_o03177"/>
          <p:cNvSpPr/>
          <p:nvPr/>
        </p:nvSpPr>
        <p:spPr>
          <a:xfrm>
            <a:off x="1235356" y="201620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0" name="r0_o03178"/>
          <p:cNvSpPr/>
          <p:nvPr/>
        </p:nvSpPr>
        <p:spPr>
          <a:xfrm>
            <a:off x="1243519" y="202348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1" name="r0_o03179"/>
          <p:cNvSpPr/>
          <p:nvPr/>
        </p:nvSpPr>
        <p:spPr>
          <a:xfrm>
            <a:off x="1243519" y="202348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2" name="r0_o03180"/>
          <p:cNvSpPr/>
          <p:nvPr/>
        </p:nvSpPr>
        <p:spPr>
          <a:xfrm>
            <a:off x="1155493" y="2023828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3" name="r0_o03181"/>
          <p:cNvSpPr/>
          <p:nvPr/>
        </p:nvSpPr>
        <p:spPr>
          <a:xfrm>
            <a:off x="1163656" y="2031116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4" name="r0_o03182"/>
          <p:cNvSpPr/>
          <p:nvPr/>
        </p:nvSpPr>
        <p:spPr>
          <a:xfrm>
            <a:off x="1163656" y="2031116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5" name="r0_o03183"/>
          <p:cNvSpPr/>
          <p:nvPr/>
        </p:nvSpPr>
        <p:spPr>
          <a:xfrm>
            <a:off x="1911795" y="20292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6" name="r0_o03184"/>
          <p:cNvSpPr/>
          <p:nvPr/>
        </p:nvSpPr>
        <p:spPr>
          <a:xfrm>
            <a:off x="1919957" y="20365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7" name="r0_o03185"/>
          <p:cNvSpPr/>
          <p:nvPr/>
        </p:nvSpPr>
        <p:spPr>
          <a:xfrm>
            <a:off x="1919957" y="20365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8" name="r0_o03186"/>
          <p:cNvSpPr/>
          <p:nvPr/>
        </p:nvSpPr>
        <p:spPr>
          <a:xfrm>
            <a:off x="1948526" y="206309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9" name="r0_o03187"/>
          <p:cNvSpPr/>
          <p:nvPr/>
        </p:nvSpPr>
        <p:spPr>
          <a:xfrm>
            <a:off x="1953750" y="206776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0" name="r0_o03188"/>
          <p:cNvSpPr/>
          <p:nvPr/>
        </p:nvSpPr>
        <p:spPr>
          <a:xfrm>
            <a:off x="1953750" y="206776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1" name="r0_o03189"/>
          <p:cNvSpPr/>
          <p:nvPr/>
        </p:nvSpPr>
        <p:spPr>
          <a:xfrm>
            <a:off x="1831932" y="20369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2" name="r0_o03190"/>
          <p:cNvSpPr/>
          <p:nvPr/>
        </p:nvSpPr>
        <p:spPr>
          <a:xfrm>
            <a:off x="1840094" y="20441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3" name="r0_o03191"/>
          <p:cNvSpPr/>
          <p:nvPr/>
        </p:nvSpPr>
        <p:spPr>
          <a:xfrm>
            <a:off x="1840094" y="20441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4" name="r0_o03192"/>
          <p:cNvSpPr/>
          <p:nvPr/>
        </p:nvSpPr>
        <p:spPr>
          <a:xfrm>
            <a:off x="1868663" y="207072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5" name="r0_o03193"/>
          <p:cNvSpPr/>
          <p:nvPr/>
        </p:nvSpPr>
        <p:spPr>
          <a:xfrm>
            <a:off x="1873887" y="2075389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6" name="r0_o03194"/>
          <p:cNvSpPr/>
          <p:nvPr/>
        </p:nvSpPr>
        <p:spPr>
          <a:xfrm>
            <a:off x="1873887" y="2075389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7" name="r0_o03195"/>
          <p:cNvSpPr/>
          <p:nvPr/>
        </p:nvSpPr>
        <p:spPr>
          <a:xfrm>
            <a:off x="995768" y="203908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8" name="r0_o03196"/>
          <p:cNvSpPr/>
          <p:nvPr/>
        </p:nvSpPr>
        <p:spPr>
          <a:xfrm>
            <a:off x="1003930" y="204637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9" name="r0_o03197"/>
          <p:cNvSpPr/>
          <p:nvPr/>
        </p:nvSpPr>
        <p:spPr>
          <a:xfrm>
            <a:off x="1003930" y="204637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0" name="r0_o03198"/>
          <p:cNvSpPr/>
          <p:nvPr/>
        </p:nvSpPr>
        <p:spPr>
          <a:xfrm>
            <a:off x="915905" y="2046709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1" name="r0_o03199"/>
          <p:cNvSpPr/>
          <p:nvPr/>
        </p:nvSpPr>
        <p:spPr>
          <a:xfrm>
            <a:off x="924067" y="2053997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2" name="r0_o03200"/>
          <p:cNvSpPr/>
          <p:nvPr/>
        </p:nvSpPr>
        <p:spPr>
          <a:xfrm>
            <a:off x="924067" y="2053997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3" name="r0_o03201"/>
          <p:cNvSpPr/>
          <p:nvPr/>
        </p:nvSpPr>
        <p:spPr>
          <a:xfrm>
            <a:off x="952636" y="2080525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4" name="r0_o03202"/>
          <p:cNvSpPr/>
          <p:nvPr/>
        </p:nvSpPr>
        <p:spPr>
          <a:xfrm>
            <a:off x="957860" y="208519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5" name="r0_o03203"/>
          <p:cNvSpPr/>
          <p:nvPr/>
        </p:nvSpPr>
        <p:spPr>
          <a:xfrm>
            <a:off x="957860" y="208519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6" name="r0_o03204"/>
          <p:cNvSpPr/>
          <p:nvPr/>
        </p:nvSpPr>
        <p:spPr>
          <a:xfrm>
            <a:off x="1672206" y="2052163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7" name="r0_o03205"/>
          <p:cNvSpPr/>
          <p:nvPr/>
        </p:nvSpPr>
        <p:spPr>
          <a:xfrm>
            <a:off x="1680369" y="2059451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8" name="r0_o03206"/>
          <p:cNvSpPr/>
          <p:nvPr/>
        </p:nvSpPr>
        <p:spPr>
          <a:xfrm>
            <a:off x="1680369" y="2059451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9" name="r0_o03207"/>
          <p:cNvSpPr/>
          <p:nvPr/>
        </p:nvSpPr>
        <p:spPr>
          <a:xfrm>
            <a:off x="1708938" y="2085979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0" name="r0_o03208"/>
          <p:cNvSpPr/>
          <p:nvPr/>
        </p:nvSpPr>
        <p:spPr>
          <a:xfrm>
            <a:off x="1714162" y="2090643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1" name="r0_o03209"/>
          <p:cNvSpPr/>
          <p:nvPr/>
        </p:nvSpPr>
        <p:spPr>
          <a:xfrm>
            <a:off x="1714162" y="2090643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2" name="r0_o03210"/>
          <p:cNvSpPr/>
          <p:nvPr/>
        </p:nvSpPr>
        <p:spPr>
          <a:xfrm>
            <a:off x="1592343" y="2059790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3" name="r0_o03211"/>
          <p:cNvSpPr/>
          <p:nvPr/>
        </p:nvSpPr>
        <p:spPr>
          <a:xfrm>
            <a:off x="1600506" y="2067078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4" name="r0_o03212"/>
          <p:cNvSpPr/>
          <p:nvPr/>
        </p:nvSpPr>
        <p:spPr>
          <a:xfrm>
            <a:off x="1600506" y="2067078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5" name="r0_o03213"/>
          <p:cNvSpPr/>
          <p:nvPr/>
        </p:nvSpPr>
        <p:spPr>
          <a:xfrm>
            <a:off x="1629075" y="2093606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6" name="r0_o03214"/>
          <p:cNvSpPr/>
          <p:nvPr/>
        </p:nvSpPr>
        <p:spPr>
          <a:xfrm>
            <a:off x="1634299" y="2098270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7" name="r0_o03215"/>
          <p:cNvSpPr/>
          <p:nvPr/>
        </p:nvSpPr>
        <p:spPr>
          <a:xfrm>
            <a:off x="1634299" y="2098270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8" name="r0_o03216"/>
          <p:cNvSpPr/>
          <p:nvPr/>
        </p:nvSpPr>
        <p:spPr>
          <a:xfrm>
            <a:off x="1432618" y="2075044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9" name="r0_o03217"/>
          <p:cNvSpPr/>
          <p:nvPr/>
        </p:nvSpPr>
        <p:spPr>
          <a:xfrm>
            <a:off x="1440780" y="2082332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0" name="r0_o03218"/>
          <p:cNvSpPr/>
          <p:nvPr/>
        </p:nvSpPr>
        <p:spPr>
          <a:xfrm>
            <a:off x="1440780" y="2082332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1" name="r0_o03219"/>
          <p:cNvSpPr/>
          <p:nvPr/>
        </p:nvSpPr>
        <p:spPr>
          <a:xfrm>
            <a:off x="1469349" y="2108860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2" name="r0_o03220"/>
          <p:cNvSpPr/>
          <p:nvPr/>
        </p:nvSpPr>
        <p:spPr>
          <a:xfrm>
            <a:off x="1474573" y="2113524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3" name="r0_o03221"/>
          <p:cNvSpPr/>
          <p:nvPr/>
        </p:nvSpPr>
        <p:spPr>
          <a:xfrm>
            <a:off x="1474573" y="2113524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4" name="r0_o03222"/>
          <p:cNvSpPr/>
          <p:nvPr/>
        </p:nvSpPr>
        <p:spPr>
          <a:xfrm>
            <a:off x="1352755" y="2082671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5" name="r0_o03223"/>
          <p:cNvSpPr/>
          <p:nvPr/>
        </p:nvSpPr>
        <p:spPr>
          <a:xfrm>
            <a:off x="1360917" y="2089959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6" name="r0_o03224"/>
          <p:cNvSpPr/>
          <p:nvPr/>
        </p:nvSpPr>
        <p:spPr>
          <a:xfrm>
            <a:off x="1360917" y="2089959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7" name="r0_o03225"/>
          <p:cNvSpPr/>
          <p:nvPr/>
        </p:nvSpPr>
        <p:spPr>
          <a:xfrm>
            <a:off x="1389486" y="2116487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8" name="r0_o03226"/>
          <p:cNvSpPr/>
          <p:nvPr/>
        </p:nvSpPr>
        <p:spPr>
          <a:xfrm>
            <a:off x="1394710" y="2121151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9" name="r0_o03227"/>
          <p:cNvSpPr/>
          <p:nvPr/>
        </p:nvSpPr>
        <p:spPr>
          <a:xfrm>
            <a:off x="1394710" y="2121151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0" name="r0_o03228"/>
          <p:cNvSpPr/>
          <p:nvPr/>
        </p:nvSpPr>
        <p:spPr>
          <a:xfrm>
            <a:off x="1193029" y="2097925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1" name="r0_o03229"/>
          <p:cNvSpPr/>
          <p:nvPr/>
        </p:nvSpPr>
        <p:spPr>
          <a:xfrm>
            <a:off x="1201192" y="2105213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2" name="r0_o03230"/>
          <p:cNvSpPr/>
          <p:nvPr/>
        </p:nvSpPr>
        <p:spPr>
          <a:xfrm>
            <a:off x="1201192" y="2105213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3" name="r0_o03231"/>
          <p:cNvSpPr/>
          <p:nvPr/>
        </p:nvSpPr>
        <p:spPr>
          <a:xfrm>
            <a:off x="1229761" y="2131741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4" name="r0_o03232"/>
          <p:cNvSpPr/>
          <p:nvPr/>
        </p:nvSpPr>
        <p:spPr>
          <a:xfrm>
            <a:off x="1234985" y="2136405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5" name="r0_o03233"/>
          <p:cNvSpPr/>
          <p:nvPr/>
        </p:nvSpPr>
        <p:spPr>
          <a:xfrm>
            <a:off x="1234985" y="2136405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6" name="r0_o03234"/>
          <p:cNvSpPr/>
          <p:nvPr/>
        </p:nvSpPr>
        <p:spPr>
          <a:xfrm>
            <a:off x="1113166" y="2105552"/>
            <a:ext cx="58304" cy="5830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7" name="r0_o03235"/>
          <p:cNvSpPr/>
          <p:nvPr/>
        </p:nvSpPr>
        <p:spPr>
          <a:xfrm>
            <a:off x="1121329" y="2112840"/>
            <a:ext cx="28336" cy="28336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8" name="r0_o03236"/>
          <p:cNvSpPr/>
          <p:nvPr/>
        </p:nvSpPr>
        <p:spPr>
          <a:xfrm>
            <a:off x="1121329" y="2112840"/>
            <a:ext cx="17710" cy="17710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9" name="r0_o03237"/>
          <p:cNvSpPr/>
          <p:nvPr/>
        </p:nvSpPr>
        <p:spPr>
          <a:xfrm>
            <a:off x="1149898" y="2139368"/>
            <a:ext cx="37315" cy="37315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0" name="r0_o03238"/>
          <p:cNvSpPr/>
          <p:nvPr/>
        </p:nvSpPr>
        <p:spPr>
          <a:xfrm>
            <a:off x="1155122" y="2144032"/>
            <a:ext cx="18135" cy="18135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1" name="r0_o03239"/>
          <p:cNvSpPr/>
          <p:nvPr/>
        </p:nvSpPr>
        <p:spPr>
          <a:xfrm>
            <a:off x="1155122" y="2144032"/>
            <a:ext cx="11334" cy="11334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2" name="r0_o03240"/>
          <p:cNvSpPr/>
          <p:nvPr/>
        </p:nvSpPr>
        <p:spPr>
          <a:xfrm>
            <a:off x="331046" y="3891787"/>
            <a:ext cx="2477917" cy="2477917"/>
          </a:xfrm>
          <a:prstGeom prst="ellipse">
            <a:avLst/>
          </a:prstGeom>
          <a:solidFill>
            <a:srgbClr val="F7FBFE"/>
          </a:solidFill>
          <a:ln w="20320">
            <a:solidFill>
              <a:srgbClr val="AEC9E8"/>
            </a:solidFill>
          </a:ln>
        </p:spPr>
        <p:txBody>
          <a:bodyPr/>
          <a:lstStyle/>
          <a:p/>
        </p:txBody>
      </p:sp>
      <p:sp>
        <p:nvSpPr>
          <p:cNvPr id="3243" name="r0_o03241"/>
          <p:cNvSpPr/>
          <p:nvPr/>
        </p:nvSpPr>
        <p:spPr>
          <a:xfrm>
            <a:off x="1395093" y="3498236"/>
            <a:ext cx="349824" cy="393552"/>
          </a:xfrm>
          <a:prstGeom prst="upArrow">
            <a:avLst/>
          </a:prstGeom>
          <a:solidFill>
            <a:srgbClr val="B9D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4" name="r0_o03242"/>
          <p:cNvSpPr/>
          <p:nvPr/>
        </p:nvSpPr>
        <p:spPr>
          <a:xfrm flipV="1">
            <a:off x="719890" y="548076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45" name="r0_o03243"/>
          <p:cNvSpPr/>
          <p:nvPr/>
        </p:nvSpPr>
        <p:spPr>
          <a:xfrm flipV="1">
            <a:off x="2349170" y="586634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46" name="r0_o03244"/>
          <p:cNvSpPr/>
          <p:nvPr/>
        </p:nvSpPr>
        <p:spPr>
          <a:xfrm flipH="1" flipV="1">
            <a:off x="2123283" y="580651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47" name="r0_o03245"/>
          <p:cNvSpPr/>
          <p:nvPr/>
        </p:nvSpPr>
        <p:spPr>
          <a:xfrm>
            <a:off x="667028" y="576662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48" name="r0_o03246"/>
          <p:cNvSpPr/>
          <p:nvPr/>
        </p:nvSpPr>
        <p:spPr>
          <a:xfrm>
            <a:off x="2132892" y="544309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49" name="r0_o03247"/>
          <p:cNvSpPr/>
          <p:nvPr/>
        </p:nvSpPr>
        <p:spPr>
          <a:xfrm>
            <a:off x="1488877" y="568685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0" name="r0_o03248"/>
          <p:cNvSpPr/>
          <p:nvPr/>
        </p:nvSpPr>
        <p:spPr>
          <a:xfrm>
            <a:off x="1262980" y="5618152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1" name="r0_o03249"/>
          <p:cNvSpPr/>
          <p:nvPr/>
        </p:nvSpPr>
        <p:spPr>
          <a:xfrm>
            <a:off x="1714764" y="575554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2" name="r0_o03250"/>
          <p:cNvSpPr/>
          <p:nvPr/>
        </p:nvSpPr>
        <p:spPr>
          <a:xfrm flipV="1">
            <a:off x="2123283" y="579764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3" name="r0_o03251"/>
          <p:cNvSpPr/>
          <p:nvPr/>
        </p:nvSpPr>
        <p:spPr>
          <a:xfrm flipH="1" flipV="1">
            <a:off x="1541739" y="540985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4" name="r0_o03252"/>
          <p:cNvSpPr/>
          <p:nvPr/>
        </p:nvSpPr>
        <p:spPr>
          <a:xfrm flipH="1" flipV="1">
            <a:off x="1945460" y="5642535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5" name="r0_o03253"/>
          <p:cNvSpPr/>
          <p:nvPr/>
        </p:nvSpPr>
        <p:spPr>
          <a:xfrm flipV="1">
            <a:off x="671827" y="557605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6" name="r0_o03254"/>
          <p:cNvSpPr/>
          <p:nvPr/>
        </p:nvSpPr>
        <p:spPr>
          <a:xfrm>
            <a:off x="1118801" y="590401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7" name="r0_o03255"/>
          <p:cNvSpPr/>
          <p:nvPr/>
        </p:nvSpPr>
        <p:spPr>
          <a:xfrm flipV="1">
            <a:off x="1219727" y="552286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8" name="r0_o03256"/>
          <p:cNvSpPr/>
          <p:nvPr/>
        </p:nvSpPr>
        <p:spPr>
          <a:xfrm flipH="1" flipV="1">
            <a:off x="993840" y="546303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59" name="r0_o03257"/>
          <p:cNvSpPr/>
          <p:nvPr/>
        </p:nvSpPr>
        <p:spPr>
          <a:xfrm>
            <a:off x="1858942" y="546968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0" name="r0_o03258"/>
          <p:cNvSpPr/>
          <p:nvPr/>
        </p:nvSpPr>
        <p:spPr>
          <a:xfrm flipV="1">
            <a:off x="945777" y="554945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1" name="r0_o03259"/>
          <p:cNvSpPr/>
          <p:nvPr/>
        </p:nvSpPr>
        <p:spPr>
          <a:xfrm>
            <a:off x="1762827" y="566026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2" name="r0_o03260"/>
          <p:cNvSpPr/>
          <p:nvPr/>
        </p:nvSpPr>
        <p:spPr>
          <a:xfrm flipH="1" flipV="1">
            <a:off x="623764" y="5680198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3" name="r0_o03261"/>
          <p:cNvSpPr/>
          <p:nvPr/>
        </p:nvSpPr>
        <p:spPr>
          <a:xfrm flipH="1" flipV="1">
            <a:off x="1445613" y="5600424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4" name="r0_o03262"/>
          <p:cNvSpPr/>
          <p:nvPr/>
        </p:nvSpPr>
        <p:spPr>
          <a:xfrm flipV="1">
            <a:off x="1719563" y="556496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5" name="r0_o03263"/>
          <p:cNvSpPr/>
          <p:nvPr/>
        </p:nvSpPr>
        <p:spPr>
          <a:xfrm flipV="1">
            <a:off x="1897397" y="572895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6" name="r0_o03264"/>
          <p:cNvSpPr/>
          <p:nvPr/>
        </p:nvSpPr>
        <p:spPr>
          <a:xfrm>
            <a:off x="2310726" y="560708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7" name="r0_o03265"/>
          <p:cNvSpPr/>
          <p:nvPr/>
        </p:nvSpPr>
        <p:spPr>
          <a:xfrm flipV="1">
            <a:off x="1815689" y="537440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8" name="r0_o03266"/>
          <p:cNvSpPr/>
          <p:nvPr/>
        </p:nvSpPr>
        <p:spPr>
          <a:xfrm flipV="1">
            <a:off x="1493676" y="549627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69" name="r0_o03267"/>
          <p:cNvSpPr/>
          <p:nvPr/>
        </p:nvSpPr>
        <p:spPr>
          <a:xfrm flipV="1">
            <a:off x="1945460" y="563367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0" name="r0_o03268"/>
          <p:cNvSpPr/>
          <p:nvPr/>
        </p:nvSpPr>
        <p:spPr>
          <a:xfrm flipV="1">
            <a:off x="1253371" y="597270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1" name="r0_o03269"/>
          <p:cNvSpPr/>
          <p:nvPr/>
        </p:nvSpPr>
        <p:spPr>
          <a:xfrm>
            <a:off x="1214927" y="571344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2" name="r0_o03270"/>
          <p:cNvSpPr/>
          <p:nvPr/>
        </p:nvSpPr>
        <p:spPr>
          <a:xfrm>
            <a:off x="1440814" y="578213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3" name="r0_o03271"/>
          <p:cNvSpPr/>
          <p:nvPr/>
        </p:nvSpPr>
        <p:spPr>
          <a:xfrm flipV="1">
            <a:off x="1575384" y="585083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4" name="r0_o03272"/>
          <p:cNvSpPr/>
          <p:nvPr/>
        </p:nvSpPr>
        <p:spPr>
          <a:xfrm flipH="1" flipV="1">
            <a:off x="1301434" y="588628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5" name="r0_o03273"/>
          <p:cNvSpPr/>
          <p:nvPr/>
        </p:nvSpPr>
        <p:spPr>
          <a:xfrm flipV="1">
            <a:off x="1349497" y="578213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6" name="r0_o03274"/>
          <p:cNvSpPr/>
          <p:nvPr/>
        </p:nvSpPr>
        <p:spPr>
          <a:xfrm>
            <a:off x="715081" y="5671335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7" name="r0_o03275"/>
          <p:cNvSpPr/>
          <p:nvPr/>
        </p:nvSpPr>
        <p:spPr>
          <a:xfrm flipH="1" flipV="1">
            <a:off x="1719563" y="5573833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8" name="r0_o03276"/>
          <p:cNvSpPr/>
          <p:nvPr/>
        </p:nvSpPr>
        <p:spPr>
          <a:xfrm flipH="1" flipV="1">
            <a:off x="2041576" y="545195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79" name="r0_o03277"/>
          <p:cNvSpPr/>
          <p:nvPr/>
        </p:nvSpPr>
        <p:spPr>
          <a:xfrm flipH="1" flipV="1">
            <a:off x="2267462" y="5520650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0" name="r0_o03278"/>
          <p:cNvSpPr/>
          <p:nvPr/>
        </p:nvSpPr>
        <p:spPr>
          <a:xfrm flipH="1" flipV="1">
            <a:off x="1171663" y="5627016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1" name="r0_o03279"/>
          <p:cNvSpPr/>
          <p:nvPr/>
        </p:nvSpPr>
        <p:spPr>
          <a:xfrm>
            <a:off x="811207" y="548076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2" name="r0_o03280"/>
          <p:cNvSpPr/>
          <p:nvPr/>
        </p:nvSpPr>
        <p:spPr>
          <a:xfrm flipV="1">
            <a:off x="1541739" y="540099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3" name="r0_o03281"/>
          <p:cNvSpPr/>
          <p:nvPr/>
        </p:nvSpPr>
        <p:spPr>
          <a:xfrm flipV="1">
            <a:off x="2397233" y="577105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4" name="r0_o03282"/>
          <p:cNvSpPr/>
          <p:nvPr/>
        </p:nvSpPr>
        <p:spPr>
          <a:xfrm flipV="1">
            <a:off x="445941" y="550735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5" name="r0_o03283"/>
          <p:cNvSpPr/>
          <p:nvPr/>
        </p:nvSpPr>
        <p:spPr>
          <a:xfrm>
            <a:off x="940978" y="574003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6" name="r0_o03284"/>
          <p:cNvSpPr/>
          <p:nvPr/>
        </p:nvSpPr>
        <p:spPr>
          <a:xfrm>
            <a:off x="763144" y="557605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7" name="r0_o03285"/>
          <p:cNvSpPr/>
          <p:nvPr/>
        </p:nvSpPr>
        <p:spPr>
          <a:xfrm>
            <a:off x="989030" y="5644743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8" name="r0_o03286"/>
          <p:cNvSpPr/>
          <p:nvPr/>
        </p:nvSpPr>
        <p:spPr>
          <a:xfrm flipV="1">
            <a:off x="1267790" y="542758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89" name="r0_o03287"/>
          <p:cNvSpPr/>
          <p:nvPr/>
        </p:nvSpPr>
        <p:spPr>
          <a:xfrm flipH="1" flipV="1">
            <a:off x="849661" y="574890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0" name="r0_o03288"/>
          <p:cNvSpPr/>
          <p:nvPr/>
        </p:nvSpPr>
        <p:spPr>
          <a:xfrm>
            <a:off x="1633056" y="540099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1" name="r0_o03289"/>
          <p:cNvSpPr/>
          <p:nvPr/>
        </p:nvSpPr>
        <p:spPr>
          <a:xfrm>
            <a:off x="2084829" y="5538378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2" name="r0_o03290"/>
          <p:cNvSpPr/>
          <p:nvPr/>
        </p:nvSpPr>
        <p:spPr>
          <a:xfrm flipV="1">
            <a:off x="801598" y="583532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3" name="r0_o03291"/>
          <p:cNvSpPr/>
          <p:nvPr/>
        </p:nvSpPr>
        <p:spPr>
          <a:xfrm flipH="1" flipV="1">
            <a:off x="1397560" y="569571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4" name="r0_o03292"/>
          <p:cNvSpPr/>
          <p:nvPr/>
        </p:nvSpPr>
        <p:spPr>
          <a:xfrm flipV="1">
            <a:off x="993840" y="545417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5" name="r0_o03293"/>
          <p:cNvSpPr/>
          <p:nvPr/>
        </p:nvSpPr>
        <p:spPr>
          <a:xfrm flipH="1" flipV="1">
            <a:off x="1493676" y="550514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6" name="r0_o03294"/>
          <p:cNvSpPr/>
          <p:nvPr/>
        </p:nvSpPr>
        <p:spPr>
          <a:xfrm flipV="1">
            <a:off x="849661" y="574003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7" name="r0_o03295"/>
          <p:cNvSpPr/>
          <p:nvPr/>
        </p:nvSpPr>
        <p:spPr>
          <a:xfrm flipV="1">
            <a:off x="1123611" y="571344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8" name="r0_o03296"/>
          <p:cNvSpPr/>
          <p:nvPr/>
        </p:nvSpPr>
        <p:spPr>
          <a:xfrm flipH="1" flipV="1">
            <a:off x="1897397" y="573781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299" name="r0_o03297"/>
          <p:cNvSpPr/>
          <p:nvPr/>
        </p:nvSpPr>
        <p:spPr>
          <a:xfrm flipV="1">
            <a:off x="1445613" y="559156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0" name="r0_o03298"/>
          <p:cNvSpPr/>
          <p:nvPr/>
        </p:nvSpPr>
        <p:spPr>
          <a:xfrm flipH="1" flipV="1">
            <a:off x="1815689" y="5383265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1" name="r0_o03299"/>
          <p:cNvSpPr/>
          <p:nvPr/>
        </p:nvSpPr>
        <p:spPr>
          <a:xfrm>
            <a:off x="1940650" y="582423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2" name="r0_o03300"/>
          <p:cNvSpPr/>
          <p:nvPr/>
        </p:nvSpPr>
        <p:spPr>
          <a:xfrm flipV="1">
            <a:off x="1171663" y="561815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3" name="r0_o03301"/>
          <p:cNvSpPr/>
          <p:nvPr/>
        </p:nvSpPr>
        <p:spPr>
          <a:xfrm flipH="1" flipV="1">
            <a:off x="445941" y="551622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4" name="r0_o03302"/>
          <p:cNvSpPr/>
          <p:nvPr/>
        </p:nvSpPr>
        <p:spPr>
          <a:xfrm>
            <a:off x="1359106" y="542758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5" name="r0_o03303"/>
          <p:cNvSpPr/>
          <p:nvPr/>
        </p:nvSpPr>
        <p:spPr>
          <a:xfrm flipH="1" flipV="1">
            <a:off x="1671510" y="566912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6" name="r0_o03304"/>
          <p:cNvSpPr/>
          <p:nvPr/>
        </p:nvSpPr>
        <p:spPr>
          <a:xfrm flipH="1" flipV="1">
            <a:off x="1123611" y="572230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7" name="r0_o03305"/>
          <p:cNvSpPr/>
          <p:nvPr/>
        </p:nvSpPr>
        <p:spPr>
          <a:xfrm flipH="1" flipV="1">
            <a:off x="1349497" y="579100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8" name="r0_o03306"/>
          <p:cNvSpPr/>
          <p:nvPr/>
        </p:nvSpPr>
        <p:spPr>
          <a:xfrm>
            <a:off x="1907006" y="537440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09" name="r0_o03307"/>
          <p:cNvSpPr/>
          <p:nvPr/>
        </p:nvSpPr>
        <p:spPr>
          <a:xfrm>
            <a:off x="1311043" y="552286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0" name="r0_o03308"/>
          <p:cNvSpPr/>
          <p:nvPr/>
        </p:nvSpPr>
        <p:spPr>
          <a:xfrm>
            <a:off x="1536930" y="5591561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1" name="r0_o03309"/>
          <p:cNvSpPr/>
          <p:nvPr/>
        </p:nvSpPr>
        <p:spPr>
          <a:xfrm>
            <a:off x="1392751" y="5877422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2" name="r0_o03310"/>
          <p:cNvSpPr/>
          <p:nvPr/>
        </p:nvSpPr>
        <p:spPr>
          <a:xfrm>
            <a:off x="1166864" y="580872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3" name="r0_o03311"/>
          <p:cNvSpPr/>
          <p:nvPr/>
        </p:nvSpPr>
        <p:spPr>
          <a:xfrm flipV="1">
            <a:off x="2075220" y="589293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4" name="r0_o03312"/>
          <p:cNvSpPr/>
          <p:nvPr/>
        </p:nvSpPr>
        <p:spPr>
          <a:xfrm flipV="1">
            <a:off x="1767626" y="546968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5" name="r0_o03313"/>
          <p:cNvSpPr/>
          <p:nvPr/>
        </p:nvSpPr>
        <p:spPr>
          <a:xfrm flipV="1">
            <a:off x="1671510" y="566026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6" name="r0_o03314"/>
          <p:cNvSpPr/>
          <p:nvPr/>
        </p:nvSpPr>
        <p:spPr>
          <a:xfrm>
            <a:off x="2036776" y="563367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7" name="r0_o03315"/>
          <p:cNvSpPr/>
          <p:nvPr/>
        </p:nvSpPr>
        <p:spPr>
          <a:xfrm flipH="1" flipV="1">
            <a:off x="1027485" y="5912877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8" name="r0_o03316"/>
          <p:cNvSpPr/>
          <p:nvPr/>
        </p:nvSpPr>
        <p:spPr>
          <a:xfrm flipV="1">
            <a:off x="1027485" y="590401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19" name="r0_o03317"/>
          <p:cNvSpPr/>
          <p:nvPr/>
        </p:nvSpPr>
        <p:spPr>
          <a:xfrm flipV="1">
            <a:off x="979422" y="599929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0" name="r0_o03318"/>
          <p:cNvSpPr/>
          <p:nvPr/>
        </p:nvSpPr>
        <p:spPr>
          <a:xfrm>
            <a:off x="2262663" y="570236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1" name="r0_o03319"/>
          <p:cNvSpPr/>
          <p:nvPr/>
        </p:nvSpPr>
        <p:spPr>
          <a:xfrm flipV="1">
            <a:off x="2171346" y="570236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2" name="r0_o03320"/>
          <p:cNvSpPr/>
          <p:nvPr/>
        </p:nvSpPr>
        <p:spPr>
          <a:xfrm flipH="1" flipV="1">
            <a:off x="1767626" y="547854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3" name="r0_o03321"/>
          <p:cNvSpPr/>
          <p:nvPr/>
        </p:nvSpPr>
        <p:spPr>
          <a:xfrm>
            <a:off x="1988713" y="572895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4" name="r0_o03322"/>
          <p:cNvSpPr/>
          <p:nvPr/>
        </p:nvSpPr>
        <p:spPr>
          <a:xfrm flipV="1">
            <a:off x="1527321" y="594611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5" name="r0_o03323"/>
          <p:cNvSpPr/>
          <p:nvPr/>
        </p:nvSpPr>
        <p:spPr>
          <a:xfrm flipV="1">
            <a:off x="1993513" y="553837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6" name="r0_o03324"/>
          <p:cNvSpPr/>
          <p:nvPr/>
        </p:nvSpPr>
        <p:spPr>
          <a:xfrm flipH="1" flipV="1">
            <a:off x="1575384" y="585969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7" name="r0_o03325"/>
          <p:cNvSpPr/>
          <p:nvPr/>
        </p:nvSpPr>
        <p:spPr>
          <a:xfrm flipV="1">
            <a:off x="1801271" y="591952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8" name="r0_o03326"/>
          <p:cNvSpPr/>
          <p:nvPr/>
        </p:nvSpPr>
        <p:spPr>
          <a:xfrm flipH="1" flipV="1">
            <a:off x="1623447" y="576441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29" name="r0_o03327"/>
          <p:cNvSpPr/>
          <p:nvPr/>
        </p:nvSpPr>
        <p:spPr>
          <a:xfrm>
            <a:off x="844851" y="593060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0" name="r0_o03328"/>
          <p:cNvSpPr/>
          <p:nvPr/>
        </p:nvSpPr>
        <p:spPr>
          <a:xfrm>
            <a:off x="1666701" y="585083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1" name="r0_o03329"/>
          <p:cNvSpPr/>
          <p:nvPr/>
        </p:nvSpPr>
        <p:spPr>
          <a:xfrm flipH="1" flipV="1">
            <a:off x="1993513" y="5547242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2" name="r0_o03330"/>
          <p:cNvSpPr/>
          <p:nvPr/>
        </p:nvSpPr>
        <p:spPr>
          <a:xfrm>
            <a:off x="1810879" y="5564969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3" name="r0_o03331"/>
          <p:cNvSpPr/>
          <p:nvPr/>
        </p:nvSpPr>
        <p:spPr>
          <a:xfrm flipH="1" flipV="1">
            <a:off x="719890" y="548963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4" name="r0_o03332"/>
          <p:cNvSpPr/>
          <p:nvPr/>
        </p:nvSpPr>
        <p:spPr>
          <a:xfrm flipH="1" flipV="1">
            <a:off x="2445296" y="5684637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5" name="r0_o03333"/>
          <p:cNvSpPr/>
          <p:nvPr/>
        </p:nvSpPr>
        <p:spPr>
          <a:xfrm>
            <a:off x="537257" y="550735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6" name="r0_o03334"/>
          <p:cNvSpPr/>
          <p:nvPr/>
        </p:nvSpPr>
        <p:spPr>
          <a:xfrm>
            <a:off x="1584993" y="549627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7" name="r0_o03335"/>
          <p:cNvSpPr/>
          <p:nvPr/>
        </p:nvSpPr>
        <p:spPr>
          <a:xfrm>
            <a:off x="1085156" y="545417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8" name="r0_o03336"/>
          <p:cNvSpPr/>
          <p:nvPr/>
        </p:nvSpPr>
        <p:spPr>
          <a:xfrm flipH="1" flipV="1">
            <a:off x="945777" y="555832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39" name="r0_o03337"/>
          <p:cNvSpPr/>
          <p:nvPr/>
        </p:nvSpPr>
        <p:spPr>
          <a:xfrm flipH="1" flipV="1">
            <a:off x="2219409" y="561594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0" name="r0_o03338"/>
          <p:cNvSpPr/>
          <p:nvPr/>
        </p:nvSpPr>
        <p:spPr>
          <a:xfrm>
            <a:off x="1037093" y="554945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1" name="r0_o03339"/>
          <p:cNvSpPr/>
          <p:nvPr/>
        </p:nvSpPr>
        <p:spPr>
          <a:xfrm flipV="1">
            <a:off x="1623447" y="575554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2" name="r0_o03340"/>
          <p:cNvSpPr/>
          <p:nvPr/>
        </p:nvSpPr>
        <p:spPr>
          <a:xfrm flipV="1">
            <a:off x="1397560" y="568685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3" name="r0_o03341"/>
          <p:cNvSpPr/>
          <p:nvPr/>
        </p:nvSpPr>
        <p:spPr>
          <a:xfrm flipV="1">
            <a:off x="897714" y="564474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4" name="r0_o03342"/>
          <p:cNvSpPr/>
          <p:nvPr/>
        </p:nvSpPr>
        <p:spPr>
          <a:xfrm flipH="1" flipV="1">
            <a:off x="1849334" y="583310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5" name="r0_o03343"/>
          <p:cNvSpPr/>
          <p:nvPr/>
        </p:nvSpPr>
        <p:spPr>
          <a:xfrm flipV="1">
            <a:off x="2041576" y="544309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6" name="r0_o03344"/>
          <p:cNvSpPr/>
          <p:nvPr/>
        </p:nvSpPr>
        <p:spPr>
          <a:xfrm flipH="1" flipV="1">
            <a:off x="1267790" y="543644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7" name="r0_o03345"/>
          <p:cNvSpPr/>
          <p:nvPr/>
        </p:nvSpPr>
        <p:spPr>
          <a:xfrm flipH="1" flipV="1">
            <a:off x="2171346" y="571122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8" name="r0_o03346"/>
          <p:cNvSpPr/>
          <p:nvPr/>
        </p:nvSpPr>
        <p:spPr>
          <a:xfrm flipH="1" flipV="1">
            <a:off x="671827" y="558491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49" name="r0_o03347"/>
          <p:cNvSpPr/>
          <p:nvPr/>
        </p:nvSpPr>
        <p:spPr>
          <a:xfrm>
            <a:off x="2214600" y="579764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0" name="r0_o03348"/>
          <p:cNvSpPr/>
          <p:nvPr/>
        </p:nvSpPr>
        <p:spPr>
          <a:xfrm flipV="1">
            <a:off x="623764" y="567133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1" name="r0_o03349"/>
          <p:cNvSpPr/>
          <p:nvPr/>
        </p:nvSpPr>
        <p:spPr>
          <a:xfrm flipH="1" flipV="1">
            <a:off x="1075548" y="581759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2" name="r0_o03350"/>
          <p:cNvSpPr/>
          <p:nvPr/>
        </p:nvSpPr>
        <p:spPr>
          <a:xfrm>
            <a:off x="489194" y="5602642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3" name="r0_o03351"/>
          <p:cNvSpPr/>
          <p:nvPr/>
        </p:nvSpPr>
        <p:spPr>
          <a:xfrm flipV="1">
            <a:off x="1301434" y="587742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4" name="r0_o03352"/>
          <p:cNvSpPr/>
          <p:nvPr/>
        </p:nvSpPr>
        <p:spPr>
          <a:xfrm flipH="1" flipV="1">
            <a:off x="801598" y="584418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5" name="r0_o03353"/>
          <p:cNvSpPr/>
          <p:nvPr/>
        </p:nvSpPr>
        <p:spPr>
          <a:xfrm flipH="1" flipV="1">
            <a:off x="897714" y="5653607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6" name="r0_o03354"/>
          <p:cNvSpPr/>
          <p:nvPr/>
        </p:nvSpPr>
        <p:spPr>
          <a:xfrm flipV="1">
            <a:off x="1849334" y="582423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7" name="r0_o03355"/>
          <p:cNvSpPr/>
          <p:nvPr/>
        </p:nvSpPr>
        <p:spPr>
          <a:xfrm>
            <a:off x="892914" y="583532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8" name="r0_o03356"/>
          <p:cNvSpPr/>
          <p:nvPr/>
        </p:nvSpPr>
        <p:spPr>
          <a:xfrm flipH="1" flipV="1">
            <a:off x="1219727" y="553173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59" name="r0_o03357"/>
          <p:cNvSpPr/>
          <p:nvPr/>
        </p:nvSpPr>
        <p:spPr>
          <a:xfrm flipV="1">
            <a:off x="1075548" y="580872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60" name="r0_o03358"/>
          <p:cNvSpPr/>
          <p:nvPr/>
        </p:nvSpPr>
        <p:spPr>
          <a:xfrm flipV="1">
            <a:off x="2219409" y="560708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61" name="r0_o03359"/>
          <p:cNvSpPr/>
          <p:nvPr/>
        </p:nvSpPr>
        <p:spPr>
          <a:xfrm flipH="1" flipV="1">
            <a:off x="2397233" y="5779921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362" name="r0_o03360"/>
          <p:cNvSpPr/>
          <p:nvPr/>
        </p:nvSpPr>
        <p:spPr>
          <a:xfrm>
            <a:off x="1865464" y="533286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3" name="r0_o03361"/>
          <p:cNvSpPr/>
          <p:nvPr/>
        </p:nvSpPr>
        <p:spPr>
          <a:xfrm>
            <a:off x="1877096" y="534324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4" name="r0_o03362"/>
          <p:cNvSpPr/>
          <p:nvPr/>
        </p:nvSpPr>
        <p:spPr>
          <a:xfrm>
            <a:off x="1877096" y="534324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5" name="r0_o03363"/>
          <p:cNvSpPr/>
          <p:nvPr/>
        </p:nvSpPr>
        <p:spPr>
          <a:xfrm>
            <a:off x="1917806" y="538104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6" name="r0_o03364"/>
          <p:cNvSpPr/>
          <p:nvPr/>
        </p:nvSpPr>
        <p:spPr>
          <a:xfrm>
            <a:off x="1925251" y="538769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7" name="r0_o03365"/>
          <p:cNvSpPr/>
          <p:nvPr/>
        </p:nvSpPr>
        <p:spPr>
          <a:xfrm>
            <a:off x="1925251" y="538769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8" name="r0_o03366"/>
          <p:cNvSpPr/>
          <p:nvPr/>
        </p:nvSpPr>
        <p:spPr>
          <a:xfrm>
            <a:off x="1774147" y="534172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9" name="r0_o03367"/>
          <p:cNvSpPr/>
          <p:nvPr/>
        </p:nvSpPr>
        <p:spPr>
          <a:xfrm>
            <a:off x="1785779" y="535210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0" name="r0_o03368"/>
          <p:cNvSpPr/>
          <p:nvPr/>
        </p:nvSpPr>
        <p:spPr>
          <a:xfrm>
            <a:off x="1785779" y="535210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1" name="r0_o03369"/>
          <p:cNvSpPr/>
          <p:nvPr/>
        </p:nvSpPr>
        <p:spPr>
          <a:xfrm>
            <a:off x="1826490" y="538991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2" name="r0_o03370"/>
          <p:cNvSpPr/>
          <p:nvPr/>
        </p:nvSpPr>
        <p:spPr>
          <a:xfrm>
            <a:off x="1833934" y="539655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3" name="r0_o03371"/>
          <p:cNvSpPr/>
          <p:nvPr/>
        </p:nvSpPr>
        <p:spPr>
          <a:xfrm>
            <a:off x="1833934" y="539655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4" name="r0_o03372"/>
          <p:cNvSpPr/>
          <p:nvPr/>
        </p:nvSpPr>
        <p:spPr>
          <a:xfrm>
            <a:off x="1591514" y="535945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5" name="r0_o03373"/>
          <p:cNvSpPr/>
          <p:nvPr/>
        </p:nvSpPr>
        <p:spPr>
          <a:xfrm>
            <a:off x="1603146" y="536983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6" name="r0_o03374"/>
          <p:cNvSpPr/>
          <p:nvPr/>
        </p:nvSpPr>
        <p:spPr>
          <a:xfrm>
            <a:off x="1603146" y="536983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7" name="r0_o03375"/>
          <p:cNvSpPr/>
          <p:nvPr/>
        </p:nvSpPr>
        <p:spPr>
          <a:xfrm>
            <a:off x="1643857" y="540763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8" name="r0_o03376"/>
          <p:cNvSpPr/>
          <p:nvPr/>
        </p:nvSpPr>
        <p:spPr>
          <a:xfrm>
            <a:off x="1651301" y="541428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9" name="r0_o03377"/>
          <p:cNvSpPr/>
          <p:nvPr/>
        </p:nvSpPr>
        <p:spPr>
          <a:xfrm>
            <a:off x="1651301" y="541428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0" name="r0_o03378"/>
          <p:cNvSpPr/>
          <p:nvPr/>
        </p:nvSpPr>
        <p:spPr>
          <a:xfrm>
            <a:off x="1500198" y="536831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1" name="r0_o03379"/>
          <p:cNvSpPr/>
          <p:nvPr/>
        </p:nvSpPr>
        <p:spPr>
          <a:xfrm>
            <a:off x="1511829" y="537870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2" name="r0_o03380"/>
          <p:cNvSpPr/>
          <p:nvPr/>
        </p:nvSpPr>
        <p:spPr>
          <a:xfrm>
            <a:off x="1511829" y="537870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3" name="r0_o03381"/>
          <p:cNvSpPr/>
          <p:nvPr/>
        </p:nvSpPr>
        <p:spPr>
          <a:xfrm>
            <a:off x="1552540" y="541650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4" name="r0_o03382"/>
          <p:cNvSpPr/>
          <p:nvPr/>
        </p:nvSpPr>
        <p:spPr>
          <a:xfrm>
            <a:off x="1559984" y="542315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5" name="r0_o03383"/>
          <p:cNvSpPr/>
          <p:nvPr/>
        </p:nvSpPr>
        <p:spPr>
          <a:xfrm>
            <a:off x="1559984" y="542315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6" name="r0_o03384"/>
          <p:cNvSpPr/>
          <p:nvPr/>
        </p:nvSpPr>
        <p:spPr>
          <a:xfrm>
            <a:off x="1317565" y="538604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7" name="r0_o03385"/>
          <p:cNvSpPr/>
          <p:nvPr/>
        </p:nvSpPr>
        <p:spPr>
          <a:xfrm>
            <a:off x="1329196" y="539642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8" name="r0_o03386"/>
          <p:cNvSpPr/>
          <p:nvPr/>
        </p:nvSpPr>
        <p:spPr>
          <a:xfrm>
            <a:off x="1329196" y="539642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9" name="r0_o03387"/>
          <p:cNvSpPr/>
          <p:nvPr/>
        </p:nvSpPr>
        <p:spPr>
          <a:xfrm>
            <a:off x="1369907" y="543423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0" name="r0_o03388"/>
          <p:cNvSpPr/>
          <p:nvPr/>
        </p:nvSpPr>
        <p:spPr>
          <a:xfrm>
            <a:off x="1377351" y="544087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1" name="r0_o03389"/>
          <p:cNvSpPr/>
          <p:nvPr/>
        </p:nvSpPr>
        <p:spPr>
          <a:xfrm>
            <a:off x="1377351" y="544087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2" name="r0_o03390"/>
          <p:cNvSpPr/>
          <p:nvPr/>
        </p:nvSpPr>
        <p:spPr>
          <a:xfrm>
            <a:off x="1226248" y="539490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3" name="r0_o03391"/>
          <p:cNvSpPr/>
          <p:nvPr/>
        </p:nvSpPr>
        <p:spPr>
          <a:xfrm>
            <a:off x="1237880" y="540529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4" name="r0_o03392"/>
          <p:cNvSpPr/>
          <p:nvPr/>
        </p:nvSpPr>
        <p:spPr>
          <a:xfrm>
            <a:off x="1237880" y="540529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5" name="r0_o03393"/>
          <p:cNvSpPr/>
          <p:nvPr/>
        </p:nvSpPr>
        <p:spPr>
          <a:xfrm>
            <a:off x="1278590" y="544309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6" name="r0_o03394"/>
          <p:cNvSpPr/>
          <p:nvPr/>
        </p:nvSpPr>
        <p:spPr>
          <a:xfrm>
            <a:off x="1286035" y="5449741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7" name="r0_o03395"/>
          <p:cNvSpPr/>
          <p:nvPr/>
        </p:nvSpPr>
        <p:spPr>
          <a:xfrm>
            <a:off x="1286035" y="5449741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8" name="r0_o03396"/>
          <p:cNvSpPr/>
          <p:nvPr/>
        </p:nvSpPr>
        <p:spPr>
          <a:xfrm>
            <a:off x="2091351" y="540155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9" name="r0_o03397"/>
          <p:cNvSpPr/>
          <p:nvPr/>
        </p:nvSpPr>
        <p:spPr>
          <a:xfrm>
            <a:off x="2102982" y="541193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0" name="r0_o03398"/>
          <p:cNvSpPr/>
          <p:nvPr/>
        </p:nvSpPr>
        <p:spPr>
          <a:xfrm>
            <a:off x="2102982" y="541193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1" name="r0_o03399"/>
          <p:cNvSpPr/>
          <p:nvPr/>
        </p:nvSpPr>
        <p:spPr>
          <a:xfrm>
            <a:off x="2143693" y="544974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2" name="r0_o03400"/>
          <p:cNvSpPr/>
          <p:nvPr/>
        </p:nvSpPr>
        <p:spPr>
          <a:xfrm>
            <a:off x="2151137" y="545638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3" name="r0_o03401"/>
          <p:cNvSpPr/>
          <p:nvPr/>
        </p:nvSpPr>
        <p:spPr>
          <a:xfrm>
            <a:off x="2151137" y="545638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4" name="r0_o03402"/>
          <p:cNvSpPr/>
          <p:nvPr/>
        </p:nvSpPr>
        <p:spPr>
          <a:xfrm>
            <a:off x="2000034" y="541041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5" name="r0_o03403"/>
          <p:cNvSpPr/>
          <p:nvPr/>
        </p:nvSpPr>
        <p:spPr>
          <a:xfrm>
            <a:off x="2011666" y="542080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6" name="r0_o03404"/>
          <p:cNvSpPr/>
          <p:nvPr/>
        </p:nvSpPr>
        <p:spPr>
          <a:xfrm>
            <a:off x="2011666" y="542080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7" name="r0_o03405"/>
          <p:cNvSpPr/>
          <p:nvPr/>
        </p:nvSpPr>
        <p:spPr>
          <a:xfrm>
            <a:off x="1043615" y="541263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8" name="r0_o03406"/>
          <p:cNvSpPr/>
          <p:nvPr/>
        </p:nvSpPr>
        <p:spPr>
          <a:xfrm>
            <a:off x="1055247" y="542301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9" name="r0_o03407"/>
          <p:cNvSpPr/>
          <p:nvPr/>
        </p:nvSpPr>
        <p:spPr>
          <a:xfrm>
            <a:off x="1055247" y="542301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0" name="r0_o03408"/>
          <p:cNvSpPr/>
          <p:nvPr/>
        </p:nvSpPr>
        <p:spPr>
          <a:xfrm>
            <a:off x="1095957" y="546082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1" name="r0_o03409"/>
          <p:cNvSpPr/>
          <p:nvPr/>
        </p:nvSpPr>
        <p:spPr>
          <a:xfrm>
            <a:off x="1103402" y="546746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2" name="r0_o03410"/>
          <p:cNvSpPr/>
          <p:nvPr/>
        </p:nvSpPr>
        <p:spPr>
          <a:xfrm>
            <a:off x="1103402" y="546746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3" name="r0_o03411"/>
          <p:cNvSpPr/>
          <p:nvPr/>
        </p:nvSpPr>
        <p:spPr>
          <a:xfrm>
            <a:off x="952298" y="542149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4" name="r0_o03412"/>
          <p:cNvSpPr/>
          <p:nvPr/>
        </p:nvSpPr>
        <p:spPr>
          <a:xfrm>
            <a:off x="963930" y="543188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5" name="r0_o03413"/>
          <p:cNvSpPr/>
          <p:nvPr/>
        </p:nvSpPr>
        <p:spPr>
          <a:xfrm>
            <a:off x="963930" y="543188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6" name="r0_o03414"/>
          <p:cNvSpPr/>
          <p:nvPr/>
        </p:nvSpPr>
        <p:spPr>
          <a:xfrm>
            <a:off x="1004641" y="546968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7" name="r0_o03415"/>
          <p:cNvSpPr/>
          <p:nvPr/>
        </p:nvSpPr>
        <p:spPr>
          <a:xfrm>
            <a:off x="1012085" y="547633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8" name="r0_o03416"/>
          <p:cNvSpPr/>
          <p:nvPr/>
        </p:nvSpPr>
        <p:spPr>
          <a:xfrm>
            <a:off x="1012085" y="547633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9" name="r0_o03417"/>
          <p:cNvSpPr/>
          <p:nvPr/>
        </p:nvSpPr>
        <p:spPr>
          <a:xfrm>
            <a:off x="1817401" y="542814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0" name="r0_o03418"/>
          <p:cNvSpPr/>
          <p:nvPr/>
        </p:nvSpPr>
        <p:spPr>
          <a:xfrm>
            <a:off x="1829033" y="543852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1" name="r0_o03419"/>
          <p:cNvSpPr/>
          <p:nvPr/>
        </p:nvSpPr>
        <p:spPr>
          <a:xfrm>
            <a:off x="1829033" y="543852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2" name="r0_o03420"/>
          <p:cNvSpPr/>
          <p:nvPr/>
        </p:nvSpPr>
        <p:spPr>
          <a:xfrm>
            <a:off x="1726084" y="543700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3" name="r0_o03421"/>
          <p:cNvSpPr/>
          <p:nvPr/>
        </p:nvSpPr>
        <p:spPr>
          <a:xfrm>
            <a:off x="1737716" y="544739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4" name="r0_o03422"/>
          <p:cNvSpPr/>
          <p:nvPr/>
        </p:nvSpPr>
        <p:spPr>
          <a:xfrm>
            <a:off x="1737716" y="544739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5" name="r0_o03423"/>
          <p:cNvSpPr/>
          <p:nvPr/>
        </p:nvSpPr>
        <p:spPr>
          <a:xfrm>
            <a:off x="769665" y="543922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6" name="r0_o03424"/>
          <p:cNvSpPr/>
          <p:nvPr/>
        </p:nvSpPr>
        <p:spPr>
          <a:xfrm>
            <a:off x="781297" y="544961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7" name="r0_o03425"/>
          <p:cNvSpPr/>
          <p:nvPr/>
        </p:nvSpPr>
        <p:spPr>
          <a:xfrm>
            <a:off x="781297" y="544961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8" name="r0_o03426"/>
          <p:cNvSpPr/>
          <p:nvPr/>
        </p:nvSpPr>
        <p:spPr>
          <a:xfrm>
            <a:off x="822008" y="548741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9" name="r0_o03427"/>
          <p:cNvSpPr/>
          <p:nvPr/>
        </p:nvSpPr>
        <p:spPr>
          <a:xfrm>
            <a:off x="829452" y="549406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0" name="r0_o03428"/>
          <p:cNvSpPr/>
          <p:nvPr/>
        </p:nvSpPr>
        <p:spPr>
          <a:xfrm>
            <a:off x="829452" y="549406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1" name="r0_o03429"/>
          <p:cNvSpPr/>
          <p:nvPr/>
        </p:nvSpPr>
        <p:spPr>
          <a:xfrm>
            <a:off x="678349" y="544808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2" name="r0_o03430"/>
          <p:cNvSpPr/>
          <p:nvPr/>
        </p:nvSpPr>
        <p:spPr>
          <a:xfrm>
            <a:off x="689980" y="545847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3" name="r0_o03431"/>
          <p:cNvSpPr/>
          <p:nvPr/>
        </p:nvSpPr>
        <p:spPr>
          <a:xfrm>
            <a:off x="689980" y="545847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4" name="r0_o03432"/>
          <p:cNvSpPr/>
          <p:nvPr/>
        </p:nvSpPr>
        <p:spPr>
          <a:xfrm>
            <a:off x="730691" y="549627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5" name="r0_o03433"/>
          <p:cNvSpPr/>
          <p:nvPr/>
        </p:nvSpPr>
        <p:spPr>
          <a:xfrm>
            <a:off x="738135" y="550292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6" name="r0_o03434"/>
          <p:cNvSpPr/>
          <p:nvPr/>
        </p:nvSpPr>
        <p:spPr>
          <a:xfrm>
            <a:off x="738135" y="550292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7" name="r0_o03435"/>
          <p:cNvSpPr/>
          <p:nvPr/>
        </p:nvSpPr>
        <p:spPr>
          <a:xfrm>
            <a:off x="1543451" y="545473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8" name="r0_o03436"/>
          <p:cNvSpPr/>
          <p:nvPr/>
        </p:nvSpPr>
        <p:spPr>
          <a:xfrm>
            <a:off x="1555083" y="546512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9" name="r0_o03437"/>
          <p:cNvSpPr/>
          <p:nvPr/>
        </p:nvSpPr>
        <p:spPr>
          <a:xfrm>
            <a:off x="1555083" y="546512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0" name="r0_o03438"/>
          <p:cNvSpPr/>
          <p:nvPr/>
        </p:nvSpPr>
        <p:spPr>
          <a:xfrm>
            <a:off x="1452135" y="546359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1" name="r0_o03439"/>
          <p:cNvSpPr/>
          <p:nvPr/>
        </p:nvSpPr>
        <p:spPr>
          <a:xfrm>
            <a:off x="1463766" y="547398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2" name="r0_o03440"/>
          <p:cNvSpPr/>
          <p:nvPr/>
        </p:nvSpPr>
        <p:spPr>
          <a:xfrm>
            <a:off x="1463766" y="547398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3" name="r0_o03441"/>
          <p:cNvSpPr/>
          <p:nvPr/>
        </p:nvSpPr>
        <p:spPr>
          <a:xfrm>
            <a:off x="495716" y="546581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4" name="r0_o03442"/>
          <p:cNvSpPr/>
          <p:nvPr/>
        </p:nvSpPr>
        <p:spPr>
          <a:xfrm>
            <a:off x="507347" y="547620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5" name="r0_o03443"/>
          <p:cNvSpPr/>
          <p:nvPr/>
        </p:nvSpPr>
        <p:spPr>
          <a:xfrm>
            <a:off x="507347" y="547620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6" name="r0_o03444"/>
          <p:cNvSpPr/>
          <p:nvPr/>
        </p:nvSpPr>
        <p:spPr>
          <a:xfrm>
            <a:off x="548058" y="5514005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7" name="r0_o03445"/>
          <p:cNvSpPr/>
          <p:nvPr/>
        </p:nvSpPr>
        <p:spPr>
          <a:xfrm>
            <a:off x="555502" y="5520651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8" name="r0_o03446"/>
          <p:cNvSpPr/>
          <p:nvPr/>
        </p:nvSpPr>
        <p:spPr>
          <a:xfrm>
            <a:off x="555502" y="5520651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9" name="r0_o03447"/>
          <p:cNvSpPr/>
          <p:nvPr/>
        </p:nvSpPr>
        <p:spPr>
          <a:xfrm>
            <a:off x="404399" y="547468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0" name="r0_o03448"/>
          <p:cNvSpPr/>
          <p:nvPr/>
        </p:nvSpPr>
        <p:spPr>
          <a:xfrm>
            <a:off x="416031" y="548506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1" name="r0_o03449"/>
          <p:cNvSpPr/>
          <p:nvPr/>
        </p:nvSpPr>
        <p:spPr>
          <a:xfrm>
            <a:off x="416031" y="548506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2" name="r0_o03450"/>
          <p:cNvSpPr/>
          <p:nvPr/>
        </p:nvSpPr>
        <p:spPr>
          <a:xfrm>
            <a:off x="456741" y="552286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3" name="r0_o03451"/>
          <p:cNvSpPr/>
          <p:nvPr/>
        </p:nvSpPr>
        <p:spPr>
          <a:xfrm>
            <a:off x="464186" y="552951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4" name="r0_o03452"/>
          <p:cNvSpPr/>
          <p:nvPr/>
        </p:nvSpPr>
        <p:spPr>
          <a:xfrm>
            <a:off x="464186" y="552951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5" name="r0_o03453"/>
          <p:cNvSpPr/>
          <p:nvPr/>
        </p:nvSpPr>
        <p:spPr>
          <a:xfrm>
            <a:off x="2225921" y="547910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6" name="r0_o03454"/>
          <p:cNvSpPr/>
          <p:nvPr/>
        </p:nvSpPr>
        <p:spPr>
          <a:xfrm>
            <a:off x="2237552" y="548949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7" name="r0_o03455"/>
          <p:cNvSpPr/>
          <p:nvPr/>
        </p:nvSpPr>
        <p:spPr>
          <a:xfrm>
            <a:off x="2237552" y="548949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8" name="r0_o03456"/>
          <p:cNvSpPr/>
          <p:nvPr/>
        </p:nvSpPr>
        <p:spPr>
          <a:xfrm>
            <a:off x="2278263" y="552729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9" name="r0_o03457"/>
          <p:cNvSpPr/>
          <p:nvPr/>
        </p:nvSpPr>
        <p:spPr>
          <a:xfrm>
            <a:off x="2285707" y="553394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0" name="r0_o03458"/>
          <p:cNvSpPr/>
          <p:nvPr/>
        </p:nvSpPr>
        <p:spPr>
          <a:xfrm>
            <a:off x="2285707" y="553394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1" name="r0_o03459"/>
          <p:cNvSpPr/>
          <p:nvPr/>
        </p:nvSpPr>
        <p:spPr>
          <a:xfrm>
            <a:off x="1269502" y="548132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2" name="r0_o03460"/>
          <p:cNvSpPr/>
          <p:nvPr/>
        </p:nvSpPr>
        <p:spPr>
          <a:xfrm>
            <a:off x="1281133" y="549171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3" name="r0_o03461"/>
          <p:cNvSpPr/>
          <p:nvPr/>
        </p:nvSpPr>
        <p:spPr>
          <a:xfrm>
            <a:off x="1281133" y="549171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4" name="r0_o03462"/>
          <p:cNvSpPr/>
          <p:nvPr/>
        </p:nvSpPr>
        <p:spPr>
          <a:xfrm>
            <a:off x="1178185" y="549019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5" name="r0_o03463"/>
          <p:cNvSpPr/>
          <p:nvPr/>
        </p:nvSpPr>
        <p:spPr>
          <a:xfrm>
            <a:off x="1189817" y="550057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6" name="r0_o03464"/>
          <p:cNvSpPr/>
          <p:nvPr/>
        </p:nvSpPr>
        <p:spPr>
          <a:xfrm>
            <a:off x="1189817" y="550057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7" name="r0_o03465"/>
          <p:cNvSpPr/>
          <p:nvPr/>
        </p:nvSpPr>
        <p:spPr>
          <a:xfrm>
            <a:off x="2043288" y="549683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8" name="r0_o03466"/>
          <p:cNvSpPr/>
          <p:nvPr/>
        </p:nvSpPr>
        <p:spPr>
          <a:xfrm>
            <a:off x="2054919" y="550722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9" name="r0_o03467"/>
          <p:cNvSpPr/>
          <p:nvPr/>
        </p:nvSpPr>
        <p:spPr>
          <a:xfrm>
            <a:off x="2054919" y="550722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0" name="r0_o03468"/>
          <p:cNvSpPr/>
          <p:nvPr/>
        </p:nvSpPr>
        <p:spPr>
          <a:xfrm>
            <a:off x="1951971" y="550570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1" name="r0_o03469"/>
          <p:cNvSpPr/>
          <p:nvPr/>
        </p:nvSpPr>
        <p:spPr>
          <a:xfrm>
            <a:off x="1963603" y="551608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2" name="r0_o03470"/>
          <p:cNvSpPr/>
          <p:nvPr/>
        </p:nvSpPr>
        <p:spPr>
          <a:xfrm>
            <a:off x="1963603" y="551608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3" name="r0_o03471"/>
          <p:cNvSpPr/>
          <p:nvPr/>
        </p:nvSpPr>
        <p:spPr>
          <a:xfrm>
            <a:off x="995552" y="550791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4" name="r0_o03472"/>
          <p:cNvSpPr/>
          <p:nvPr/>
        </p:nvSpPr>
        <p:spPr>
          <a:xfrm>
            <a:off x="1007183" y="551830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5" name="r0_o03473"/>
          <p:cNvSpPr/>
          <p:nvPr/>
        </p:nvSpPr>
        <p:spPr>
          <a:xfrm>
            <a:off x="1007183" y="551830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6" name="r0_o03474"/>
          <p:cNvSpPr/>
          <p:nvPr/>
        </p:nvSpPr>
        <p:spPr>
          <a:xfrm>
            <a:off x="904235" y="551678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7" name="r0_o03475"/>
          <p:cNvSpPr/>
          <p:nvPr/>
        </p:nvSpPr>
        <p:spPr>
          <a:xfrm>
            <a:off x="915867" y="552716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8" name="r0_o03476"/>
          <p:cNvSpPr/>
          <p:nvPr/>
        </p:nvSpPr>
        <p:spPr>
          <a:xfrm>
            <a:off x="915867" y="552716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9" name="r0_o03477"/>
          <p:cNvSpPr/>
          <p:nvPr/>
        </p:nvSpPr>
        <p:spPr>
          <a:xfrm>
            <a:off x="1769338" y="552342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0" name="r0_o03478"/>
          <p:cNvSpPr/>
          <p:nvPr/>
        </p:nvSpPr>
        <p:spPr>
          <a:xfrm>
            <a:off x="1780970" y="553381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1" name="r0_o03479"/>
          <p:cNvSpPr/>
          <p:nvPr/>
        </p:nvSpPr>
        <p:spPr>
          <a:xfrm>
            <a:off x="1780970" y="553381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2" name="r0_o03480"/>
          <p:cNvSpPr/>
          <p:nvPr/>
        </p:nvSpPr>
        <p:spPr>
          <a:xfrm>
            <a:off x="1678021" y="553229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3" name="r0_o03481"/>
          <p:cNvSpPr/>
          <p:nvPr/>
        </p:nvSpPr>
        <p:spPr>
          <a:xfrm>
            <a:off x="1689653" y="554267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4" name="r0_o03482"/>
          <p:cNvSpPr/>
          <p:nvPr/>
        </p:nvSpPr>
        <p:spPr>
          <a:xfrm>
            <a:off x="1689653" y="554267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5" name="r0_o03483"/>
          <p:cNvSpPr/>
          <p:nvPr/>
        </p:nvSpPr>
        <p:spPr>
          <a:xfrm>
            <a:off x="721602" y="553450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6" name="r0_o03484"/>
          <p:cNvSpPr/>
          <p:nvPr/>
        </p:nvSpPr>
        <p:spPr>
          <a:xfrm>
            <a:off x="733234" y="554489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7" name="r0_o03485"/>
          <p:cNvSpPr/>
          <p:nvPr/>
        </p:nvSpPr>
        <p:spPr>
          <a:xfrm>
            <a:off x="733234" y="554489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8" name="r0_o03486"/>
          <p:cNvSpPr/>
          <p:nvPr/>
        </p:nvSpPr>
        <p:spPr>
          <a:xfrm>
            <a:off x="630286" y="554337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9" name="r0_o03487"/>
          <p:cNvSpPr/>
          <p:nvPr/>
        </p:nvSpPr>
        <p:spPr>
          <a:xfrm>
            <a:off x="641917" y="555375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0" name="r0_o03488"/>
          <p:cNvSpPr/>
          <p:nvPr/>
        </p:nvSpPr>
        <p:spPr>
          <a:xfrm>
            <a:off x="641917" y="555375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1" name="r0_o03489"/>
          <p:cNvSpPr/>
          <p:nvPr/>
        </p:nvSpPr>
        <p:spPr>
          <a:xfrm>
            <a:off x="1495388" y="555001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2" name="r0_o03490"/>
          <p:cNvSpPr/>
          <p:nvPr/>
        </p:nvSpPr>
        <p:spPr>
          <a:xfrm>
            <a:off x="1507020" y="556040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3" name="r0_o03491"/>
          <p:cNvSpPr/>
          <p:nvPr/>
        </p:nvSpPr>
        <p:spPr>
          <a:xfrm>
            <a:off x="1507020" y="556040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4" name="r0_o03492"/>
          <p:cNvSpPr/>
          <p:nvPr/>
        </p:nvSpPr>
        <p:spPr>
          <a:xfrm>
            <a:off x="1404072" y="555888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5" name="r0_o03493"/>
          <p:cNvSpPr/>
          <p:nvPr/>
        </p:nvSpPr>
        <p:spPr>
          <a:xfrm>
            <a:off x="1415703" y="556926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6" name="r0_o03494"/>
          <p:cNvSpPr/>
          <p:nvPr/>
        </p:nvSpPr>
        <p:spPr>
          <a:xfrm>
            <a:off x="1415703" y="556926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7" name="r0_o03495"/>
          <p:cNvSpPr/>
          <p:nvPr/>
        </p:nvSpPr>
        <p:spPr>
          <a:xfrm>
            <a:off x="447652" y="556110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8" name="r0_o03496"/>
          <p:cNvSpPr/>
          <p:nvPr/>
        </p:nvSpPr>
        <p:spPr>
          <a:xfrm>
            <a:off x="459284" y="557148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9" name="r0_o03497"/>
          <p:cNvSpPr/>
          <p:nvPr/>
        </p:nvSpPr>
        <p:spPr>
          <a:xfrm>
            <a:off x="459284" y="557148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0" name="r0_o03498"/>
          <p:cNvSpPr/>
          <p:nvPr/>
        </p:nvSpPr>
        <p:spPr>
          <a:xfrm>
            <a:off x="499995" y="560928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1" name="r0_o03499"/>
          <p:cNvSpPr/>
          <p:nvPr/>
        </p:nvSpPr>
        <p:spPr>
          <a:xfrm>
            <a:off x="507439" y="561593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2" name="r0_o03500"/>
          <p:cNvSpPr/>
          <p:nvPr/>
        </p:nvSpPr>
        <p:spPr>
          <a:xfrm>
            <a:off x="507439" y="561593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3" name="r0_o03501"/>
          <p:cNvSpPr/>
          <p:nvPr/>
        </p:nvSpPr>
        <p:spPr>
          <a:xfrm>
            <a:off x="2269184" y="556553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4" name="r0_o03502"/>
          <p:cNvSpPr/>
          <p:nvPr/>
        </p:nvSpPr>
        <p:spPr>
          <a:xfrm>
            <a:off x="2280816" y="557592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5" name="r0_o03503"/>
          <p:cNvSpPr/>
          <p:nvPr/>
        </p:nvSpPr>
        <p:spPr>
          <a:xfrm>
            <a:off x="2280816" y="557592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6" name="r0_o03504"/>
          <p:cNvSpPr/>
          <p:nvPr/>
        </p:nvSpPr>
        <p:spPr>
          <a:xfrm>
            <a:off x="2177868" y="557440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7" name="r0_o03505"/>
          <p:cNvSpPr/>
          <p:nvPr/>
        </p:nvSpPr>
        <p:spPr>
          <a:xfrm>
            <a:off x="2189500" y="558478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8" name="r0_o03506"/>
          <p:cNvSpPr/>
          <p:nvPr/>
        </p:nvSpPr>
        <p:spPr>
          <a:xfrm>
            <a:off x="2189500" y="558478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9" name="r0_o03507"/>
          <p:cNvSpPr/>
          <p:nvPr/>
        </p:nvSpPr>
        <p:spPr>
          <a:xfrm>
            <a:off x="1221438" y="557661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0" name="r0_o03508"/>
          <p:cNvSpPr/>
          <p:nvPr/>
        </p:nvSpPr>
        <p:spPr>
          <a:xfrm>
            <a:off x="1233070" y="558699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1" name="r0_o03509"/>
          <p:cNvSpPr/>
          <p:nvPr/>
        </p:nvSpPr>
        <p:spPr>
          <a:xfrm>
            <a:off x="1233070" y="558699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2" name="r0_o03510"/>
          <p:cNvSpPr/>
          <p:nvPr/>
        </p:nvSpPr>
        <p:spPr>
          <a:xfrm>
            <a:off x="1130122" y="558547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3" name="r0_o03511"/>
          <p:cNvSpPr/>
          <p:nvPr/>
        </p:nvSpPr>
        <p:spPr>
          <a:xfrm>
            <a:off x="1141754" y="559586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4" name="r0_o03512"/>
          <p:cNvSpPr/>
          <p:nvPr/>
        </p:nvSpPr>
        <p:spPr>
          <a:xfrm>
            <a:off x="1141754" y="559586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5" name="r0_o03513"/>
          <p:cNvSpPr/>
          <p:nvPr/>
        </p:nvSpPr>
        <p:spPr>
          <a:xfrm>
            <a:off x="1995235" y="559213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6" name="r0_o03514"/>
          <p:cNvSpPr/>
          <p:nvPr/>
        </p:nvSpPr>
        <p:spPr>
          <a:xfrm>
            <a:off x="2006866" y="560251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7" name="r0_o03515"/>
          <p:cNvSpPr/>
          <p:nvPr/>
        </p:nvSpPr>
        <p:spPr>
          <a:xfrm>
            <a:off x="2006866" y="560251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8" name="r0_o03516"/>
          <p:cNvSpPr/>
          <p:nvPr/>
        </p:nvSpPr>
        <p:spPr>
          <a:xfrm>
            <a:off x="1903918" y="560099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9" name="r0_o03517"/>
          <p:cNvSpPr/>
          <p:nvPr/>
        </p:nvSpPr>
        <p:spPr>
          <a:xfrm>
            <a:off x="1915550" y="561137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0" name="r0_o03518"/>
          <p:cNvSpPr/>
          <p:nvPr/>
        </p:nvSpPr>
        <p:spPr>
          <a:xfrm>
            <a:off x="1915550" y="561137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1" name="r0_o03519"/>
          <p:cNvSpPr/>
          <p:nvPr/>
        </p:nvSpPr>
        <p:spPr>
          <a:xfrm>
            <a:off x="947489" y="560320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2" name="r0_o03520"/>
          <p:cNvSpPr/>
          <p:nvPr/>
        </p:nvSpPr>
        <p:spPr>
          <a:xfrm>
            <a:off x="959120" y="561358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3" name="r0_o03521"/>
          <p:cNvSpPr/>
          <p:nvPr/>
        </p:nvSpPr>
        <p:spPr>
          <a:xfrm>
            <a:off x="959120" y="561358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4" name="r0_o03522"/>
          <p:cNvSpPr/>
          <p:nvPr/>
        </p:nvSpPr>
        <p:spPr>
          <a:xfrm>
            <a:off x="856172" y="561206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5" name="r0_o03523"/>
          <p:cNvSpPr/>
          <p:nvPr/>
        </p:nvSpPr>
        <p:spPr>
          <a:xfrm>
            <a:off x="867804" y="562245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6" name="r0_o03524"/>
          <p:cNvSpPr/>
          <p:nvPr/>
        </p:nvSpPr>
        <p:spPr>
          <a:xfrm>
            <a:off x="867804" y="562245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7" name="r0_o03525"/>
          <p:cNvSpPr/>
          <p:nvPr/>
        </p:nvSpPr>
        <p:spPr>
          <a:xfrm>
            <a:off x="1721285" y="561872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8" name="r0_o03526"/>
          <p:cNvSpPr/>
          <p:nvPr/>
        </p:nvSpPr>
        <p:spPr>
          <a:xfrm>
            <a:off x="1732917" y="562910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9" name="r0_o03527"/>
          <p:cNvSpPr/>
          <p:nvPr/>
        </p:nvSpPr>
        <p:spPr>
          <a:xfrm>
            <a:off x="1732917" y="562910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0" name="r0_o03528"/>
          <p:cNvSpPr/>
          <p:nvPr/>
        </p:nvSpPr>
        <p:spPr>
          <a:xfrm>
            <a:off x="1629969" y="562758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1" name="r0_o03529"/>
          <p:cNvSpPr/>
          <p:nvPr/>
        </p:nvSpPr>
        <p:spPr>
          <a:xfrm>
            <a:off x="1641600" y="563797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2" name="r0_o03530"/>
          <p:cNvSpPr/>
          <p:nvPr/>
        </p:nvSpPr>
        <p:spPr>
          <a:xfrm>
            <a:off x="1641600" y="563797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3" name="r0_o03531"/>
          <p:cNvSpPr/>
          <p:nvPr/>
        </p:nvSpPr>
        <p:spPr>
          <a:xfrm>
            <a:off x="673539" y="562979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4" name="r0_o03532"/>
          <p:cNvSpPr/>
          <p:nvPr/>
        </p:nvSpPr>
        <p:spPr>
          <a:xfrm>
            <a:off x="685171" y="564017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5" name="r0_o03533"/>
          <p:cNvSpPr/>
          <p:nvPr/>
        </p:nvSpPr>
        <p:spPr>
          <a:xfrm>
            <a:off x="685171" y="564017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6" name="r0_o03534"/>
          <p:cNvSpPr/>
          <p:nvPr/>
        </p:nvSpPr>
        <p:spPr>
          <a:xfrm>
            <a:off x="582223" y="563865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7" name="r0_o03535"/>
          <p:cNvSpPr/>
          <p:nvPr/>
        </p:nvSpPr>
        <p:spPr>
          <a:xfrm>
            <a:off x="593854" y="564904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8" name="r0_o03536"/>
          <p:cNvSpPr/>
          <p:nvPr/>
        </p:nvSpPr>
        <p:spPr>
          <a:xfrm>
            <a:off x="593854" y="564904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9" name="r0_o03537"/>
          <p:cNvSpPr/>
          <p:nvPr/>
        </p:nvSpPr>
        <p:spPr>
          <a:xfrm>
            <a:off x="2403755" y="564309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0" name="r0_o03538"/>
          <p:cNvSpPr/>
          <p:nvPr/>
        </p:nvSpPr>
        <p:spPr>
          <a:xfrm>
            <a:off x="2415386" y="565348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1" name="r0_o03539"/>
          <p:cNvSpPr/>
          <p:nvPr/>
        </p:nvSpPr>
        <p:spPr>
          <a:xfrm>
            <a:off x="2415386" y="565348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2" name="r0_o03540"/>
          <p:cNvSpPr/>
          <p:nvPr/>
        </p:nvSpPr>
        <p:spPr>
          <a:xfrm>
            <a:off x="2456097" y="569128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3" name="r0_o03541"/>
          <p:cNvSpPr/>
          <p:nvPr/>
        </p:nvSpPr>
        <p:spPr>
          <a:xfrm>
            <a:off x="2463541" y="569793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4" name="r0_o03542"/>
          <p:cNvSpPr/>
          <p:nvPr/>
        </p:nvSpPr>
        <p:spPr>
          <a:xfrm>
            <a:off x="2463541" y="569793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5" name="r0_o03543"/>
          <p:cNvSpPr/>
          <p:nvPr/>
        </p:nvSpPr>
        <p:spPr>
          <a:xfrm>
            <a:off x="1447335" y="564531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6" name="r0_o03544"/>
          <p:cNvSpPr/>
          <p:nvPr/>
        </p:nvSpPr>
        <p:spPr>
          <a:xfrm>
            <a:off x="1458967" y="565569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7" name="r0_o03545"/>
          <p:cNvSpPr/>
          <p:nvPr/>
        </p:nvSpPr>
        <p:spPr>
          <a:xfrm>
            <a:off x="1458967" y="565569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8" name="r0_o03546"/>
          <p:cNvSpPr/>
          <p:nvPr/>
        </p:nvSpPr>
        <p:spPr>
          <a:xfrm>
            <a:off x="1356019" y="565417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9" name="r0_o03547"/>
          <p:cNvSpPr/>
          <p:nvPr/>
        </p:nvSpPr>
        <p:spPr>
          <a:xfrm>
            <a:off x="1367650" y="566456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0" name="r0_o03548"/>
          <p:cNvSpPr/>
          <p:nvPr/>
        </p:nvSpPr>
        <p:spPr>
          <a:xfrm>
            <a:off x="1367650" y="566456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1" name="r0_o03549"/>
          <p:cNvSpPr/>
          <p:nvPr/>
        </p:nvSpPr>
        <p:spPr>
          <a:xfrm>
            <a:off x="2221121" y="566082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2" name="r0_o03550"/>
          <p:cNvSpPr/>
          <p:nvPr/>
        </p:nvSpPr>
        <p:spPr>
          <a:xfrm>
            <a:off x="2232753" y="567120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3" name="r0_o03551"/>
          <p:cNvSpPr/>
          <p:nvPr/>
        </p:nvSpPr>
        <p:spPr>
          <a:xfrm>
            <a:off x="2232753" y="567120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4" name="r0_o03552"/>
          <p:cNvSpPr/>
          <p:nvPr/>
        </p:nvSpPr>
        <p:spPr>
          <a:xfrm>
            <a:off x="2129805" y="566968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5" name="r0_o03553"/>
          <p:cNvSpPr/>
          <p:nvPr/>
        </p:nvSpPr>
        <p:spPr>
          <a:xfrm>
            <a:off x="2141436" y="568007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6" name="r0_o03554"/>
          <p:cNvSpPr/>
          <p:nvPr/>
        </p:nvSpPr>
        <p:spPr>
          <a:xfrm>
            <a:off x="2141436" y="568007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7" name="r0_o03555"/>
          <p:cNvSpPr/>
          <p:nvPr/>
        </p:nvSpPr>
        <p:spPr>
          <a:xfrm>
            <a:off x="1173386" y="567190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8" name="r0_o03556"/>
          <p:cNvSpPr/>
          <p:nvPr/>
        </p:nvSpPr>
        <p:spPr>
          <a:xfrm>
            <a:off x="1185017" y="568228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9" name="r0_o03557"/>
          <p:cNvSpPr/>
          <p:nvPr/>
        </p:nvSpPr>
        <p:spPr>
          <a:xfrm>
            <a:off x="1185017" y="568228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0" name="r0_o03558"/>
          <p:cNvSpPr/>
          <p:nvPr/>
        </p:nvSpPr>
        <p:spPr>
          <a:xfrm>
            <a:off x="1082069" y="568076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1" name="r0_o03559"/>
          <p:cNvSpPr/>
          <p:nvPr/>
        </p:nvSpPr>
        <p:spPr>
          <a:xfrm>
            <a:off x="1093701" y="569115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2" name="r0_o03560"/>
          <p:cNvSpPr/>
          <p:nvPr/>
        </p:nvSpPr>
        <p:spPr>
          <a:xfrm>
            <a:off x="1093701" y="569115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3" name="r0_o03561"/>
          <p:cNvSpPr/>
          <p:nvPr/>
        </p:nvSpPr>
        <p:spPr>
          <a:xfrm>
            <a:off x="1947172" y="568741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4" name="r0_o03562"/>
          <p:cNvSpPr/>
          <p:nvPr/>
        </p:nvSpPr>
        <p:spPr>
          <a:xfrm>
            <a:off x="1958803" y="569779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5" name="r0_o03563"/>
          <p:cNvSpPr/>
          <p:nvPr/>
        </p:nvSpPr>
        <p:spPr>
          <a:xfrm>
            <a:off x="1958803" y="569779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6" name="r0_o03564"/>
          <p:cNvSpPr/>
          <p:nvPr/>
        </p:nvSpPr>
        <p:spPr>
          <a:xfrm>
            <a:off x="1855855" y="569627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7" name="r0_o03565"/>
          <p:cNvSpPr/>
          <p:nvPr/>
        </p:nvSpPr>
        <p:spPr>
          <a:xfrm>
            <a:off x="1867487" y="570666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8" name="r0_o03566"/>
          <p:cNvSpPr/>
          <p:nvPr/>
        </p:nvSpPr>
        <p:spPr>
          <a:xfrm>
            <a:off x="1867487" y="570666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9" name="r0_o03567"/>
          <p:cNvSpPr/>
          <p:nvPr/>
        </p:nvSpPr>
        <p:spPr>
          <a:xfrm>
            <a:off x="899436" y="569849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0" name="r0_o03568"/>
          <p:cNvSpPr/>
          <p:nvPr/>
        </p:nvSpPr>
        <p:spPr>
          <a:xfrm>
            <a:off x="911068" y="570888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1" name="r0_o03569"/>
          <p:cNvSpPr/>
          <p:nvPr/>
        </p:nvSpPr>
        <p:spPr>
          <a:xfrm>
            <a:off x="911068" y="570888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2" name="r0_o03570"/>
          <p:cNvSpPr/>
          <p:nvPr/>
        </p:nvSpPr>
        <p:spPr>
          <a:xfrm>
            <a:off x="808119" y="570735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3" name="r0_o03571"/>
          <p:cNvSpPr/>
          <p:nvPr/>
        </p:nvSpPr>
        <p:spPr>
          <a:xfrm>
            <a:off x="819751" y="571774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4" name="r0_o03572"/>
          <p:cNvSpPr/>
          <p:nvPr/>
        </p:nvSpPr>
        <p:spPr>
          <a:xfrm>
            <a:off x="819751" y="571774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5" name="r0_o03573"/>
          <p:cNvSpPr/>
          <p:nvPr/>
        </p:nvSpPr>
        <p:spPr>
          <a:xfrm>
            <a:off x="1673222" y="571400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6" name="r0_o03574"/>
          <p:cNvSpPr/>
          <p:nvPr/>
        </p:nvSpPr>
        <p:spPr>
          <a:xfrm>
            <a:off x="1684854" y="572439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7" name="r0_o03575"/>
          <p:cNvSpPr/>
          <p:nvPr/>
        </p:nvSpPr>
        <p:spPr>
          <a:xfrm>
            <a:off x="1684854" y="572439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8" name="r0_o03576"/>
          <p:cNvSpPr/>
          <p:nvPr/>
        </p:nvSpPr>
        <p:spPr>
          <a:xfrm>
            <a:off x="1581905" y="572286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9" name="r0_o03577"/>
          <p:cNvSpPr/>
          <p:nvPr/>
        </p:nvSpPr>
        <p:spPr>
          <a:xfrm>
            <a:off x="1593537" y="573325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0" name="r0_o03578"/>
          <p:cNvSpPr/>
          <p:nvPr/>
        </p:nvSpPr>
        <p:spPr>
          <a:xfrm>
            <a:off x="1593537" y="573325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1" name="r0_o03579"/>
          <p:cNvSpPr/>
          <p:nvPr/>
        </p:nvSpPr>
        <p:spPr>
          <a:xfrm>
            <a:off x="625486" y="572508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2" name="r0_o03580"/>
          <p:cNvSpPr/>
          <p:nvPr/>
        </p:nvSpPr>
        <p:spPr>
          <a:xfrm>
            <a:off x="637118" y="573547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3" name="r0_o03581"/>
          <p:cNvSpPr/>
          <p:nvPr/>
        </p:nvSpPr>
        <p:spPr>
          <a:xfrm>
            <a:off x="637118" y="573547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4" name="r0_o03582"/>
          <p:cNvSpPr/>
          <p:nvPr/>
        </p:nvSpPr>
        <p:spPr>
          <a:xfrm>
            <a:off x="677829" y="5773275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5" name="r0_o03583"/>
          <p:cNvSpPr/>
          <p:nvPr/>
        </p:nvSpPr>
        <p:spPr>
          <a:xfrm>
            <a:off x="685273" y="5779921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6" name="r0_o03584"/>
          <p:cNvSpPr/>
          <p:nvPr/>
        </p:nvSpPr>
        <p:spPr>
          <a:xfrm>
            <a:off x="685273" y="5779921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7" name="r0_o03585"/>
          <p:cNvSpPr/>
          <p:nvPr/>
        </p:nvSpPr>
        <p:spPr>
          <a:xfrm>
            <a:off x="2447008" y="572951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8" name="r0_o03586"/>
          <p:cNvSpPr/>
          <p:nvPr/>
        </p:nvSpPr>
        <p:spPr>
          <a:xfrm>
            <a:off x="2458640" y="573990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9" name="r0_o03587"/>
          <p:cNvSpPr/>
          <p:nvPr/>
        </p:nvSpPr>
        <p:spPr>
          <a:xfrm>
            <a:off x="2458640" y="573990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0" name="r0_o03588"/>
          <p:cNvSpPr/>
          <p:nvPr/>
        </p:nvSpPr>
        <p:spPr>
          <a:xfrm>
            <a:off x="2499350" y="577770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1" name="r0_o03589"/>
          <p:cNvSpPr/>
          <p:nvPr/>
        </p:nvSpPr>
        <p:spPr>
          <a:xfrm>
            <a:off x="2506795" y="578435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2" name="r0_o03590"/>
          <p:cNvSpPr/>
          <p:nvPr/>
        </p:nvSpPr>
        <p:spPr>
          <a:xfrm>
            <a:off x="2506795" y="578435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3" name="r0_o03591"/>
          <p:cNvSpPr/>
          <p:nvPr/>
        </p:nvSpPr>
        <p:spPr>
          <a:xfrm>
            <a:off x="2355691" y="573837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4" name="r0_o03592"/>
          <p:cNvSpPr/>
          <p:nvPr/>
        </p:nvSpPr>
        <p:spPr>
          <a:xfrm>
            <a:off x="2367323" y="574876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5" name="r0_o03593"/>
          <p:cNvSpPr/>
          <p:nvPr/>
        </p:nvSpPr>
        <p:spPr>
          <a:xfrm>
            <a:off x="2367323" y="574876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6" name="r0_o03594"/>
          <p:cNvSpPr/>
          <p:nvPr/>
        </p:nvSpPr>
        <p:spPr>
          <a:xfrm>
            <a:off x="1399272" y="574059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7" name="r0_o03595"/>
          <p:cNvSpPr/>
          <p:nvPr/>
        </p:nvSpPr>
        <p:spPr>
          <a:xfrm>
            <a:off x="1410904" y="575098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8" name="r0_o03596"/>
          <p:cNvSpPr/>
          <p:nvPr/>
        </p:nvSpPr>
        <p:spPr>
          <a:xfrm>
            <a:off x="1410904" y="575098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9" name="r0_o03597"/>
          <p:cNvSpPr/>
          <p:nvPr/>
        </p:nvSpPr>
        <p:spPr>
          <a:xfrm>
            <a:off x="1307956" y="574946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0" name="r0_o03598"/>
          <p:cNvSpPr/>
          <p:nvPr/>
        </p:nvSpPr>
        <p:spPr>
          <a:xfrm>
            <a:off x="1319587" y="575984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1" name="r0_o03599"/>
          <p:cNvSpPr/>
          <p:nvPr/>
        </p:nvSpPr>
        <p:spPr>
          <a:xfrm>
            <a:off x="1319587" y="575984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2" name="r0_o03600"/>
          <p:cNvSpPr/>
          <p:nvPr/>
        </p:nvSpPr>
        <p:spPr>
          <a:xfrm>
            <a:off x="2173058" y="575610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3" name="r0_o03601"/>
          <p:cNvSpPr/>
          <p:nvPr/>
        </p:nvSpPr>
        <p:spPr>
          <a:xfrm>
            <a:off x="2184690" y="576649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4" name="r0_o03602"/>
          <p:cNvSpPr/>
          <p:nvPr/>
        </p:nvSpPr>
        <p:spPr>
          <a:xfrm>
            <a:off x="2184690" y="576649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5" name="r0_o03603"/>
          <p:cNvSpPr/>
          <p:nvPr/>
        </p:nvSpPr>
        <p:spPr>
          <a:xfrm>
            <a:off x="2081742" y="576497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6" name="r0_o03604"/>
          <p:cNvSpPr/>
          <p:nvPr/>
        </p:nvSpPr>
        <p:spPr>
          <a:xfrm>
            <a:off x="2093373" y="577535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7" name="r0_o03605"/>
          <p:cNvSpPr/>
          <p:nvPr/>
        </p:nvSpPr>
        <p:spPr>
          <a:xfrm>
            <a:off x="2093373" y="577535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8" name="r0_o03606"/>
          <p:cNvSpPr/>
          <p:nvPr/>
        </p:nvSpPr>
        <p:spPr>
          <a:xfrm>
            <a:off x="1125323" y="576718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9" name="r0_o03607"/>
          <p:cNvSpPr/>
          <p:nvPr/>
        </p:nvSpPr>
        <p:spPr>
          <a:xfrm>
            <a:off x="1136954" y="577757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0" name="r0_o03608"/>
          <p:cNvSpPr/>
          <p:nvPr/>
        </p:nvSpPr>
        <p:spPr>
          <a:xfrm>
            <a:off x="1136954" y="577757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1" name="r0_o03609"/>
          <p:cNvSpPr/>
          <p:nvPr/>
        </p:nvSpPr>
        <p:spPr>
          <a:xfrm>
            <a:off x="1034006" y="577605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2" name="r0_o03610"/>
          <p:cNvSpPr/>
          <p:nvPr/>
        </p:nvSpPr>
        <p:spPr>
          <a:xfrm>
            <a:off x="1045638" y="578643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3" name="r0_o03611"/>
          <p:cNvSpPr/>
          <p:nvPr/>
        </p:nvSpPr>
        <p:spPr>
          <a:xfrm>
            <a:off x="1045638" y="578643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4" name="r0_o03612"/>
          <p:cNvSpPr/>
          <p:nvPr/>
        </p:nvSpPr>
        <p:spPr>
          <a:xfrm>
            <a:off x="1899109" y="578269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5" name="r0_o03613"/>
          <p:cNvSpPr/>
          <p:nvPr/>
        </p:nvSpPr>
        <p:spPr>
          <a:xfrm>
            <a:off x="1910740" y="579308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6" name="r0_o03614"/>
          <p:cNvSpPr/>
          <p:nvPr/>
        </p:nvSpPr>
        <p:spPr>
          <a:xfrm>
            <a:off x="1910740" y="579308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7" name="r0_o03615"/>
          <p:cNvSpPr/>
          <p:nvPr/>
        </p:nvSpPr>
        <p:spPr>
          <a:xfrm>
            <a:off x="1807792" y="579156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8" name="r0_o03616"/>
          <p:cNvSpPr/>
          <p:nvPr/>
        </p:nvSpPr>
        <p:spPr>
          <a:xfrm>
            <a:off x="1819424" y="580194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9" name="r0_o03617"/>
          <p:cNvSpPr/>
          <p:nvPr/>
        </p:nvSpPr>
        <p:spPr>
          <a:xfrm>
            <a:off x="1819424" y="580194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0" name="r0_o03618"/>
          <p:cNvSpPr/>
          <p:nvPr/>
        </p:nvSpPr>
        <p:spPr>
          <a:xfrm>
            <a:off x="851373" y="579377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1" name="r0_o03619"/>
          <p:cNvSpPr/>
          <p:nvPr/>
        </p:nvSpPr>
        <p:spPr>
          <a:xfrm>
            <a:off x="863005" y="580416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2" name="r0_o03620"/>
          <p:cNvSpPr/>
          <p:nvPr/>
        </p:nvSpPr>
        <p:spPr>
          <a:xfrm>
            <a:off x="863005" y="580416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3" name="r0_o03621"/>
          <p:cNvSpPr/>
          <p:nvPr/>
        </p:nvSpPr>
        <p:spPr>
          <a:xfrm>
            <a:off x="760056" y="580264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4" name="r0_o03622"/>
          <p:cNvSpPr/>
          <p:nvPr/>
        </p:nvSpPr>
        <p:spPr>
          <a:xfrm>
            <a:off x="771688" y="581302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5" name="r0_o03623"/>
          <p:cNvSpPr/>
          <p:nvPr/>
        </p:nvSpPr>
        <p:spPr>
          <a:xfrm>
            <a:off x="771688" y="581302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6" name="r0_o03624"/>
          <p:cNvSpPr/>
          <p:nvPr/>
        </p:nvSpPr>
        <p:spPr>
          <a:xfrm>
            <a:off x="1625159" y="580928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7" name="r0_o03625"/>
          <p:cNvSpPr/>
          <p:nvPr/>
        </p:nvSpPr>
        <p:spPr>
          <a:xfrm>
            <a:off x="1636791" y="581967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8" name="r0_o03626"/>
          <p:cNvSpPr/>
          <p:nvPr/>
        </p:nvSpPr>
        <p:spPr>
          <a:xfrm>
            <a:off x="1636791" y="581967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9" name="r0_o03627"/>
          <p:cNvSpPr/>
          <p:nvPr/>
        </p:nvSpPr>
        <p:spPr>
          <a:xfrm>
            <a:off x="1533842" y="581815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0" name="r0_o03628"/>
          <p:cNvSpPr/>
          <p:nvPr/>
        </p:nvSpPr>
        <p:spPr>
          <a:xfrm>
            <a:off x="1545474" y="582853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1" name="r0_o03629"/>
          <p:cNvSpPr/>
          <p:nvPr/>
        </p:nvSpPr>
        <p:spPr>
          <a:xfrm>
            <a:off x="1545474" y="582853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2" name="r0_o03630"/>
          <p:cNvSpPr/>
          <p:nvPr/>
        </p:nvSpPr>
        <p:spPr>
          <a:xfrm>
            <a:off x="2398945" y="582479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3" name="r0_o03631"/>
          <p:cNvSpPr/>
          <p:nvPr/>
        </p:nvSpPr>
        <p:spPr>
          <a:xfrm>
            <a:off x="2410577" y="583518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4" name="r0_o03632"/>
          <p:cNvSpPr/>
          <p:nvPr/>
        </p:nvSpPr>
        <p:spPr>
          <a:xfrm>
            <a:off x="2410577" y="583518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5" name="r0_o03633"/>
          <p:cNvSpPr/>
          <p:nvPr/>
        </p:nvSpPr>
        <p:spPr>
          <a:xfrm>
            <a:off x="2451287" y="587298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6" name="r0_o03634"/>
          <p:cNvSpPr/>
          <p:nvPr/>
        </p:nvSpPr>
        <p:spPr>
          <a:xfrm>
            <a:off x="2458732" y="587963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7" name="r0_o03635"/>
          <p:cNvSpPr/>
          <p:nvPr/>
        </p:nvSpPr>
        <p:spPr>
          <a:xfrm>
            <a:off x="2458732" y="587963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8" name="r0_o03636"/>
          <p:cNvSpPr/>
          <p:nvPr/>
        </p:nvSpPr>
        <p:spPr>
          <a:xfrm>
            <a:off x="2307628" y="583366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9" name="r0_o03637"/>
          <p:cNvSpPr/>
          <p:nvPr/>
        </p:nvSpPr>
        <p:spPr>
          <a:xfrm>
            <a:off x="2319260" y="584404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0" name="r0_o03638"/>
          <p:cNvSpPr/>
          <p:nvPr/>
        </p:nvSpPr>
        <p:spPr>
          <a:xfrm>
            <a:off x="2319260" y="584404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1" name="r0_o03639"/>
          <p:cNvSpPr/>
          <p:nvPr/>
        </p:nvSpPr>
        <p:spPr>
          <a:xfrm>
            <a:off x="2359971" y="588185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2" name="r0_o03640"/>
          <p:cNvSpPr/>
          <p:nvPr/>
        </p:nvSpPr>
        <p:spPr>
          <a:xfrm>
            <a:off x="2367415" y="588849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3" name="r0_o03641"/>
          <p:cNvSpPr/>
          <p:nvPr/>
        </p:nvSpPr>
        <p:spPr>
          <a:xfrm>
            <a:off x="2367415" y="588849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4" name="r0_o03642"/>
          <p:cNvSpPr/>
          <p:nvPr/>
        </p:nvSpPr>
        <p:spPr>
          <a:xfrm>
            <a:off x="1351209" y="583588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5" name="r0_o03643"/>
          <p:cNvSpPr/>
          <p:nvPr/>
        </p:nvSpPr>
        <p:spPr>
          <a:xfrm>
            <a:off x="1362841" y="584626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6" name="r0_o03644"/>
          <p:cNvSpPr/>
          <p:nvPr/>
        </p:nvSpPr>
        <p:spPr>
          <a:xfrm>
            <a:off x="1362841" y="584626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7" name="r0_o03645"/>
          <p:cNvSpPr/>
          <p:nvPr/>
        </p:nvSpPr>
        <p:spPr>
          <a:xfrm>
            <a:off x="1259893" y="584474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8" name="r0_o03646"/>
          <p:cNvSpPr/>
          <p:nvPr/>
        </p:nvSpPr>
        <p:spPr>
          <a:xfrm>
            <a:off x="1271524" y="585513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9" name="r0_o03647"/>
          <p:cNvSpPr/>
          <p:nvPr/>
        </p:nvSpPr>
        <p:spPr>
          <a:xfrm>
            <a:off x="1271524" y="585513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0" name="r0_o03648"/>
          <p:cNvSpPr/>
          <p:nvPr/>
        </p:nvSpPr>
        <p:spPr>
          <a:xfrm>
            <a:off x="2124995" y="585139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1" name="r0_o03649"/>
          <p:cNvSpPr/>
          <p:nvPr/>
        </p:nvSpPr>
        <p:spPr>
          <a:xfrm>
            <a:off x="2136627" y="586177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2" name="r0_o03650"/>
          <p:cNvSpPr/>
          <p:nvPr/>
        </p:nvSpPr>
        <p:spPr>
          <a:xfrm>
            <a:off x="2136627" y="586177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3" name="r0_o03651"/>
          <p:cNvSpPr/>
          <p:nvPr/>
        </p:nvSpPr>
        <p:spPr>
          <a:xfrm>
            <a:off x="2177338" y="589957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4" name="r0_o03652"/>
          <p:cNvSpPr/>
          <p:nvPr/>
        </p:nvSpPr>
        <p:spPr>
          <a:xfrm>
            <a:off x="2184782" y="590622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5" name="r0_o03653"/>
          <p:cNvSpPr/>
          <p:nvPr/>
        </p:nvSpPr>
        <p:spPr>
          <a:xfrm>
            <a:off x="2184782" y="590622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6" name="r0_o03654"/>
          <p:cNvSpPr/>
          <p:nvPr/>
        </p:nvSpPr>
        <p:spPr>
          <a:xfrm>
            <a:off x="2033679" y="586025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7" name="r0_o03655"/>
          <p:cNvSpPr/>
          <p:nvPr/>
        </p:nvSpPr>
        <p:spPr>
          <a:xfrm>
            <a:off x="2045310" y="587064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8" name="r0_o03656"/>
          <p:cNvSpPr/>
          <p:nvPr/>
        </p:nvSpPr>
        <p:spPr>
          <a:xfrm>
            <a:off x="2045310" y="587064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9" name="r0_o03657"/>
          <p:cNvSpPr/>
          <p:nvPr/>
        </p:nvSpPr>
        <p:spPr>
          <a:xfrm>
            <a:off x="2086021" y="590844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0" name="r0_o03658"/>
          <p:cNvSpPr/>
          <p:nvPr/>
        </p:nvSpPr>
        <p:spPr>
          <a:xfrm>
            <a:off x="2093465" y="591508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1" name="r0_o03659"/>
          <p:cNvSpPr/>
          <p:nvPr/>
        </p:nvSpPr>
        <p:spPr>
          <a:xfrm>
            <a:off x="2093465" y="591508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2" name="r0_o03660"/>
          <p:cNvSpPr/>
          <p:nvPr/>
        </p:nvSpPr>
        <p:spPr>
          <a:xfrm>
            <a:off x="1077260" y="586247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3" name="r0_o03661"/>
          <p:cNvSpPr/>
          <p:nvPr/>
        </p:nvSpPr>
        <p:spPr>
          <a:xfrm>
            <a:off x="1088891" y="587285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4" name="r0_o03662"/>
          <p:cNvSpPr/>
          <p:nvPr/>
        </p:nvSpPr>
        <p:spPr>
          <a:xfrm>
            <a:off x="1088891" y="587285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5" name="r0_o03663"/>
          <p:cNvSpPr/>
          <p:nvPr/>
        </p:nvSpPr>
        <p:spPr>
          <a:xfrm>
            <a:off x="985943" y="587133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6" name="r0_o03664"/>
          <p:cNvSpPr/>
          <p:nvPr/>
        </p:nvSpPr>
        <p:spPr>
          <a:xfrm>
            <a:off x="997575" y="588172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7" name="r0_o03665"/>
          <p:cNvSpPr/>
          <p:nvPr/>
        </p:nvSpPr>
        <p:spPr>
          <a:xfrm>
            <a:off x="997575" y="588172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8" name="r0_o03666"/>
          <p:cNvSpPr/>
          <p:nvPr/>
        </p:nvSpPr>
        <p:spPr>
          <a:xfrm>
            <a:off x="1851046" y="587798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9" name="r0_o03667"/>
          <p:cNvSpPr/>
          <p:nvPr/>
        </p:nvSpPr>
        <p:spPr>
          <a:xfrm>
            <a:off x="1862677" y="588836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0" name="r0_o03668"/>
          <p:cNvSpPr/>
          <p:nvPr/>
        </p:nvSpPr>
        <p:spPr>
          <a:xfrm>
            <a:off x="1862677" y="588836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1" name="r0_o03669"/>
          <p:cNvSpPr/>
          <p:nvPr/>
        </p:nvSpPr>
        <p:spPr>
          <a:xfrm>
            <a:off x="1903388" y="592617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2" name="r0_o03670"/>
          <p:cNvSpPr/>
          <p:nvPr/>
        </p:nvSpPr>
        <p:spPr>
          <a:xfrm>
            <a:off x="1910832" y="593281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3" name="r0_o03671"/>
          <p:cNvSpPr/>
          <p:nvPr/>
        </p:nvSpPr>
        <p:spPr>
          <a:xfrm>
            <a:off x="1910832" y="593281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4" name="r0_o03672"/>
          <p:cNvSpPr/>
          <p:nvPr/>
        </p:nvSpPr>
        <p:spPr>
          <a:xfrm>
            <a:off x="1759729" y="588684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5" name="r0_o03673"/>
          <p:cNvSpPr/>
          <p:nvPr/>
        </p:nvSpPr>
        <p:spPr>
          <a:xfrm>
            <a:off x="1771361" y="589723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6" name="r0_o03674"/>
          <p:cNvSpPr/>
          <p:nvPr/>
        </p:nvSpPr>
        <p:spPr>
          <a:xfrm>
            <a:off x="1771361" y="589723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7" name="r0_o03675"/>
          <p:cNvSpPr/>
          <p:nvPr/>
        </p:nvSpPr>
        <p:spPr>
          <a:xfrm>
            <a:off x="1812071" y="593503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8" name="r0_o03676"/>
          <p:cNvSpPr/>
          <p:nvPr/>
        </p:nvSpPr>
        <p:spPr>
          <a:xfrm>
            <a:off x="1819516" y="594168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9" name="r0_o03677"/>
          <p:cNvSpPr/>
          <p:nvPr/>
        </p:nvSpPr>
        <p:spPr>
          <a:xfrm>
            <a:off x="1819516" y="594168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0" name="r0_o03678"/>
          <p:cNvSpPr/>
          <p:nvPr/>
        </p:nvSpPr>
        <p:spPr>
          <a:xfrm>
            <a:off x="803310" y="588906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1" name="r0_o03679"/>
          <p:cNvSpPr/>
          <p:nvPr/>
        </p:nvSpPr>
        <p:spPr>
          <a:xfrm>
            <a:off x="814942" y="589944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2" name="r0_o03680"/>
          <p:cNvSpPr/>
          <p:nvPr/>
        </p:nvSpPr>
        <p:spPr>
          <a:xfrm>
            <a:off x="814942" y="589944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3" name="r0_o03681"/>
          <p:cNvSpPr/>
          <p:nvPr/>
        </p:nvSpPr>
        <p:spPr>
          <a:xfrm>
            <a:off x="855652" y="593725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4" name="r0_o03682"/>
          <p:cNvSpPr/>
          <p:nvPr/>
        </p:nvSpPr>
        <p:spPr>
          <a:xfrm>
            <a:off x="863096" y="594389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5" name="r0_o03683"/>
          <p:cNvSpPr/>
          <p:nvPr/>
        </p:nvSpPr>
        <p:spPr>
          <a:xfrm>
            <a:off x="863096" y="594389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6" name="r0_o03684"/>
          <p:cNvSpPr/>
          <p:nvPr/>
        </p:nvSpPr>
        <p:spPr>
          <a:xfrm>
            <a:off x="1577096" y="590457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7" name="r0_o03685"/>
          <p:cNvSpPr/>
          <p:nvPr/>
        </p:nvSpPr>
        <p:spPr>
          <a:xfrm>
            <a:off x="1588728" y="591495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8" name="r0_o03686"/>
          <p:cNvSpPr/>
          <p:nvPr/>
        </p:nvSpPr>
        <p:spPr>
          <a:xfrm>
            <a:off x="1588728" y="591495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9" name="r0_o03687"/>
          <p:cNvSpPr/>
          <p:nvPr/>
        </p:nvSpPr>
        <p:spPr>
          <a:xfrm>
            <a:off x="1629438" y="595276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0" name="r0_o03688"/>
          <p:cNvSpPr/>
          <p:nvPr/>
        </p:nvSpPr>
        <p:spPr>
          <a:xfrm>
            <a:off x="1636882" y="595940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1" name="r0_o03689"/>
          <p:cNvSpPr/>
          <p:nvPr/>
        </p:nvSpPr>
        <p:spPr>
          <a:xfrm>
            <a:off x="1636882" y="595940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2" name="r0_o03690"/>
          <p:cNvSpPr/>
          <p:nvPr/>
        </p:nvSpPr>
        <p:spPr>
          <a:xfrm>
            <a:off x="1485779" y="591343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3" name="r0_o03691"/>
          <p:cNvSpPr/>
          <p:nvPr/>
        </p:nvSpPr>
        <p:spPr>
          <a:xfrm>
            <a:off x="1497411" y="592382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4" name="r0_o03692"/>
          <p:cNvSpPr/>
          <p:nvPr/>
        </p:nvSpPr>
        <p:spPr>
          <a:xfrm>
            <a:off x="1497411" y="592382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5" name="r0_o03693"/>
          <p:cNvSpPr/>
          <p:nvPr/>
        </p:nvSpPr>
        <p:spPr>
          <a:xfrm>
            <a:off x="1538122" y="5961625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6" name="r0_o03694"/>
          <p:cNvSpPr/>
          <p:nvPr/>
        </p:nvSpPr>
        <p:spPr>
          <a:xfrm>
            <a:off x="1545566" y="596827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7" name="r0_o03695"/>
          <p:cNvSpPr/>
          <p:nvPr/>
        </p:nvSpPr>
        <p:spPr>
          <a:xfrm>
            <a:off x="1545566" y="596827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8" name="r0_o03696"/>
          <p:cNvSpPr/>
          <p:nvPr/>
        </p:nvSpPr>
        <p:spPr>
          <a:xfrm>
            <a:off x="1303146" y="593116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9" name="r0_o03697"/>
          <p:cNvSpPr/>
          <p:nvPr/>
        </p:nvSpPr>
        <p:spPr>
          <a:xfrm>
            <a:off x="1314778" y="594155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0" name="r0_o03698"/>
          <p:cNvSpPr/>
          <p:nvPr/>
        </p:nvSpPr>
        <p:spPr>
          <a:xfrm>
            <a:off x="1314778" y="594155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1" name="r0_o03699"/>
          <p:cNvSpPr/>
          <p:nvPr/>
        </p:nvSpPr>
        <p:spPr>
          <a:xfrm>
            <a:off x="1355489" y="597935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2" name="r0_o03700"/>
          <p:cNvSpPr/>
          <p:nvPr/>
        </p:nvSpPr>
        <p:spPr>
          <a:xfrm>
            <a:off x="1362933" y="598599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3" name="r0_o03701"/>
          <p:cNvSpPr/>
          <p:nvPr/>
        </p:nvSpPr>
        <p:spPr>
          <a:xfrm>
            <a:off x="1362933" y="598599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4" name="r0_o03702"/>
          <p:cNvSpPr/>
          <p:nvPr/>
        </p:nvSpPr>
        <p:spPr>
          <a:xfrm>
            <a:off x="1211830" y="594002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5" name="r0_o03703"/>
          <p:cNvSpPr/>
          <p:nvPr/>
        </p:nvSpPr>
        <p:spPr>
          <a:xfrm>
            <a:off x="1223461" y="595041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6" name="r0_o03704"/>
          <p:cNvSpPr/>
          <p:nvPr/>
        </p:nvSpPr>
        <p:spPr>
          <a:xfrm>
            <a:off x="1223461" y="595041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7" name="r0_o03705"/>
          <p:cNvSpPr/>
          <p:nvPr/>
        </p:nvSpPr>
        <p:spPr>
          <a:xfrm>
            <a:off x="1264172" y="598821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8" name="r0_o03706"/>
          <p:cNvSpPr/>
          <p:nvPr/>
        </p:nvSpPr>
        <p:spPr>
          <a:xfrm>
            <a:off x="1271616" y="599486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9" name="r0_o03707"/>
          <p:cNvSpPr/>
          <p:nvPr/>
        </p:nvSpPr>
        <p:spPr>
          <a:xfrm>
            <a:off x="1271616" y="599486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0" name="r0_o03708"/>
          <p:cNvSpPr/>
          <p:nvPr/>
        </p:nvSpPr>
        <p:spPr>
          <a:xfrm>
            <a:off x="1029197" y="595775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1" name="r0_o03709"/>
          <p:cNvSpPr/>
          <p:nvPr/>
        </p:nvSpPr>
        <p:spPr>
          <a:xfrm>
            <a:off x="1040828" y="596814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2" name="r0_o03710"/>
          <p:cNvSpPr/>
          <p:nvPr/>
        </p:nvSpPr>
        <p:spPr>
          <a:xfrm>
            <a:off x="1040828" y="596814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3" name="r0_o03711"/>
          <p:cNvSpPr/>
          <p:nvPr/>
        </p:nvSpPr>
        <p:spPr>
          <a:xfrm>
            <a:off x="1081539" y="600594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4" name="r0_o03712"/>
          <p:cNvSpPr/>
          <p:nvPr/>
        </p:nvSpPr>
        <p:spPr>
          <a:xfrm>
            <a:off x="1088983" y="6012591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5" name="r0_o03713"/>
          <p:cNvSpPr/>
          <p:nvPr/>
        </p:nvSpPr>
        <p:spPr>
          <a:xfrm>
            <a:off x="1088983" y="6012591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6" name="r0_o03714"/>
          <p:cNvSpPr/>
          <p:nvPr/>
        </p:nvSpPr>
        <p:spPr>
          <a:xfrm>
            <a:off x="937880" y="596662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7" name="r0_o03715"/>
          <p:cNvSpPr/>
          <p:nvPr/>
        </p:nvSpPr>
        <p:spPr>
          <a:xfrm>
            <a:off x="949512" y="597700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8" name="r0_o03716"/>
          <p:cNvSpPr/>
          <p:nvPr/>
        </p:nvSpPr>
        <p:spPr>
          <a:xfrm>
            <a:off x="949512" y="597700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9" name="r0_o03717"/>
          <p:cNvSpPr/>
          <p:nvPr/>
        </p:nvSpPr>
        <p:spPr>
          <a:xfrm>
            <a:off x="990222" y="601480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20" name="r0_o03718"/>
          <p:cNvSpPr/>
          <p:nvPr/>
        </p:nvSpPr>
        <p:spPr>
          <a:xfrm>
            <a:off x="997667" y="602145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21" name="r0_o03719"/>
          <p:cNvSpPr/>
          <p:nvPr/>
        </p:nvSpPr>
        <p:spPr>
          <a:xfrm>
            <a:off x="997667" y="602145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722" name="r0_o03720"/>
          <p:cNvSpPr/>
          <p:nvPr/>
        </p:nvSpPr>
        <p:spPr>
          <a:xfrm flipV="1">
            <a:off x="719890" y="497789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3" name="r0_o03721"/>
          <p:cNvSpPr/>
          <p:nvPr/>
        </p:nvSpPr>
        <p:spPr>
          <a:xfrm flipV="1">
            <a:off x="2349170" y="536346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4" name="r0_o03722"/>
          <p:cNvSpPr/>
          <p:nvPr/>
        </p:nvSpPr>
        <p:spPr>
          <a:xfrm flipH="1" flipV="1">
            <a:off x="2123283" y="530364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5" name="r0_o03723"/>
          <p:cNvSpPr/>
          <p:nvPr/>
        </p:nvSpPr>
        <p:spPr>
          <a:xfrm>
            <a:off x="667028" y="526375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6" name="r0_o03724"/>
          <p:cNvSpPr/>
          <p:nvPr/>
        </p:nvSpPr>
        <p:spPr>
          <a:xfrm>
            <a:off x="2132892" y="494022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7" name="r0_o03725"/>
          <p:cNvSpPr/>
          <p:nvPr/>
        </p:nvSpPr>
        <p:spPr>
          <a:xfrm>
            <a:off x="1488877" y="518398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8" name="r0_o03726"/>
          <p:cNvSpPr/>
          <p:nvPr/>
        </p:nvSpPr>
        <p:spPr>
          <a:xfrm>
            <a:off x="1262980" y="5115280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29" name="r0_o03727"/>
          <p:cNvSpPr/>
          <p:nvPr/>
        </p:nvSpPr>
        <p:spPr>
          <a:xfrm>
            <a:off x="1714764" y="525267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0" name="r0_o03728"/>
          <p:cNvSpPr/>
          <p:nvPr/>
        </p:nvSpPr>
        <p:spPr>
          <a:xfrm flipV="1">
            <a:off x="2123283" y="529477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1" name="r0_o03729"/>
          <p:cNvSpPr/>
          <p:nvPr/>
        </p:nvSpPr>
        <p:spPr>
          <a:xfrm flipH="1" flipV="1">
            <a:off x="1541739" y="4906985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2" name="r0_o03730"/>
          <p:cNvSpPr/>
          <p:nvPr/>
        </p:nvSpPr>
        <p:spPr>
          <a:xfrm flipH="1" flipV="1">
            <a:off x="1945460" y="513966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3" name="r0_o03731"/>
          <p:cNvSpPr/>
          <p:nvPr/>
        </p:nvSpPr>
        <p:spPr>
          <a:xfrm flipV="1">
            <a:off x="671827" y="507317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4" name="r0_o03732"/>
          <p:cNvSpPr/>
          <p:nvPr/>
        </p:nvSpPr>
        <p:spPr>
          <a:xfrm>
            <a:off x="1118801" y="5401142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5" name="r0_o03733"/>
          <p:cNvSpPr/>
          <p:nvPr/>
        </p:nvSpPr>
        <p:spPr>
          <a:xfrm flipV="1">
            <a:off x="1219727" y="501999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6" name="r0_o03734"/>
          <p:cNvSpPr/>
          <p:nvPr/>
        </p:nvSpPr>
        <p:spPr>
          <a:xfrm flipH="1" flipV="1">
            <a:off x="993840" y="496016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7" name="r0_o03735"/>
          <p:cNvSpPr/>
          <p:nvPr/>
        </p:nvSpPr>
        <p:spPr>
          <a:xfrm>
            <a:off x="1858942" y="496681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8" name="r0_o03736"/>
          <p:cNvSpPr/>
          <p:nvPr/>
        </p:nvSpPr>
        <p:spPr>
          <a:xfrm flipV="1">
            <a:off x="945777" y="504658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39" name="r0_o03737"/>
          <p:cNvSpPr/>
          <p:nvPr/>
        </p:nvSpPr>
        <p:spPr>
          <a:xfrm>
            <a:off x="1762827" y="515739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0" name="r0_o03738"/>
          <p:cNvSpPr/>
          <p:nvPr/>
        </p:nvSpPr>
        <p:spPr>
          <a:xfrm flipH="1" flipV="1">
            <a:off x="623764" y="5177327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1" name="r0_o03739"/>
          <p:cNvSpPr/>
          <p:nvPr/>
        </p:nvSpPr>
        <p:spPr>
          <a:xfrm flipH="1" flipV="1">
            <a:off x="1445613" y="5097553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2" name="r0_o03740"/>
          <p:cNvSpPr/>
          <p:nvPr/>
        </p:nvSpPr>
        <p:spPr>
          <a:xfrm flipV="1">
            <a:off x="1719563" y="506209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3" name="r0_o03741"/>
          <p:cNvSpPr/>
          <p:nvPr/>
        </p:nvSpPr>
        <p:spPr>
          <a:xfrm flipV="1">
            <a:off x="1897397" y="522608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4" name="r0_o03742"/>
          <p:cNvSpPr/>
          <p:nvPr/>
        </p:nvSpPr>
        <p:spPr>
          <a:xfrm>
            <a:off x="2310726" y="510420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5" name="r0_o03743"/>
          <p:cNvSpPr/>
          <p:nvPr/>
        </p:nvSpPr>
        <p:spPr>
          <a:xfrm flipV="1">
            <a:off x="1815689" y="487153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6" name="r0_o03744"/>
          <p:cNvSpPr/>
          <p:nvPr/>
        </p:nvSpPr>
        <p:spPr>
          <a:xfrm flipV="1">
            <a:off x="1493676" y="499340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7" name="r0_o03745"/>
          <p:cNvSpPr/>
          <p:nvPr/>
        </p:nvSpPr>
        <p:spPr>
          <a:xfrm flipV="1">
            <a:off x="1945460" y="513080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8" name="r0_o03746"/>
          <p:cNvSpPr/>
          <p:nvPr/>
        </p:nvSpPr>
        <p:spPr>
          <a:xfrm flipV="1">
            <a:off x="1253371" y="546983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49" name="r0_o03747"/>
          <p:cNvSpPr/>
          <p:nvPr/>
        </p:nvSpPr>
        <p:spPr>
          <a:xfrm>
            <a:off x="1214927" y="521057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0" name="r0_o03748"/>
          <p:cNvSpPr/>
          <p:nvPr/>
        </p:nvSpPr>
        <p:spPr>
          <a:xfrm>
            <a:off x="1440814" y="527926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1" name="r0_o03749"/>
          <p:cNvSpPr/>
          <p:nvPr/>
        </p:nvSpPr>
        <p:spPr>
          <a:xfrm flipV="1">
            <a:off x="1575384" y="534795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2" name="r0_o03750"/>
          <p:cNvSpPr/>
          <p:nvPr/>
        </p:nvSpPr>
        <p:spPr>
          <a:xfrm flipH="1" flipV="1">
            <a:off x="1301434" y="538341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3" name="r0_o03751"/>
          <p:cNvSpPr/>
          <p:nvPr/>
        </p:nvSpPr>
        <p:spPr>
          <a:xfrm flipV="1">
            <a:off x="1349497" y="527926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4" name="r0_o03752"/>
          <p:cNvSpPr/>
          <p:nvPr/>
        </p:nvSpPr>
        <p:spPr>
          <a:xfrm>
            <a:off x="715081" y="5168463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5" name="r0_o03753"/>
          <p:cNvSpPr/>
          <p:nvPr/>
        </p:nvSpPr>
        <p:spPr>
          <a:xfrm flipH="1" flipV="1">
            <a:off x="1719563" y="5070962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6" name="r0_o03754"/>
          <p:cNvSpPr/>
          <p:nvPr/>
        </p:nvSpPr>
        <p:spPr>
          <a:xfrm flipH="1" flipV="1">
            <a:off x="2041576" y="494908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7" name="r0_o03755"/>
          <p:cNvSpPr/>
          <p:nvPr/>
        </p:nvSpPr>
        <p:spPr>
          <a:xfrm flipH="1" flipV="1">
            <a:off x="2267462" y="5017779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8" name="r0_o03756"/>
          <p:cNvSpPr/>
          <p:nvPr/>
        </p:nvSpPr>
        <p:spPr>
          <a:xfrm flipH="1" flipV="1">
            <a:off x="1171663" y="5124144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59" name="r0_o03757"/>
          <p:cNvSpPr/>
          <p:nvPr/>
        </p:nvSpPr>
        <p:spPr>
          <a:xfrm>
            <a:off x="811207" y="497789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0" name="r0_o03758"/>
          <p:cNvSpPr/>
          <p:nvPr/>
        </p:nvSpPr>
        <p:spPr>
          <a:xfrm flipV="1">
            <a:off x="1541739" y="489812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1" name="r0_o03759"/>
          <p:cNvSpPr/>
          <p:nvPr/>
        </p:nvSpPr>
        <p:spPr>
          <a:xfrm flipV="1">
            <a:off x="2397233" y="526818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2" name="r0_o03760"/>
          <p:cNvSpPr/>
          <p:nvPr/>
        </p:nvSpPr>
        <p:spPr>
          <a:xfrm flipV="1">
            <a:off x="445941" y="500448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3" name="r0_o03761"/>
          <p:cNvSpPr/>
          <p:nvPr/>
        </p:nvSpPr>
        <p:spPr>
          <a:xfrm>
            <a:off x="940978" y="523716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4" name="r0_o03762"/>
          <p:cNvSpPr/>
          <p:nvPr/>
        </p:nvSpPr>
        <p:spPr>
          <a:xfrm>
            <a:off x="763144" y="507317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5" name="r0_o03763"/>
          <p:cNvSpPr/>
          <p:nvPr/>
        </p:nvSpPr>
        <p:spPr>
          <a:xfrm>
            <a:off x="989030" y="5141872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6" name="r0_o03764"/>
          <p:cNvSpPr/>
          <p:nvPr/>
        </p:nvSpPr>
        <p:spPr>
          <a:xfrm flipV="1">
            <a:off x="1267790" y="492471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7" name="r0_o03765"/>
          <p:cNvSpPr/>
          <p:nvPr/>
        </p:nvSpPr>
        <p:spPr>
          <a:xfrm flipH="1" flipV="1">
            <a:off x="849661" y="524602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8" name="r0_o03766"/>
          <p:cNvSpPr/>
          <p:nvPr/>
        </p:nvSpPr>
        <p:spPr>
          <a:xfrm>
            <a:off x="1633056" y="489812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69" name="r0_o03767"/>
          <p:cNvSpPr/>
          <p:nvPr/>
        </p:nvSpPr>
        <p:spPr>
          <a:xfrm>
            <a:off x="2084829" y="5035507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0" name="r0_o03768"/>
          <p:cNvSpPr/>
          <p:nvPr/>
        </p:nvSpPr>
        <p:spPr>
          <a:xfrm flipV="1">
            <a:off x="801598" y="533244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1" name="r0_o03769"/>
          <p:cNvSpPr/>
          <p:nvPr/>
        </p:nvSpPr>
        <p:spPr>
          <a:xfrm flipH="1" flipV="1">
            <a:off x="1397560" y="519284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2" name="r0_o03770"/>
          <p:cNvSpPr/>
          <p:nvPr/>
        </p:nvSpPr>
        <p:spPr>
          <a:xfrm flipV="1">
            <a:off x="993840" y="495130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3" name="r0_o03771"/>
          <p:cNvSpPr/>
          <p:nvPr/>
        </p:nvSpPr>
        <p:spPr>
          <a:xfrm flipH="1" flipV="1">
            <a:off x="1493676" y="500226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4" name="r0_o03772"/>
          <p:cNvSpPr/>
          <p:nvPr/>
        </p:nvSpPr>
        <p:spPr>
          <a:xfrm flipV="1">
            <a:off x="849661" y="523716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5" name="r0_o03773"/>
          <p:cNvSpPr/>
          <p:nvPr/>
        </p:nvSpPr>
        <p:spPr>
          <a:xfrm flipV="1">
            <a:off x="1123611" y="521057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6" name="r0_o03774"/>
          <p:cNvSpPr/>
          <p:nvPr/>
        </p:nvSpPr>
        <p:spPr>
          <a:xfrm flipH="1" flipV="1">
            <a:off x="1897397" y="523494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7" name="r0_o03775"/>
          <p:cNvSpPr/>
          <p:nvPr/>
        </p:nvSpPr>
        <p:spPr>
          <a:xfrm flipV="1">
            <a:off x="1445613" y="508868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8" name="r0_o03776"/>
          <p:cNvSpPr/>
          <p:nvPr/>
        </p:nvSpPr>
        <p:spPr>
          <a:xfrm flipH="1" flipV="1">
            <a:off x="1815689" y="488039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79" name="r0_o03777"/>
          <p:cNvSpPr/>
          <p:nvPr/>
        </p:nvSpPr>
        <p:spPr>
          <a:xfrm>
            <a:off x="1940650" y="532136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0" name="r0_o03778"/>
          <p:cNvSpPr/>
          <p:nvPr/>
        </p:nvSpPr>
        <p:spPr>
          <a:xfrm flipV="1">
            <a:off x="1171663" y="511528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1" name="r0_o03779"/>
          <p:cNvSpPr/>
          <p:nvPr/>
        </p:nvSpPr>
        <p:spPr>
          <a:xfrm flipH="1" flipV="1">
            <a:off x="445941" y="501335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2" name="r0_o03780"/>
          <p:cNvSpPr/>
          <p:nvPr/>
        </p:nvSpPr>
        <p:spPr>
          <a:xfrm>
            <a:off x="1359106" y="492471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3" name="r0_o03781"/>
          <p:cNvSpPr/>
          <p:nvPr/>
        </p:nvSpPr>
        <p:spPr>
          <a:xfrm flipH="1" flipV="1">
            <a:off x="1671510" y="5166255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4" name="r0_o03782"/>
          <p:cNvSpPr/>
          <p:nvPr/>
        </p:nvSpPr>
        <p:spPr>
          <a:xfrm flipH="1" flipV="1">
            <a:off x="1123611" y="521943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5" name="r0_o03783"/>
          <p:cNvSpPr/>
          <p:nvPr/>
        </p:nvSpPr>
        <p:spPr>
          <a:xfrm flipH="1" flipV="1">
            <a:off x="1349497" y="528813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6" name="r0_o03784"/>
          <p:cNvSpPr/>
          <p:nvPr/>
        </p:nvSpPr>
        <p:spPr>
          <a:xfrm>
            <a:off x="1907006" y="487153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7" name="r0_o03785"/>
          <p:cNvSpPr/>
          <p:nvPr/>
        </p:nvSpPr>
        <p:spPr>
          <a:xfrm>
            <a:off x="1311043" y="501999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8" name="r0_o03786"/>
          <p:cNvSpPr/>
          <p:nvPr/>
        </p:nvSpPr>
        <p:spPr>
          <a:xfrm>
            <a:off x="1536930" y="5088689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89" name="r0_o03787"/>
          <p:cNvSpPr/>
          <p:nvPr/>
        </p:nvSpPr>
        <p:spPr>
          <a:xfrm>
            <a:off x="1392751" y="537455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0" name="r0_o03788"/>
          <p:cNvSpPr/>
          <p:nvPr/>
        </p:nvSpPr>
        <p:spPr>
          <a:xfrm>
            <a:off x="1166864" y="530585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1" name="r0_o03789"/>
          <p:cNvSpPr/>
          <p:nvPr/>
        </p:nvSpPr>
        <p:spPr>
          <a:xfrm flipV="1">
            <a:off x="2075220" y="539006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2" name="r0_o03790"/>
          <p:cNvSpPr/>
          <p:nvPr/>
        </p:nvSpPr>
        <p:spPr>
          <a:xfrm flipV="1">
            <a:off x="1767626" y="496681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3" name="r0_o03791"/>
          <p:cNvSpPr/>
          <p:nvPr/>
        </p:nvSpPr>
        <p:spPr>
          <a:xfrm flipV="1">
            <a:off x="1671510" y="515739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4" name="r0_o03792"/>
          <p:cNvSpPr/>
          <p:nvPr/>
        </p:nvSpPr>
        <p:spPr>
          <a:xfrm>
            <a:off x="2036776" y="513080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5" name="r0_o03793"/>
          <p:cNvSpPr/>
          <p:nvPr/>
        </p:nvSpPr>
        <p:spPr>
          <a:xfrm flipH="1" flipV="1">
            <a:off x="1027485" y="541000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6" name="r0_o03794"/>
          <p:cNvSpPr/>
          <p:nvPr/>
        </p:nvSpPr>
        <p:spPr>
          <a:xfrm flipV="1">
            <a:off x="1027485" y="540114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7" name="r0_o03795"/>
          <p:cNvSpPr/>
          <p:nvPr/>
        </p:nvSpPr>
        <p:spPr>
          <a:xfrm flipV="1">
            <a:off x="979422" y="549642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8" name="r0_o03796"/>
          <p:cNvSpPr/>
          <p:nvPr/>
        </p:nvSpPr>
        <p:spPr>
          <a:xfrm>
            <a:off x="2262663" y="519949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799" name="r0_o03797"/>
          <p:cNvSpPr/>
          <p:nvPr/>
        </p:nvSpPr>
        <p:spPr>
          <a:xfrm flipV="1">
            <a:off x="2171346" y="519949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0" name="r0_o03798"/>
          <p:cNvSpPr/>
          <p:nvPr/>
        </p:nvSpPr>
        <p:spPr>
          <a:xfrm flipH="1" flipV="1">
            <a:off x="1767626" y="497567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1" name="r0_o03799"/>
          <p:cNvSpPr/>
          <p:nvPr/>
        </p:nvSpPr>
        <p:spPr>
          <a:xfrm>
            <a:off x="1988713" y="522608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2" name="r0_o03800"/>
          <p:cNvSpPr/>
          <p:nvPr/>
        </p:nvSpPr>
        <p:spPr>
          <a:xfrm flipV="1">
            <a:off x="1527321" y="544324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3" name="r0_o03801"/>
          <p:cNvSpPr/>
          <p:nvPr/>
        </p:nvSpPr>
        <p:spPr>
          <a:xfrm flipV="1">
            <a:off x="1993513" y="503550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4" name="r0_o03802"/>
          <p:cNvSpPr/>
          <p:nvPr/>
        </p:nvSpPr>
        <p:spPr>
          <a:xfrm flipH="1" flipV="1">
            <a:off x="1575384" y="535682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5" name="r0_o03803"/>
          <p:cNvSpPr/>
          <p:nvPr/>
        </p:nvSpPr>
        <p:spPr>
          <a:xfrm flipV="1">
            <a:off x="1801271" y="541665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6" name="r0_o03804"/>
          <p:cNvSpPr/>
          <p:nvPr/>
        </p:nvSpPr>
        <p:spPr>
          <a:xfrm flipH="1" flipV="1">
            <a:off x="1623447" y="526153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7" name="r0_o03805"/>
          <p:cNvSpPr/>
          <p:nvPr/>
        </p:nvSpPr>
        <p:spPr>
          <a:xfrm>
            <a:off x="844851" y="542773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8" name="r0_o03806"/>
          <p:cNvSpPr/>
          <p:nvPr/>
        </p:nvSpPr>
        <p:spPr>
          <a:xfrm>
            <a:off x="1666701" y="534795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09" name="r0_o03807"/>
          <p:cNvSpPr/>
          <p:nvPr/>
        </p:nvSpPr>
        <p:spPr>
          <a:xfrm flipH="1" flipV="1">
            <a:off x="1993513" y="5044370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0" name="r0_o03808"/>
          <p:cNvSpPr/>
          <p:nvPr/>
        </p:nvSpPr>
        <p:spPr>
          <a:xfrm>
            <a:off x="1810879" y="5062098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1" name="r0_o03809"/>
          <p:cNvSpPr/>
          <p:nvPr/>
        </p:nvSpPr>
        <p:spPr>
          <a:xfrm flipH="1" flipV="1">
            <a:off x="719890" y="498675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2" name="r0_o03810"/>
          <p:cNvSpPr/>
          <p:nvPr/>
        </p:nvSpPr>
        <p:spPr>
          <a:xfrm flipH="1" flipV="1">
            <a:off x="2445296" y="5181765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3" name="r0_o03811"/>
          <p:cNvSpPr/>
          <p:nvPr/>
        </p:nvSpPr>
        <p:spPr>
          <a:xfrm>
            <a:off x="537257" y="5004486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4" name="r0_o03812"/>
          <p:cNvSpPr/>
          <p:nvPr/>
        </p:nvSpPr>
        <p:spPr>
          <a:xfrm>
            <a:off x="1584993" y="499340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5" name="r0_o03813"/>
          <p:cNvSpPr/>
          <p:nvPr/>
        </p:nvSpPr>
        <p:spPr>
          <a:xfrm>
            <a:off x="1085156" y="495130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6" name="r0_o03814"/>
          <p:cNvSpPr/>
          <p:nvPr/>
        </p:nvSpPr>
        <p:spPr>
          <a:xfrm flipH="1" flipV="1">
            <a:off x="945777" y="505545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7" name="r0_o03815"/>
          <p:cNvSpPr/>
          <p:nvPr/>
        </p:nvSpPr>
        <p:spPr>
          <a:xfrm flipH="1" flipV="1">
            <a:off x="2219409" y="511307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8" name="r0_o03816"/>
          <p:cNvSpPr/>
          <p:nvPr/>
        </p:nvSpPr>
        <p:spPr>
          <a:xfrm>
            <a:off x="1037093" y="504658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19" name="r0_o03817"/>
          <p:cNvSpPr/>
          <p:nvPr/>
        </p:nvSpPr>
        <p:spPr>
          <a:xfrm flipV="1">
            <a:off x="1623447" y="525267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0" name="r0_o03818"/>
          <p:cNvSpPr/>
          <p:nvPr/>
        </p:nvSpPr>
        <p:spPr>
          <a:xfrm flipV="1">
            <a:off x="1397560" y="518398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1" name="r0_o03819"/>
          <p:cNvSpPr/>
          <p:nvPr/>
        </p:nvSpPr>
        <p:spPr>
          <a:xfrm flipV="1">
            <a:off x="897714" y="514187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2" name="r0_o03820"/>
          <p:cNvSpPr/>
          <p:nvPr/>
        </p:nvSpPr>
        <p:spPr>
          <a:xfrm flipH="1" flipV="1">
            <a:off x="1849334" y="533023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3" name="r0_o03821"/>
          <p:cNvSpPr/>
          <p:nvPr/>
        </p:nvSpPr>
        <p:spPr>
          <a:xfrm flipV="1">
            <a:off x="2041576" y="494022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4" name="r0_o03822"/>
          <p:cNvSpPr/>
          <p:nvPr/>
        </p:nvSpPr>
        <p:spPr>
          <a:xfrm flipH="1" flipV="1">
            <a:off x="1267790" y="493357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5" name="r0_o03823"/>
          <p:cNvSpPr/>
          <p:nvPr/>
        </p:nvSpPr>
        <p:spPr>
          <a:xfrm flipH="1" flipV="1">
            <a:off x="2171346" y="520835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6" name="r0_o03824"/>
          <p:cNvSpPr/>
          <p:nvPr/>
        </p:nvSpPr>
        <p:spPr>
          <a:xfrm flipH="1" flipV="1">
            <a:off x="671827" y="508204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7" name="r0_o03825"/>
          <p:cNvSpPr/>
          <p:nvPr/>
        </p:nvSpPr>
        <p:spPr>
          <a:xfrm>
            <a:off x="2214600" y="529477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8" name="r0_o03826"/>
          <p:cNvSpPr/>
          <p:nvPr/>
        </p:nvSpPr>
        <p:spPr>
          <a:xfrm flipV="1">
            <a:off x="623764" y="516846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29" name="r0_o03827"/>
          <p:cNvSpPr/>
          <p:nvPr/>
        </p:nvSpPr>
        <p:spPr>
          <a:xfrm flipH="1" flipV="1">
            <a:off x="1075548" y="531472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0" name="r0_o03828"/>
          <p:cNvSpPr/>
          <p:nvPr/>
        </p:nvSpPr>
        <p:spPr>
          <a:xfrm>
            <a:off x="489194" y="509977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1" name="r0_o03829"/>
          <p:cNvSpPr/>
          <p:nvPr/>
        </p:nvSpPr>
        <p:spPr>
          <a:xfrm flipV="1">
            <a:off x="1301434" y="537455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2" name="r0_o03830"/>
          <p:cNvSpPr/>
          <p:nvPr/>
        </p:nvSpPr>
        <p:spPr>
          <a:xfrm flipH="1" flipV="1">
            <a:off x="801598" y="534131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3" name="r0_o03831"/>
          <p:cNvSpPr/>
          <p:nvPr/>
        </p:nvSpPr>
        <p:spPr>
          <a:xfrm flipH="1" flipV="1">
            <a:off x="897714" y="5150736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4" name="r0_o03832"/>
          <p:cNvSpPr/>
          <p:nvPr/>
        </p:nvSpPr>
        <p:spPr>
          <a:xfrm flipV="1">
            <a:off x="1849334" y="532136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5" name="r0_o03833"/>
          <p:cNvSpPr/>
          <p:nvPr/>
        </p:nvSpPr>
        <p:spPr>
          <a:xfrm>
            <a:off x="892914" y="533244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6" name="r0_o03834"/>
          <p:cNvSpPr/>
          <p:nvPr/>
        </p:nvSpPr>
        <p:spPr>
          <a:xfrm flipH="1" flipV="1">
            <a:off x="1219727" y="502886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7" name="r0_o03835"/>
          <p:cNvSpPr/>
          <p:nvPr/>
        </p:nvSpPr>
        <p:spPr>
          <a:xfrm flipV="1">
            <a:off x="1075548" y="530585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8" name="r0_o03836"/>
          <p:cNvSpPr/>
          <p:nvPr/>
        </p:nvSpPr>
        <p:spPr>
          <a:xfrm flipV="1">
            <a:off x="2219409" y="510420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39" name="r0_o03837"/>
          <p:cNvSpPr/>
          <p:nvPr/>
        </p:nvSpPr>
        <p:spPr>
          <a:xfrm flipH="1" flipV="1">
            <a:off x="2397233" y="5277049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3840" name="r0_o03838"/>
          <p:cNvSpPr/>
          <p:nvPr/>
        </p:nvSpPr>
        <p:spPr>
          <a:xfrm>
            <a:off x="1865464" y="482998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1" name="r0_o03839"/>
          <p:cNvSpPr/>
          <p:nvPr/>
        </p:nvSpPr>
        <p:spPr>
          <a:xfrm>
            <a:off x="1877096" y="484037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2" name="r0_o03840"/>
          <p:cNvSpPr/>
          <p:nvPr/>
        </p:nvSpPr>
        <p:spPr>
          <a:xfrm>
            <a:off x="1877096" y="484037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3" name="r0_o03841"/>
          <p:cNvSpPr/>
          <p:nvPr/>
        </p:nvSpPr>
        <p:spPr>
          <a:xfrm>
            <a:off x="1917806" y="487817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4" name="r0_o03842"/>
          <p:cNvSpPr/>
          <p:nvPr/>
        </p:nvSpPr>
        <p:spPr>
          <a:xfrm>
            <a:off x="1925251" y="488482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5" name="r0_o03843"/>
          <p:cNvSpPr/>
          <p:nvPr/>
        </p:nvSpPr>
        <p:spPr>
          <a:xfrm>
            <a:off x="1925251" y="488482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6" name="r0_o03844"/>
          <p:cNvSpPr/>
          <p:nvPr/>
        </p:nvSpPr>
        <p:spPr>
          <a:xfrm>
            <a:off x="1774147" y="483885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7" name="r0_o03845"/>
          <p:cNvSpPr/>
          <p:nvPr/>
        </p:nvSpPr>
        <p:spPr>
          <a:xfrm>
            <a:off x="1785779" y="484923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8" name="r0_o03846"/>
          <p:cNvSpPr/>
          <p:nvPr/>
        </p:nvSpPr>
        <p:spPr>
          <a:xfrm>
            <a:off x="1785779" y="484923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9" name="r0_o03847"/>
          <p:cNvSpPr/>
          <p:nvPr/>
        </p:nvSpPr>
        <p:spPr>
          <a:xfrm>
            <a:off x="1826490" y="488704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0" name="r0_o03848"/>
          <p:cNvSpPr/>
          <p:nvPr/>
        </p:nvSpPr>
        <p:spPr>
          <a:xfrm>
            <a:off x="1833934" y="489368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1" name="r0_o03849"/>
          <p:cNvSpPr/>
          <p:nvPr/>
        </p:nvSpPr>
        <p:spPr>
          <a:xfrm>
            <a:off x="1833934" y="489368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2" name="r0_o03850"/>
          <p:cNvSpPr/>
          <p:nvPr/>
        </p:nvSpPr>
        <p:spPr>
          <a:xfrm>
            <a:off x="1591514" y="485658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3" name="r0_o03851"/>
          <p:cNvSpPr/>
          <p:nvPr/>
        </p:nvSpPr>
        <p:spPr>
          <a:xfrm>
            <a:off x="1603146" y="486696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4" name="r0_o03852"/>
          <p:cNvSpPr/>
          <p:nvPr/>
        </p:nvSpPr>
        <p:spPr>
          <a:xfrm>
            <a:off x="1603146" y="486696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5" name="r0_o03853"/>
          <p:cNvSpPr/>
          <p:nvPr/>
        </p:nvSpPr>
        <p:spPr>
          <a:xfrm>
            <a:off x="1643857" y="490476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6" name="r0_o03854"/>
          <p:cNvSpPr/>
          <p:nvPr/>
        </p:nvSpPr>
        <p:spPr>
          <a:xfrm>
            <a:off x="1651301" y="491141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7" name="r0_o03855"/>
          <p:cNvSpPr/>
          <p:nvPr/>
        </p:nvSpPr>
        <p:spPr>
          <a:xfrm>
            <a:off x="1651301" y="491141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8" name="r0_o03856"/>
          <p:cNvSpPr/>
          <p:nvPr/>
        </p:nvSpPr>
        <p:spPr>
          <a:xfrm>
            <a:off x="1500198" y="486544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9" name="r0_o03857"/>
          <p:cNvSpPr/>
          <p:nvPr/>
        </p:nvSpPr>
        <p:spPr>
          <a:xfrm>
            <a:off x="1511829" y="487582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0" name="r0_o03858"/>
          <p:cNvSpPr/>
          <p:nvPr/>
        </p:nvSpPr>
        <p:spPr>
          <a:xfrm>
            <a:off x="1511829" y="487582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1" name="r0_o03859"/>
          <p:cNvSpPr/>
          <p:nvPr/>
        </p:nvSpPr>
        <p:spPr>
          <a:xfrm>
            <a:off x="1552540" y="491363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2" name="r0_o03860"/>
          <p:cNvSpPr/>
          <p:nvPr/>
        </p:nvSpPr>
        <p:spPr>
          <a:xfrm>
            <a:off x="1559984" y="492027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3" name="r0_o03861"/>
          <p:cNvSpPr/>
          <p:nvPr/>
        </p:nvSpPr>
        <p:spPr>
          <a:xfrm>
            <a:off x="1559984" y="492027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4" name="r0_o03862"/>
          <p:cNvSpPr/>
          <p:nvPr/>
        </p:nvSpPr>
        <p:spPr>
          <a:xfrm>
            <a:off x="1317565" y="488317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5" name="r0_o03863"/>
          <p:cNvSpPr/>
          <p:nvPr/>
        </p:nvSpPr>
        <p:spPr>
          <a:xfrm>
            <a:off x="1329196" y="489355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6" name="r0_o03864"/>
          <p:cNvSpPr/>
          <p:nvPr/>
        </p:nvSpPr>
        <p:spPr>
          <a:xfrm>
            <a:off x="1329196" y="489355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7" name="r0_o03865"/>
          <p:cNvSpPr/>
          <p:nvPr/>
        </p:nvSpPr>
        <p:spPr>
          <a:xfrm>
            <a:off x="1369907" y="493135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8" name="r0_o03866"/>
          <p:cNvSpPr/>
          <p:nvPr/>
        </p:nvSpPr>
        <p:spPr>
          <a:xfrm>
            <a:off x="1377351" y="493800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9" name="r0_o03867"/>
          <p:cNvSpPr/>
          <p:nvPr/>
        </p:nvSpPr>
        <p:spPr>
          <a:xfrm>
            <a:off x="1377351" y="493800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0" name="r0_o03868"/>
          <p:cNvSpPr/>
          <p:nvPr/>
        </p:nvSpPr>
        <p:spPr>
          <a:xfrm>
            <a:off x="1226248" y="489203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1" name="r0_o03869"/>
          <p:cNvSpPr/>
          <p:nvPr/>
        </p:nvSpPr>
        <p:spPr>
          <a:xfrm>
            <a:off x="1237880" y="490242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2" name="r0_o03870"/>
          <p:cNvSpPr/>
          <p:nvPr/>
        </p:nvSpPr>
        <p:spPr>
          <a:xfrm>
            <a:off x="1237880" y="490242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3" name="r0_o03871"/>
          <p:cNvSpPr/>
          <p:nvPr/>
        </p:nvSpPr>
        <p:spPr>
          <a:xfrm>
            <a:off x="1278590" y="494022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4" name="r0_o03872"/>
          <p:cNvSpPr/>
          <p:nvPr/>
        </p:nvSpPr>
        <p:spPr>
          <a:xfrm>
            <a:off x="1286035" y="494687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5" name="r0_o03873"/>
          <p:cNvSpPr/>
          <p:nvPr/>
        </p:nvSpPr>
        <p:spPr>
          <a:xfrm>
            <a:off x="1286035" y="494687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6" name="r0_o03874"/>
          <p:cNvSpPr/>
          <p:nvPr/>
        </p:nvSpPr>
        <p:spPr>
          <a:xfrm>
            <a:off x="2091351" y="489868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7" name="r0_o03875"/>
          <p:cNvSpPr/>
          <p:nvPr/>
        </p:nvSpPr>
        <p:spPr>
          <a:xfrm>
            <a:off x="2102982" y="490906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8" name="r0_o03876"/>
          <p:cNvSpPr/>
          <p:nvPr/>
        </p:nvSpPr>
        <p:spPr>
          <a:xfrm>
            <a:off x="2102982" y="490906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9" name="r0_o03877"/>
          <p:cNvSpPr/>
          <p:nvPr/>
        </p:nvSpPr>
        <p:spPr>
          <a:xfrm>
            <a:off x="2143693" y="494686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0" name="r0_o03878"/>
          <p:cNvSpPr/>
          <p:nvPr/>
        </p:nvSpPr>
        <p:spPr>
          <a:xfrm>
            <a:off x="2151137" y="495351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1" name="r0_o03879"/>
          <p:cNvSpPr/>
          <p:nvPr/>
        </p:nvSpPr>
        <p:spPr>
          <a:xfrm>
            <a:off x="2151137" y="495351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2" name="r0_o03880"/>
          <p:cNvSpPr/>
          <p:nvPr/>
        </p:nvSpPr>
        <p:spPr>
          <a:xfrm>
            <a:off x="2000034" y="490754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3" name="r0_o03881"/>
          <p:cNvSpPr/>
          <p:nvPr/>
        </p:nvSpPr>
        <p:spPr>
          <a:xfrm>
            <a:off x="2011666" y="491793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4" name="r0_o03882"/>
          <p:cNvSpPr/>
          <p:nvPr/>
        </p:nvSpPr>
        <p:spPr>
          <a:xfrm>
            <a:off x="2011666" y="491793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5" name="r0_o03883"/>
          <p:cNvSpPr/>
          <p:nvPr/>
        </p:nvSpPr>
        <p:spPr>
          <a:xfrm>
            <a:off x="1043615" y="490976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6" name="r0_o03884"/>
          <p:cNvSpPr/>
          <p:nvPr/>
        </p:nvSpPr>
        <p:spPr>
          <a:xfrm>
            <a:off x="1055247" y="492014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7" name="r0_o03885"/>
          <p:cNvSpPr/>
          <p:nvPr/>
        </p:nvSpPr>
        <p:spPr>
          <a:xfrm>
            <a:off x="1055247" y="492014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8" name="r0_o03886"/>
          <p:cNvSpPr/>
          <p:nvPr/>
        </p:nvSpPr>
        <p:spPr>
          <a:xfrm>
            <a:off x="1095957" y="495795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9" name="r0_o03887"/>
          <p:cNvSpPr/>
          <p:nvPr/>
        </p:nvSpPr>
        <p:spPr>
          <a:xfrm>
            <a:off x="1103402" y="496459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0" name="r0_o03888"/>
          <p:cNvSpPr/>
          <p:nvPr/>
        </p:nvSpPr>
        <p:spPr>
          <a:xfrm>
            <a:off x="1103402" y="496459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1" name="r0_o03889"/>
          <p:cNvSpPr/>
          <p:nvPr/>
        </p:nvSpPr>
        <p:spPr>
          <a:xfrm>
            <a:off x="952298" y="491862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2" name="r0_o03890"/>
          <p:cNvSpPr/>
          <p:nvPr/>
        </p:nvSpPr>
        <p:spPr>
          <a:xfrm>
            <a:off x="963930" y="492901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3" name="r0_o03891"/>
          <p:cNvSpPr/>
          <p:nvPr/>
        </p:nvSpPr>
        <p:spPr>
          <a:xfrm>
            <a:off x="963930" y="492901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4" name="r0_o03892"/>
          <p:cNvSpPr/>
          <p:nvPr/>
        </p:nvSpPr>
        <p:spPr>
          <a:xfrm>
            <a:off x="1004641" y="496681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5" name="r0_o03893"/>
          <p:cNvSpPr/>
          <p:nvPr/>
        </p:nvSpPr>
        <p:spPr>
          <a:xfrm>
            <a:off x="1012085" y="4973461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6" name="r0_o03894"/>
          <p:cNvSpPr/>
          <p:nvPr/>
        </p:nvSpPr>
        <p:spPr>
          <a:xfrm>
            <a:off x="1012085" y="4973461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7" name="r0_o03895"/>
          <p:cNvSpPr/>
          <p:nvPr/>
        </p:nvSpPr>
        <p:spPr>
          <a:xfrm>
            <a:off x="1817401" y="492527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8" name="r0_o03896"/>
          <p:cNvSpPr/>
          <p:nvPr/>
        </p:nvSpPr>
        <p:spPr>
          <a:xfrm>
            <a:off x="1829033" y="493565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9" name="r0_o03897"/>
          <p:cNvSpPr/>
          <p:nvPr/>
        </p:nvSpPr>
        <p:spPr>
          <a:xfrm>
            <a:off x="1829033" y="493565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0" name="r0_o03898"/>
          <p:cNvSpPr/>
          <p:nvPr/>
        </p:nvSpPr>
        <p:spPr>
          <a:xfrm>
            <a:off x="1726084" y="493413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1" name="r0_o03899"/>
          <p:cNvSpPr/>
          <p:nvPr/>
        </p:nvSpPr>
        <p:spPr>
          <a:xfrm>
            <a:off x="1737716" y="494452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2" name="r0_o03900"/>
          <p:cNvSpPr/>
          <p:nvPr/>
        </p:nvSpPr>
        <p:spPr>
          <a:xfrm>
            <a:off x="1737716" y="494452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3" name="r0_o03901"/>
          <p:cNvSpPr/>
          <p:nvPr/>
        </p:nvSpPr>
        <p:spPr>
          <a:xfrm>
            <a:off x="769665" y="493635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4" name="r0_o03902"/>
          <p:cNvSpPr/>
          <p:nvPr/>
        </p:nvSpPr>
        <p:spPr>
          <a:xfrm>
            <a:off x="781297" y="494673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5" name="r0_o03903"/>
          <p:cNvSpPr/>
          <p:nvPr/>
        </p:nvSpPr>
        <p:spPr>
          <a:xfrm>
            <a:off x="781297" y="494673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6" name="r0_o03904"/>
          <p:cNvSpPr/>
          <p:nvPr/>
        </p:nvSpPr>
        <p:spPr>
          <a:xfrm>
            <a:off x="822008" y="498454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7" name="r0_o03905"/>
          <p:cNvSpPr/>
          <p:nvPr/>
        </p:nvSpPr>
        <p:spPr>
          <a:xfrm>
            <a:off x="829452" y="499118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8" name="r0_o03906"/>
          <p:cNvSpPr/>
          <p:nvPr/>
        </p:nvSpPr>
        <p:spPr>
          <a:xfrm>
            <a:off x="829452" y="499118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9" name="r0_o03907"/>
          <p:cNvSpPr/>
          <p:nvPr/>
        </p:nvSpPr>
        <p:spPr>
          <a:xfrm>
            <a:off x="678349" y="494521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0" name="r0_o03908"/>
          <p:cNvSpPr/>
          <p:nvPr/>
        </p:nvSpPr>
        <p:spPr>
          <a:xfrm>
            <a:off x="689980" y="495560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1" name="r0_o03909"/>
          <p:cNvSpPr/>
          <p:nvPr/>
        </p:nvSpPr>
        <p:spPr>
          <a:xfrm>
            <a:off x="689980" y="495560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2" name="r0_o03910"/>
          <p:cNvSpPr/>
          <p:nvPr/>
        </p:nvSpPr>
        <p:spPr>
          <a:xfrm>
            <a:off x="730691" y="499340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3" name="r0_o03911"/>
          <p:cNvSpPr/>
          <p:nvPr/>
        </p:nvSpPr>
        <p:spPr>
          <a:xfrm>
            <a:off x="738135" y="500005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4" name="r0_o03912"/>
          <p:cNvSpPr/>
          <p:nvPr/>
        </p:nvSpPr>
        <p:spPr>
          <a:xfrm>
            <a:off x="738135" y="500005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5" name="r0_o03913"/>
          <p:cNvSpPr/>
          <p:nvPr/>
        </p:nvSpPr>
        <p:spPr>
          <a:xfrm>
            <a:off x="1543451" y="495186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6" name="r0_o03914"/>
          <p:cNvSpPr/>
          <p:nvPr/>
        </p:nvSpPr>
        <p:spPr>
          <a:xfrm>
            <a:off x="1555083" y="496224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7" name="r0_o03915"/>
          <p:cNvSpPr/>
          <p:nvPr/>
        </p:nvSpPr>
        <p:spPr>
          <a:xfrm>
            <a:off x="1555083" y="496224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8" name="r0_o03916"/>
          <p:cNvSpPr/>
          <p:nvPr/>
        </p:nvSpPr>
        <p:spPr>
          <a:xfrm>
            <a:off x="1452135" y="496072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9" name="r0_o03917"/>
          <p:cNvSpPr/>
          <p:nvPr/>
        </p:nvSpPr>
        <p:spPr>
          <a:xfrm>
            <a:off x="1463766" y="497111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0" name="r0_o03918"/>
          <p:cNvSpPr/>
          <p:nvPr/>
        </p:nvSpPr>
        <p:spPr>
          <a:xfrm>
            <a:off x="1463766" y="497111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1" name="r0_o03919"/>
          <p:cNvSpPr/>
          <p:nvPr/>
        </p:nvSpPr>
        <p:spPr>
          <a:xfrm>
            <a:off x="495716" y="496294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2" name="r0_o03920"/>
          <p:cNvSpPr/>
          <p:nvPr/>
        </p:nvSpPr>
        <p:spPr>
          <a:xfrm>
            <a:off x="507347" y="497333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3" name="r0_o03921"/>
          <p:cNvSpPr/>
          <p:nvPr/>
        </p:nvSpPr>
        <p:spPr>
          <a:xfrm>
            <a:off x="507347" y="497333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4" name="r0_o03922"/>
          <p:cNvSpPr/>
          <p:nvPr/>
        </p:nvSpPr>
        <p:spPr>
          <a:xfrm>
            <a:off x="548058" y="501113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5" name="r0_o03923"/>
          <p:cNvSpPr/>
          <p:nvPr/>
        </p:nvSpPr>
        <p:spPr>
          <a:xfrm>
            <a:off x="555502" y="501778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6" name="r0_o03924"/>
          <p:cNvSpPr/>
          <p:nvPr/>
        </p:nvSpPr>
        <p:spPr>
          <a:xfrm>
            <a:off x="555502" y="501778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7" name="r0_o03925"/>
          <p:cNvSpPr/>
          <p:nvPr/>
        </p:nvSpPr>
        <p:spPr>
          <a:xfrm>
            <a:off x="404399" y="497180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8" name="r0_o03926"/>
          <p:cNvSpPr/>
          <p:nvPr/>
        </p:nvSpPr>
        <p:spPr>
          <a:xfrm>
            <a:off x="416031" y="498219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9" name="r0_o03927"/>
          <p:cNvSpPr/>
          <p:nvPr/>
        </p:nvSpPr>
        <p:spPr>
          <a:xfrm>
            <a:off x="416031" y="498219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0" name="r0_o03928"/>
          <p:cNvSpPr/>
          <p:nvPr/>
        </p:nvSpPr>
        <p:spPr>
          <a:xfrm>
            <a:off x="456741" y="501999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1" name="r0_o03929"/>
          <p:cNvSpPr/>
          <p:nvPr/>
        </p:nvSpPr>
        <p:spPr>
          <a:xfrm>
            <a:off x="464186" y="502664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2" name="r0_o03930"/>
          <p:cNvSpPr/>
          <p:nvPr/>
        </p:nvSpPr>
        <p:spPr>
          <a:xfrm>
            <a:off x="464186" y="502664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3" name="r0_o03931"/>
          <p:cNvSpPr/>
          <p:nvPr/>
        </p:nvSpPr>
        <p:spPr>
          <a:xfrm>
            <a:off x="2225921" y="497623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4" name="r0_o03932"/>
          <p:cNvSpPr/>
          <p:nvPr/>
        </p:nvSpPr>
        <p:spPr>
          <a:xfrm>
            <a:off x="2237552" y="498662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5" name="r0_o03933"/>
          <p:cNvSpPr/>
          <p:nvPr/>
        </p:nvSpPr>
        <p:spPr>
          <a:xfrm>
            <a:off x="2237552" y="498662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6" name="r0_o03934"/>
          <p:cNvSpPr/>
          <p:nvPr/>
        </p:nvSpPr>
        <p:spPr>
          <a:xfrm>
            <a:off x="2278263" y="502442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7" name="r0_o03935"/>
          <p:cNvSpPr/>
          <p:nvPr/>
        </p:nvSpPr>
        <p:spPr>
          <a:xfrm>
            <a:off x="2285707" y="503107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8" name="r0_o03936"/>
          <p:cNvSpPr/>
          <p:nvPr/>
        </p:nvSpPr>
        <p:spPr>
          <a:xfrm>
            <a:off x="2285707" y="503107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9" name="r0_o03937"/>
          <p:cNvSpPr/>
          <p:nvPr/>
        </p:nvSpPr>
        <p:spPr>
          <a:xfrm>
            <a:off x="1269502" y="497845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0" name="r0_o03938"/>
          <p:cNvSpPr/>
          <p:nvPr/>
        </p:nvSpPr>
        <p:spPr>
          <a:xfrm>
            <a:off x="1281133" y="498884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1" name="r0_o03939"/>
          <p:cNvSpPr/>
          <p:nvPr/>
        </p:nvSpPr>
        <p:spPr>
          <a:xfrm>
            <a:off x="1281133" y="498884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2" name="r0_o03940"/>
          <p:cNvSpPr/>
          <p:nvPr/>
        </p:nvSpPr>
        <p:spPr>
          <a:xfrm>
            <a:off x="1178185" y="498731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3" name="r0_o03941"/>
          <p:cNvSpPr/>
          <p:nvPr/>
        </p:nvSpPr>
        <p:spPr>
          <a:xfrm>
            <a:off x="1189817" y="499770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4" name="r0_o03942"/>
          <p:cNvSpPr/>
          <p:nvPr/>
        </p:nvSpPr>
        <p:spPr>
          <a:xfrm>
            <a:off x="1189817" y="499770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5" name="r0_o03943"/>
          <p:cNvSpPr/>
          <p:nvPr/>
        </p:nvSpPr>
        <p:spPr>
          <a:xfrm>
            <a:off x="2043288" y="499396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6" name="r0_o03944"/>
          <p:cNvSpPr/>
          <p:nvPr/>
        </p:nvSpPr>
        <p:spPr>
          <a:xfrm>
            <a:off x="2054919" y="500435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7" name="r0_o03945"/>
          <p:cNvSpPr/>
          <p:nvPr/>
        </p:nvSpPr>
        <p:spPr>
          <a:xfrm>
            <a:off x="2054919" y="500435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8" name="r0_o03946"/>
          <p:cNvSpPr/>
          <p:nvPr/>
        </p:nvSpPr>
        <p:spPr>
          <a:xfrm>
            <a:off x="1951971" y="500282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9" name="r0_o03947"/>
          <p:cNvSpPr/>
          <p:nvPr/>
        </p:nvSpPr>
        <p:spPr>
          <a:xfrm>
            <a:off x="1963603" y="501321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0" name="r0_o03948"/>
          <p:cNvSpPr/>
          <p:nvPr/>
        </p:nvSpPr>
        <p:spPr>
          <a:xfrm>
            <a:off x="1963603" y="501321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1" name="r0_o03949"/>
          <p:cNvSpPr/>
          <p:nvPr/>
        </p:nvSpPr>
        <p:spPr>
          <a:xfrm>
            <a:off x="995552" y="500504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2" name="r0_o03950"/>
          <p:cNvSpPr/>
          <p:nvPr/>
        </p:nvSpPr>
        <p:spPr>
          <a:xfrm>
            <a:off x="1007183" y="501543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3" name="r0_o03951"/>
          <p:cNvSpPr/>
          <p:nvPr/>
        </p:nvSpPr>
        <p:spPr>
          <a:xfrm>
            <a:off x="1007183" y="501543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4" name="r0_o03952"/>
          <p:cNvSpPr/>
          <p:nvPr/>
        </p:nvSpPr>
        <p:spPr>
          <a:xfrm>
            <a:off x="904235" y="501391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5" name="r0_o03953"/>
          <p:cNvSpPr/>
          <p:nvPr/>
        </p:nvSpPr>
        <p:spPr>
          <a:xfrm>
            <a:off x="915867" y="502429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6" name="r0_o03954"/>
          <p:cNvSpPr/>
          <p:nvPr/>
        </p:nvSpPr>
        <p:spPr>
          <a:xfrm>
            <a:off x="915867" y="502429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7" name="r0_o03955"/>
          <p:cNvSpPr/>
          <p:nvPr/>
        </p:nvSpPr>
        <p:spPr>
          <a:xfrm>
            <a:off x="1769338" y="502055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8" name="r0_o03956"/>
          <p:cNvSpPr/>
          <p:nvPr/>
        </p:nvSpPr>
        <p:spPr>
          <a:xfrm>
            <a:off x="1780970" y="503094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9" name="r0_o03957"/>
          <p:cNvSpPr/>
          <p:nvPr/>
        </p:nvSpPr>
        <p:spPr>
          <a:xfrm>
            <a:off x="1780970" y="503094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0" name="r0_o03958"/>
          <p:cNvSpPr/>
          <p:nvPr/>
        </p:nvSpPr>
        <p:spPr>
          <a:xfrm>
            <a:off x="1678021" y="502942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1" name="r0_o03959"/>
          <p:cNvSpPr/>
          <p:nvPr/>
        </p:nvSpPr>
        <p:spPr>
          <a:xfrm>
            <a:off x="1689653" y="503980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2" name="r0_o03960"/>
          <p:cNvSpPr/>
          <p:nvPr/>
        </p:nvSpPr>
        <p:spPr>
          <a:xfrm>
            <a:off x="1689653" y="503980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3" name="r0_o03961"/>
          <p:cNvSpPr/>
          <p:nvPr/>
        </p:nvSpPr>
        <p:spPr>
          <a:xfrm>
            <a:off x="721602" y="503163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4" name="r0_o03962"/>
          <p:cNvSpPr/>
          <p:nvPr/>
        </p:nvSpPr>
        <p:spPr>
          <a:xfrm>
            <a:off x="733234" y="504202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5" name="r0_o03963"/>
          <p:cNvSpPr/>
          <p:nvPr/>
        </p:nvSpPr>
        <p:spPr>
          <a:xfrm>
            <a:off x="733234" y="504202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6" name="r0_o03964"/>
          <p:cNvSpPr/>
          <p:nvPr/>
        </p:nvSpPr>
        <p:spPr>
          <a:xfrm>
            <a:off x="630286" y="504050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7" name="r0_o03965"/>
          <p:cNvSpPr/>
          <p:nvPr/>
        </p:nvSpPr>
        <p:spPr>
          <a:xfrm>
            <a:off x="641917" y="505088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8" name="r0_o03966"/>
          <p:cNvSpPr/>
          <p:nvPr/>
        </p:nvSpPr>
        <p:spPr>
          <a:xfrm>
            <a:off x="641917" y="505088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9" name="r0_o03967"/>
          <p:cNvSpPr/>
          <p:nvPr/>
        </p:nvSpPr>
        <p:spPr>
          <a:xfrm>
            <a:off x="1495388" y="504714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0" name="r0_o03968"/>
          <p:cNvSpPr/>
          <p:nvPr/>
        </p:nvSpPr>
        <p:spPr>
          <a:xfrm>
            <a:off x="1507020" y="505753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1" name="r0_o03969"/>
          <p:cNvSpPr/>
          <p:nvPr/>
        </p:nvSpPr>
        <p:spPr>
          <a:xfrm>
            <a:off x="1507020" y="505753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2" name="r0_o03970"/>
          <p:cNvSpPr/>
          <p:nvPr/>
        </p:nvSpPr>
        <p:spPr>
          <a:xfrm>
            <a:off x="1404072" y="505601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3" name="r0_o03971"/>
          <p:cNvSpPr/>
          <p:nvPr/>
        </p:nvSpPr>
        <p:spPr>
          <a:xfrm>
            <a:off x="1415703" y="506639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4" name="r0_o03972"/>
          <p:cNvSpPr/>
          <p:nvPr/>
        </p:nvSpPr>
        <p:spPr>
          <a:xfrm>
            <a:off x="1415703" y="506639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5" name="r0_o03973"/>
          <p:cNvSpPr/>
          <p:nvPr/>
        </p:nvSpPr>
        <p:spPr>
          <a:xfrm>
            <a:off x="447652" y="505822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6" name="r0_o03974"/>
          <p:cNvSpPr/>
          <p:nvPr/>
        </p:nvSpPr>
        <p:spPr>
          <a:xfrm>
            <a:off x="459284" y="506861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7" name="r0_o03975"/>
          <p:cNvSpPr/>
          <p:nvPr/>
        </p:nvSpPr>
        <p:spPr>
          <a:xfrm>
            <a:off x="459284" y="506861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8" name="r0_o03976"/>
          <p:cNvSpPr/>
          <p:nvPr/>
        </p:nvSpPr>
        <p:spPr>
          <a:xfrm>
            <a:off x="499995" y="510641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9" name="r0_o03977"/>
          <p:cNvSpPr/>
          <p:nvPr/>
        </p:nvSpPr>
        <p:spPr>
          <a:xfrm>
            <a:off x="507439" y="511306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0" name="r0_o03978"/>
          <p:cNvSpPr/>
          <p:nvPr/>
        </p:nvSpPr>
        <p:spPr>
          <a:xfrm>
            <a:off x="507439" y="511306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1" name="r0_o03979"/>
          <p:cNvSpPr/>
          <p:nvPr/>
        </p:nvSpPr>
        <p:spPr>
          <a:xfrm>
            <a:off x="2269184" y="506266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2" name="r0_o03980"/>
          <p:cNvSpPr/>
          <p:nvPr/>
        </p:nvSpPr>
        <p:spPr>
          <a:xfrm>
            <a:off x="2280816" y="507305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3" name="r0_o03981"/>
          <p:cNvSpPr/>
          <p:nvPr/>
        </p:nvSpPr>
        <p:spPr>
          <a:xfrm>
            <a:off x="2280816" y="507305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4" name="r0_o03982"/>
          <p:cNvSpPr/>
          <p:nvPr/>
        </p:nvSpPr>
        <p:spPr>
          <a:xfrm>
            <a:off x="2177868" y="507153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5" name="r0_o03983"/>
          <p:cNvSpPr/>
          <p:nvPr/>
        </p:nvSpPr>
        <p:spPr>
          <a:xfrm>
            <a:off x="2189500" y="508191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6" name="r0_o03984"/>
          <p:cNvSpPr/>
          <p:nvPr/>
        </p:nvSpPr>
        <p:spPr>
          <a:xfrm>
            <a:off x="2189500" y="508191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7" name="r0_o03985"/>
          <p:cNvSpPr/>
          <p:nvPr/>
        </p:nvSpPr>
        <p:spPr>
          <a:xfrm>
            <a:off x="1221438" y="507373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8" name="r0_o03986"/>
          <p:cNvSpPr/>
          <p:nvPr/>
        </p:nvSpPr>
        <p:spPr>
          <a:xfrm>
            <a:off x="1233070" y="508412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9" name="r0_o03987"/>
          <p:cNvSpPr/>
          <p:nvPr/>
        </p:nvSpPr>
        <p:spPr>
          <a:xfrm>
            <a:off x="1233070" y="508412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0" name="r0_o03988"/>
          <p:cNvSpPr/>
          <p:nvPr/>
        </p:nvSpPr>
        <p:spPr>
          <a:xfrm>
            <a:off x="1130122" y="508260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1" name="r0_o03989"/>
          <p:cNvSpPr/>
          <p:nvPr/>
        </p:nvSpPr>
        <p:spPr>
          <a:xfrm>
            <a:off x="1141754" y="509298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2" name="r0_o03990"/>
          <p:cNvSpPr/>
          <p:nvPr/>
        </p:nvSpPr>
        <p:spPr>
          <a:xfrm>
            <a:off x="1141754" y="509298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3" name="r0_o03991"/>
          <p:cNvSpPr/>
          <p:nvPr/>
        </p:nvSpPr>
        <p:spPr>
          <a:xfrm>
            <a:off x="1995235" y="508925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4" name="r0_o03992"/>
          <p:cNvSpPr/>
          <p:nvPr/>
        </p:nvSpPr>
        <p:spPr>
          <a:xfrm>
            <a:off x="2006866" y="509964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5" name="r0_o03993"/>
          <p:cNvSpPr/>
          <p:nvPr/>
        </p:nvSpPr>
        <p:spPr>
          <a:xfrm>
            <a:off x="2006866" y="509964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6" name="r0_o03994"/>
          <p:cNvSpPr/>
          <p:nvPr/>
        </p:nvSpPr>
        <p:spPr>
          <a:xfrm>
            <a:off x="1903918" y="509812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7" name="r0_o03995"/>
          <p:cNvSpPr/>
          <p:nvPr/>
        </p:nvSpPr>
        <p:spPr>
          <a:xfrm>
            <a:off x="1915550" y="510850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8" name="r0_o03996"/>
          <p:cNvSpPr/>
          <p:nvPr/>
        </p:nvSpPr>
        <p:spPr>
          <a:xfrm>
            <a:off x="1915550" y="510850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9" name="r0_o03997"/>
          <p:cNvSpPr/>
          <p:nvPr/>
        </p:nvSpPr>
        <p:spPr>
          <a:xfrm>
            <a:off x="947489" y="510033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0" name="r0_o03998"/>
          <p:cNvSpPr/>
          <p:nvPr/>
        </p:nvSpPr>
        <p:spPr>
          <a:xfrm>
            <a:off x="959120" y="511071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1" name="r0_o03999"/>
          <p:cNvSpPr/>
          <p:nvPr/>
        </p:nvSpPr>
        <p:spPr>
          <a:xfrm>
            <a:off x="959120" y="511071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2" name="r0_o04000"/>
          <p:cNvSpPr/>
          <p:nvPr/>
        </p:nvSpPr>
        <p:spPr>
          <a:xfrm>
            <a:off x="856172" y="510919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3" name="r0_o04001"/>
          <p:cNvSpPr/>
          <p:nvPr/>
        </p:nvSpPr>
        <p:spPr>
          <a:xfrm>
            <a:off x="867804" y="511957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4" name="r0_o04002"/>
          <p:cNvSpPr/>
          <p:nvPr/>
        </p:nvSpPr>
        <p:spPr>
          <a:xfrm>
            <a:off x="867804" y="511957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5" name="r0_o04003"/>
          <p:cNvSpPr/>
          <p:nvPr/>
        </p:nvSpPr>
        <p:spPr>
          <a:xfrm>
            <a:off x="1721285" y="511585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6" name="r0_o04004"/>
          <p:cNvSpPr/>
          <p:nvPr/>
        </p:nvSpPr>
        <p:spPr>
          <a:xfrm>
            <a:off x="1732917" y="512623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7" name="r0_o04005"/>
          <p:cNvSpPr/>
          <p:nvPr/>
        </p:nvSpPr>
        <p:spPr>
          <a:xfrm>
            <a:off x="1732917" y="512623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8" name="r0_o04006"/>
          <p:cNvSpPr/>
          <p:nvPr/>
        </p:nvSpPr>
        <p:spPr>
          <a:xfrm>
            <a:off x="1629969" y="512471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9" name="r0_o04007"/>
          <p:cNvSpPr/>
          <p:nvPr/>
        </p:nvSpPr>
        <p:spPr>
          <a:xfrm>
            <a:off x="1641600" y="513509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0" name="r0_o04008"/>
          <p:cNvSpPr/>
          <p:nvPr/>
        </p:nvSpPr>
        <p:spPr>
          <a:xfrm>
            <a:off x="1641600" y="513509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1" name="r0_o04009"/>
          <p:cNvSpPr/>
          <p:nvPr/>
        </p:nvSpPr>
        <p:spPr>
          <a:xfrm>
            <a:off x="673539" y="512692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2" name="r0_o04010"/>
          <p:cNvSpPr/>
          <p:nvPr/>
        </p:nvSpPr>
        <p:spPr>
          <a:xfrm>
            <a:off x="685171" y="513730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3" name="r0_o04011"/>
          <p:cNvSpPr/>
          <p:nvPr/>
        </p:nvSpPr>
        <p:spPr>
          <a:xfrm>
            <a:off x="685171" y="513730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4" name="r0_o04012"/>
          <p:cNvSpPr/>
          <p:nvPr/>
        </p:nvSpPr>
        <p:spPr>
          <a:xfrm>
            <a:off x="582223" y="513578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5" name="r0_o04013"/>
          <p:cNvSpPr/>
          <p:nvPr/>
        </p:nvSpPr>
        <p:spPr>
          <a:xfrm>
            <a:off x="593854" y="514617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6" name="r0_o04014"/>
          <p:cNvSpPr/>
          <p:nvPr/>
        </p:nvSpPr>
        <p:spPr>
          <a:xfrm>
            <a:off x="593854" y="514617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7" name="r0_o04015"/>
          <p:cNvSpPr/>
          <p:nvPr/>
        </p:nvSpPr>
        <p:spPr>
          <a:xfrm>
            <a:off x="2403755" y="514022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8" name="r0_o04016"/>
          <p:cNvSpPr/>
          <p:nvPr/>
        </p:nvSpPr>
        <p:spPr>
          <a:xfrm>
            <a:off x="2415386" y="515060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9" name="r0_o04017"/>
          <p:cNvSpPr/>
          <p:nvPr/>
        </p:nvSpPr>
        <p:spPr>
          <a:xfrm>
            <a:off x="2415386" y="515060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0" name="r0_o04018"/>
          <p:cNvSpPr/>
          <p:nvPr/>
        </p:nvSpPr>
        <p:spPr>
          <a:xfrm>
            <a:off x="2456097" y="518841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1" name="r0_o04019"/>
          <p:cNvSpPr/>
          <p:nvPr/>
        </p:nvSpPr>
        <p:spPr>
          <a:xfrm>
            <a:off x="2463541" y="519505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2" name="r0_o04020"/>
          <p:cNvSpPr/>
          <p:nvPr/>
        </p:nvSpPr>
        <p:spPr>
          <a:xfrm>
            <a:off x="2463541" y="519505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3" name="r0_o04021"/>
          <p:cNvSpPr/>
          <p:nvPr/>
        </p:nvSpPr>
        <p:spPr>
          <a:xfrm>
            <a:off x="1447335" y="514244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4" name="r0_o04022"/>
          <p:cNvSpPr/>
          <p:nvPr/>
        </p:nvSpPr>
        <p:spPr>
          <a:xfrm>
            <a:off x="1458967" y="515282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5" name="r0_o04023"/>
          <p:cNvSpPr/>
          <p:nvPr/>
        </p:nvSpPr>
        <p:spPr>
          <a:xfrm>
            <a:off x="1458967" y="515282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6" name="r0_o04024"/>
          <p:cNvSpPr/>
          <p:nvPr/>
        </p:nvSpPr>
        <p:spPr>
          <a:xfrm>
            <a:off x="1356019" y="515130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7" name="r0_o04025"/>
          <p:cNvSpPr/>
          <p:nvPr/>
        </p:nvSpPr>
        <p:spPr>
          <a:xfrm>
            <a:off x="1367650" y="516169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8" name="r0_o04026"/>
          <p:cNvSpPr/>
          <p:nvPr/>
        </p:nvSpPr>
        <p:spPr>
          <a:xfrm>
            <a:off x="1367650" y="516169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9" name="r0_o04027"/>
          <p:cNvSpPr/>
          <p:nvPr/>
        </p:nvSpPr>
        <p:spPr>
          <a:xfrm>
            <a:off x="2221121" y="515795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0" name="r0_o04028"/>
          <p:cNvSpPr/>
          <p:nvPr/>
        </p:nvSpPr>
        <p:spPr>
          <a:xfrm>
            <a:off x="2232753" y="516833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1" name="r0_o04029"/>
          <p:cNvSpPr/>
          <p:nvPr/>
        </p:nvSpPr>
        <p:spPr>
          <a:xfrm>
            <a:off x="2232753" y="516833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2" name="r0_o04030"/>
          <p:cNvSpPr/>
          <p:nvPr/>
        </p:nvSpPr>
        <p:spPr>
          <a:xfrm>
            <a:off x="2129805" y="516681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3" name="r0_o04031"/>
          <p:cNvSpPr/>
          <p:nvPr/>
        </p:nvSpPr>
        <p:spPr>
          <a:xfrm>
            <a:off x="2141436" y="517720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4" name="r0_o04032"/>
          <p:cNvSpPr/>
          <p:nvPr/>
        </p:nvSpPr>
        <p:spPr>
          <a:xfrm>
            <a:off x="2141436" y="517720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5" name="r0_o04033"/>
          <p:cNvSpPr/>
          <p:nvPr/>
        </p:nvSpPr>
        <p:spPr>
          <a:xfrm>
            <a:off x="1173386" y="516903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6" name="r0_o04034"/>
          <p:cNvSpPr/>
          <p:nvPr/>
        </p:nvSpPr>
        <p:spPr>
          <a:xfrm>
            <a:off x="1185017" y="517941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7" name="r0_o04035"/>
          <p:cNvSpPr/>
          <p:nvPr/>
        </p:nvSpPr>
        <p:spPr>
          <a:xfrm>
            <a:off x="1185017" y="517941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8" name="r0_o04036"/>
          <p:cNvSpPr/>
          <p:nvPr/>
        </p:nvSpPr>
        <p:spPr>
          <a:xfrm>
            <a:off x="1082069" y="517789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9" name="r0_o04037"/>
          <p:cNvSpPr/>
          <p:nvPr/>
        </p:nvSpPr>
        <p:spPr>
          <a:xfrm>
            <a:off x="1093701" y="518828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0" name="r0_o04038"/>
          <p:cNvSpPr/>
          <p:nvPr/>
        </p:nvSpPr>
        <p:spPr>
          <a:xfrm>
            <a:off x="1093701" y="518828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1" name="r0_o04039"/>
          <p:cNvSpPr/>
          <p:nvPr/>
        </p:nvSpPr>
        <p:spPr>
          <a:xfrm>
            <a:off x="1947172" y="518454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2" name="r0_o04040"/>
          <p:cNvSpPr/>
          <p:nvPr/>
        </p:nvSpPr>
        <p:spPr>
          <a:xfrm>
            <a:off x="1958803" y="519492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3" name="r0_o04041"/>
          <p:cNvSpPr/>
          <p:nvPr/>
        </p:nvSpPr>
        <p:spPr>
          <a:xfrm>
            <a:off x="1958803" y="519492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4" name="r0_o04042"/>
          <p:cNvSpPr/>
          <p:nvPr/>
        </p:nvSpPr>
        <p:spPr>
          <a:xfrm>
            <a:off x="1855855" y="519340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5" name="r0_o04043"/>
          <p:cNvSpPr/>
          <p:nvPr/>
        </p:nvSpPr>
        <p:spPr>
          <a:xfrm>
            <a:off x="1867487" y="520379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6" name="r0_o04044"/>
          <p:cNvSpPr/>
          <p:nvPr/>
        </p:nvSpPr>
        <p:spPr>
          <a:xfrm>
            <a:off x="1867487" y="520379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7" name="r0_o04045"/>
          <p:cNvSpPr/>
          <p:nvPr/>
        </p:nvSpPr>
        <p:spPr>
          <a:xfrm>
            <a:off x="899436" y="519562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8" name="r0_o04046"/>
          <p:cNvSpPr/>
          <p:nvPr/>
        </p:nvSpPr>
        <p:spPr>
          <a:xfrm>
            <a:off x="911068" y="520600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9" name="r0_o04047"/>
          <p:cNvSpPr/>
          <p:nvPr/>
        </p:nvSpPr>
        <p:spPr>
          <a:xfrm>
            <a:off x="911068" y="520600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0" name="r0_o04048"/>
          <p:cNvSpPr/>
          <p:nvPr/>
        </p:nvSpPr>
        <p:spPr>
          <a:xfrm>
            <a:off x="808119" y="520448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1" name="r0_o04049"/>
          <p:cNvSpPr/>
          <p:nvPr/>
        </p:nvSpPr>
        <p:spPr>
          <a:xfrm>
            <a:off x="819751" y="521487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2" name="r0_o04050"/>
          <p:cNvSpPr/>
          <p:nvPr/>
        </p:nvSpPr>
        <p:spPr>
          <a:xfrm>
            <a:off x="819751" y="521487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3" name="r0_o04051"/>
          <p:cNvSpPr/>
          <p:nvPr/>
        </p:nvSpPr>
        <p:spPr>
          <a:xfrm>
            <a:off x="1673222" y="521113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4" name="r0_o04052"/>
          <p:cNvSpPr/>
          <p:nvPr/>
        </p:nvSpPr>
        <p:spPr>
          <a:xfrm>
            <a:off x="1684854" y="522151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5" name="r0_o04053"/>
          <p:cNvSpPr/>
          <p:nvPr/>
        </p:nvSpPr>
        <p:spPr>
          <a:xfrm>
            <a:off x="1684854" y="522151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6" name="r0_o04054"/>
          <p:cNvSpPr/>
          <p:nvPr/>
        </p:nvSpPr>
        <p:spPr>
          <a:xfrm>
            <a:off x="1581905" y="521999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7" name="r0_o04055"/>
          <p:cNvSpPr/>
          <p:nvPr/>
        </p:nvSpPr>
        <p:spPr>
          <a:xfrm>
            <a:off x="1593537" y="523038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8" name="r0_o04056"/>
          <p:cNvSpPr/>
          <p:nvPr/>
        </p:nvSpPr>
        <p:spPr>
          <a:xfrm>
            <a:off x="1593537" y="523038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9" name="r0_o04057"/>
          <p:cNvSpPr/>
          <p:nvPr/>
        </p:nvSpPr>
        <p:spPr>
          <a:xfrm>
            <a:off x="625486" y="522221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0" name="r0_o04058"/>
          <p:cNvSpPr/>
          <p:nvPr/>
        </p:nvSpPr>
        <p:spPr>
          <a:xfrm>
            <a:off x="637118" y="523260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1" name="r0_o04059"/>
          <p:cNvSpPr/>
          <p:nvPr/>
        </p:nvSpPr>
        <p:spPr>
          <a:xfrm>
            <a:off x="637118" y="523260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2" name="r0_o04060"/>
          <p:cNvSpPr/>
          <p:nvPr/>
        </p:nvSpPr>
        <p:spPr>
          <a:xfrm>
            <a:off x="677829" y="527040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3" name="r0_o04061"/>
          <p:cNvSpPr/>
          <p:nvPr/>
        </p:nvSpPr>
        <p:spPr>
          <a:xfrm>
            <a:off x="685273" y="527705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4" name="r0_o04062"/>
          <p:cNvSpPr/>
          <p:nvPr/>
        </p:nvSpPr>
        <p:spPr>
          <a:xfrm>
            <a:off x="685273" y="527705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5" name="r0_o04063"/>
          <p:cNvSpPr/>
          <p:nvPr/>
        </p:nvSpPr>
        <p:spPr>
          <a:xfrm>
            <a:off x="2447008" y="522664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6" name="r0_o04064"/>
          <p:cNvSpPr/>
          <p:nvPr/>
        </p:nvSpPr>
        <p:spPr>
          <a:xfrm>
            <a:off x="2458640" y="523702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7" name="r0_o04065"/>
          <p:cNvSpPr/>
          <p:nvPr/>
        </p:nvSpPr>
        <p:spPr>
          <a:xfrm>
            <a:off x="2458640" y="523702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8" name="r0_o04066"/>
          <p:cNvSpPr/>
          <p:nvPr/>
        </p:nvSpPr>
        <p:spPr>
          <a:xfrm>
            <a:off x="2499350" y="527483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9" name="r0_o04067"/>
          <p:cNvSpPr/>
          <p:nvPr/>
        </p:nvSpPr>
        <p:spPr>
          <a:xfrm>
            <a:off x="2506795" y="528147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0" name="r0_o04068"/>
          <p:cNvSpPr/>
          <p:nvPr/>
        </p:nvSpPr>
        <p:spPr>
          <a:xfrm>
            <a:off x="2506795" y="528147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1" name="r0_o04069"/>
          <p:cNvSpPr/>
          <p:nvPr/>
        </p:nvSpPr>
        <p:spPr>
          <a:xfrm>
            <a:off x="2355691" y="523550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2" name="r0_o04070"/>
          <p:cNvSpPr/>
          <p:nvPr/>
        </p:nvSpPr>
        <p:spPr>
          <a:xfrm>
            <a:off x="2367323" y="524589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3" name="r0_o04071"/>
          <p:cNvSpPr/>
          <p:nvPr/>
        </p:nvSpPr>
        <p:spPr>
          <a:xfrm>
            <a:off x="2367323" y="524589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4" name="r0_o04072"/>
          <p:cNvSpPr/>
          <p:nvPr/>
        </p:nvSpPr>
        <p:spPr>
          <a:xfrm>
            <a:off x="1399272" y="523772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5" name="r0_o04073"/>
          <p:cNvSpPr/>
          <p:nvPr/>
        </p:nvSpPr>
        <p:spPr>
          <a:xfrm>
            <a:off x="1410904" y="524811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6" name="r0_o04074"/>
          <p:cNvSpPr/>
          <p:nvPr/>
        </p:nvSpPr>
        <p:spPr>
          <a:xfrm>
            <a:off x="1410904" y="524811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7" name="r0_o04075"/>
          <p:cNvSpPr/>
          <p:nvPr/>
        </p:nvSpPr>
        <p:spPr>
          <a:xfrm>
            <a:off x="1307956" y="524658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8" name="r0_o04076"/>
          <p:cNvSpPr/>
          <p:nvPr/>
        </p:nvSpPr>
        <p:spPr>
          <a:xfrm>
            <a:off x="1319587" y="525697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9" name="r0_o04077"/>
          <p:cNvSpPr/>
          <p:nvPr/>
        </p:nvSpPr>
        <p:spPr>
          <a:xfrm>
            <a:off x="1319587" y="525697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0" name="r0_o04078"/>
          <p:cNvSpPr/>
          <p:nvPr/>
        </p:nvSpPr>
        <p:spPr>
          <a:xfrm>
            <a:off x="2173058" y="525323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1" name="r0_o04079"/>
          <p:cNvSpPr/>
          <p:nvPr/>
        </p:nvSpPr>
        <p:spPr>
          <a:xfrm>
            <a:off x="2184690" y="526362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2" name="r0_o04080"/>
          <p:cNvSpPr/>
          <p:nvPr/>
        </p:nvSpPr>
        <p:spPr>
          <a:xfrm>
            <a:off x="2184690" y="526362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3" name="r0_o04081"/>
          <p:cNvSpPr/>
          <p:nvPr/>
        </p:nvSpPr>
        <p:spPr>
          <a:xfrm>
            <a:off x="2081742" y="526209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4" name="r0_o04082"/>
          <p:cNvSpPr/>
          <p:nvPr/>
        </p:nvSpPr>
        <p:spPr>
          <a:xfrm>
            <a:off x="2093373" y="527248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5" name="r0_o04083"/>
          <p:cNvSpPr/>
          <p:nvPr/>
        </p:nvSpPr>
        <p:spPr>
          <a:xfrm>
            <a:off x="2093373" y="527248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6" name="r0_o04084"/>
          <p:cNvSpPr/>
          <p:nvPr/>
        </p:nvSpPr>
        <p:spPr>
          <a:xfrm>
            <a:off x="1125323" y="526431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7" name="r0_o04085"/>
          <p:cNvSpPr/>
          <p:nvPr/>
        </p:nvSpPr>
        <p:spPr>
          <a:xfrm>
            <a:off x="1136954" y="527470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8" name="r0_o04086"/>
          <p:cNvSpPr/>
          <p:nvPr/>
        </p:nvSpPr>
        <p:spPr>
          <a:xfrm>
            <a:off x="1136954" y="527470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9" name="r0_o04087"/>
          <p:cNvSpPr/>
          <p:nvPr/>
        </p:nvSpPr>
        <p:spPr>
          <a:xfrm>
            <a:off x="1034006" y="527318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0" name="r0_o04088"/>
          <p:cNvSpPr/>
          <p:nvPr/>
        </p:nvSpPr>
        <p:spPr>
          <a:xfrm>
            <a:off x="1045638" y="528356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1" name="r0_o04089"/>
          <p:cNvSpPr/>
          <p:nvPr/>
        </p:nvSpPr>
        <p:spPr>
          <a:xfrm>
            <a:off x="1045638" y="528356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2" name="r0_o04090"/>
          <p:cNvSpPr/>
          <p:nvPr/>
        </p:nvSpPr>
        <p:spPr>
          <a:xfrm>
            <a:off x="1899109" y="527982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3" name="r0_o04091"/>
          <p:cNvSpPr/>
          <p:nvPr/>
        </p:nvSpPr>
        <p:spPr>
          <a:xfrm>
            <a:off x="1910740" y="529021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4" name="r0_o04092"/>
          <p:cNvSpPr/>
          <p:nvPr/>
        </p:nvSpPr>
        <p:spPr>
          <a:xfrm>
            <a:off x="1910740" y="529021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5" name="r0_o04093"/>
          <p:cNvSpPr/>
          <p:nvPr/>
        </p:nvSpPr>
        <p:spPr>
          <a:xfrm>
            <a:off x="1807792" y="528869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6" name="r0_o04094"/>
          <p:cNvSpPr/>
          <p:nvPr/>
        </p:nvSpPr>
        <p:spPr>
          <a:xfrm>
            <a:off x="1819424" y="529907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7" name="r0_o04095"/>
          <p:cNvSpPr/>
          <p:nvPr/>
        </p:nvSpPr>
        <p:spPr>
          <a:xfrm>
            <a:off x="1819424" y="529907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8" name="r0_o04096"/>
          <p:cNvSpPr/>
          <p:nvPr/>
        </p:nvSpPr>
        <p:spPr>
          <a:xfrm>
            <a:off x="851373" y="529090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9" name="r0_o04097"/>
          <p:cNvSpPr/>
          <p:nvPr/>
        </p:nvSpPr>
        <p:spPr>
          <a:xfrm>
            <a:off x="863005" y="530129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0" name="r0_o04098"/>
          <p:cNvSpPr/>
          <p:nvPr/>
        </p:nvSpPr>
        <p:spPr>
          <a:xfrm>
            <a:off x="863005" y="530129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1" name="r0_o04099"/>
          <p:cNvSpPr/>
          <p:nvPr/>
        </p:nvSpPr>
        <p:spPr>
          <a:xfrm>
            <a:off x="760056" y="529977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2" name="r0_o04100"/>
          <p:cNvSpPr/>
          <p:nvPr/>
        </p:nvSpPr>
        <p:spPr>
          <a:xfrm>
            <a:off x="771688" y="531015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3" name="r0_o04101"/>
          <p:cNvSpPr/>
          <p:nvPr/>
        </p:nvSpPr>
        <p:spPr>
          <a:xfrm>
            <a:off x="771688" y="531015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4" name="r0_o04102"/>
          <p:cNvSpPr/>
          <p:nvPr/>
        </p:nvSpPr>
        <p:spPr>
          <a:xfrm>
            <a:off x="1625159" y="530641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5" name="r0_o04103"/>
          <p:cNvSpPr/>
          <p:nvPr/>
        </p:nvSpPr>
        <p:spPr>
          <a:xfrm>
            <a:off x="1636791" y="531680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6" name="r0_o04104"/>
          <p:cNvSpPr/>
          <p:nvPr/>
        </p:nvSpPr>
        <p:spPr>
          <a:xfrm>
            <a:off x="1636791" y="531680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7" name="r0_o04105"/>
          <p:cNvSpPr/>
          <p:nvPr/>
        </p:nvSpPr>
        <p:spPr>
          <a:xfrm>
            <a:off x="1533842" y="531528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8" name="r0_o04106"/>
          <p:cNvSpPr/>
          <p:nvPr/>
        </p:nvSpPr>
        <p:spPr>
          <a:xfrm>
            <a:off x="1545474" y="532566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9" name="r0_o04107"/>
          <p:cNvSpPr/>
          <p:nvPr/>
        </p:nvSpPr>
        <p:spPr>
          <a:xfrm>
            <a:off x="1545474" y="532566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0" name="r0_o04108"/>
          <p:cNvSpPr/>
          <p:nvPr/>
        </p:nvSpPr>
        <p:spPr>
          <a:xfrm>
            <a:off x="2398945" y="532192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1" name="r0_o04109"/>
          <p:cNvSpPr/>
          <p:nvPr/>
        </p:nvSpPr>
        <p:spPr>
          <a:xfrm>
            <a:off x="2410577" y="533231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2" name="r0_o04110"/>
          <p:cNvSpPr/>
          <p:nvPr/>
        </p:nvSpPr>
        <p:spPr>
          <a:xfrm>
            <a:off x="2410577" y="533231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3" name="r0_o04111"/>
          <p:cNvSpPr/>
          <p:nvPr/>
        </p:nvSpPr>
        <p:spPr>
          <a:xfrm>
            <a:off x="2451287" y="537011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4" name="r0_o04112"/>
          <p:cNvSpPr/>
          <p:nvPr/>
        </p:nvSpPr>
        <p:spPr>
          <a:xfrm>
            <a:off x="2458732" y="537676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5" name="r0_o04113"/>
          <p:cNvSpPr/>
          <p:nvPr/>
        </p:nvSpPr>
        <p:spPr>
          <a:xfrm>
            <a:off x="2458732" y="537676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6" name="r0_o04114"/>
          <p:cNvSpPr/>
          <p:nvPr/>
        </p:nvSpPr>
        <p:spPr>
          <a:xfrm>
            <a:off x="2307628" y="533079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7" name="r0_o04115"/>
          <p:cNvSpPr/>
          <p:nvPr/>
        </p:nvSpPr>
        <p:spPr>
          <a:xfrm>
            <a:off x="2319260" y="534117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8" name="r0_o04116"/>
          <p:cNvSpPr/>
          <p:nvPr/>
        </p:nvSpPr>
        <p:spPr>
          <a:xfrm>
            <a:off x="2319260" y="534117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9" name="r0_o04117"/>
          <p:cNvSpPr/>
          <p:nvPr/>
        </p:nvSpPr>
        <p:spPr>
          <a:xfrm>
            <a:off x="2359971" y="537898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0" name="r0_o04118"/>
          <p:cNvSpPr/>
          <p:nvPr/>
        </p:nvSpPr>
        <p:spPr>
          <a:xfrm>
            <a:off x="2367415" y="538562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1" name="r0_o04119"/>
          <p:cNvSpPr/>
          <p:nvPr/>
        </p:nvSpPr>
        <p:spPr>
          <a:xfrm>
            <a:off x="2367415" y="538562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2" name="r0_o04120"/>
          <p:cNvSpPr/>
          <p:nvPr/>
        </p:nvSpPr>
        <p:spPr>
          <a:xfrm>
            <a:off x="1351209" y="533300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3" name="r0_o04121"/>
          <p:cNvSpPr/>
          <p:nvPr/>
        </p:nvSpPr>
        <p:spPr>
          <a:xfrm>
            <a:off x="1362841" y="534339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4" name="r0_o04122"/>
          <p:cNvSpPr/>
          <p:nvPr/>
        </p:nvSpPr>
        <p:spPr>
          <a:xfrm>
            <a:off x="1362841" y="534339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5" name="r0_o04123"/>
          <p:cNvSpPr/>
          <p:nvPr/>
        </p:nvSpPr>
        <p:spPr>
          <a:xfrm>
            <a:off x="1259893" y="534187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6" name="r0_o04124"/>
          <p:cNvSpPr/>
          <p:nvPr/>
        </p:nvSpPr>
        <p:spPr>
          <a:xfrm>
            <a:off x="1271524" y="535225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7" name="r0_o04125"/>
          <p:cNvSpPr/>
          <p:nvPr/>
        </p:nvSpPr>
        <p:spPr>
          <a:xfrm>
            <a:off x="1271524" y="535225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8" name="r0_o04126"/>
          <p:cNvSpPr/>
          <p:nvPr/>
        </p:nvSpPr>
        <p:spPr>
          <a:xfrm>
            <a:off x="2124995" y="534851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9" name="r0_o04127"/>
          <p:cNvSpPr/>
          <p:nvPr/>
        </p:nvSpPr>
        <p:spPr>
          <a:xfrm>
            <a:off x="2136627" y="535890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0" name="r0_o04128"/>
          <p:cNvSpPr/>
          <p:nvPr/>
        </p:nvSpPr>
        <p:spPr>
          <a:xfrm>
            <a:off x="2136627" y="535890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1" name="r0_o04129"/>
          <p:cNvSpPr/>
          <p:nvPr/>
        </p:nvSpPr>
        <p:spPr>
          <a:xfrm>
            <a:off x="2177338" y="539670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2" name="r0_o04130"/>
          <p:cNvSpPr/>
          <p:nvPr/>
        </p:nvSpPr>
        <p:spPr>
          <a:xfrm>
            <a:off x="2184782" y="540335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3" name="r0_o04131"/>
          <p:cNvSpPr/>
          <p:nvPr/>
        </p:nvSpPr>
        <p:spPr>
          <a:xfrm>
            <a:off x="2184782" y="540335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4" name="r0_o04132"/>
          <p:cNvSpPr/>
          <p:nvPr/>
        </p:nvSpPr>
        <p:spPr>
          <a:xfrm>
            <a:off x="2033679" y="535738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5" name="r0_o04133"/>
          <p:cNvSpPr/>
          <p:nvPr/>
        </p:nvSpPr>
        <p:spPr>
          <a:xfrm>
            <a:off x="2045310" y="536776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6" name="r0_o04134"/>
          <p:cNvSpPr/>
          <p:nvPr/>
        </p:nvSpPr>
        <p:spPr>
          <a:xfrm>
            <a:off x="2045310" y="536776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7" name="r0_o04135"/>
          <p:cNvSpPr/>
          <p:nvPr/>
        </p:nvSpPr>
        <p:spPr>
          <a:xfrm>
            <a:off x="2086021" y="540557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8" name="r0_o04136"/>
          <p:cNvSpPr/>
          <p:nvPr/>
        </p:nvSpPr>
        <p:spPr>
          <a:xfrm>
            <a:off x="2093465" y="541221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9" name="r0_o04137"/>
          <p:cNvSpPr/>
          <p:nvPr/>
        </p:nvSpPr>
        <p:spPr>
          <a:xfrm>
            <a:off x="2093465" y="541221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0" name="r0_o04138"/>
          <p:cNvSpPr/>
          <p:nvPr/>
        </p:nvSpPr>
        <p:spPr>
          <a:xfrm>
            <a:off x="1077260" y="535960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1" name="r0_o04139"/>
          <p:cNvSpPr/>
          <p:nvPr/>
        </p:nvSpPr>
        <p:spPr>
          <a:xfrm>
            <a:off x="1088891" y="536998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2" name="r0_o04140"/>
          <p:cNvSpPr/>
          <p:nvPr/>
        </p:nvSpPr>
        <p:spPr>
          <a:xfrm>
            <a:off x="1088891" y="536998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3" name="r0_o04141"/>
          <p:cNvSpPr/>
          <p:nvPr/>
        </p:nvSpPr>
        <p:spPr>
          <a:xfrm>
            <a:off x="985943" y="536846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4" name="r0_o04142"/>
          <p:cNvSpPr/>
          <p:nvPr/>
        </p:nvSpPr>
        <p:spPr>
          <a:xfrm>
            <a:off x="997575" y="537885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5" name="r0_o04143"/>
          <p:cNvSpPr/>
          <p:nvPr/>
        </p:nvSpPr>
        <p:spPr>
          <a:xfrm>
            <a:off x="997575" y="537885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6" name="r0_o04144"/>
          <p:cNvSpPr/>
          <p:nvPr/>
        </p:nvSpPr>
        <p:spPr>
          <a:xfrm>
            <a:off x="1851046" y="537511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7" name="r0_o04145"/>
          <p:cNvSpPr/>
          <p:nvPr/>
        </p:nvSpPr>
        <p:spPr>
          <a:xfrm>
            <a:off x="1862677" y="538549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8" name="r0_o04146"/>
          <p:cNvSpPr/>
          <p:nvPr/>
        </p:nvSpPr>
        <p:spPr>
          <a:xfrm>
            <a:off x="1862677" y="538549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9" name="r0_o04147"/>
          <p:cNvSpPr/>
          <p:nvPr/>
        </p:nvSpPr>
        <p:spPr>
          <a:xfrm>
            <a:off x="1903388" y="542329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0" name="r0_o04148"/>
          <p:cNvSpPr/>
          <p:nvPr/>
        </p:nvSpPr>
        <p:spPr>
          <a:xfrm>
            <a:off x="1910832" y="542994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1" name="r0_o04149"/>
          <p:cNvSpPr/>
          <p:nvPr/>
        </p:nvSpPr>
        <p:spPr>
          <a:xfrm>
            <a:off x="1910832" y="542994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2" name="r0_o04150"/>
          <p:cNvSpPr/>
          <p:nvPr/>
        </p:nvSpPr>
        <p:spPr>
          <a:xfrm>
            <a:off x="1759729" y="538397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3" name="r0_o04151"/>
          <p:cNvSpPr/>
          <p:nvPr/>
        </p:nvSpPr>
        <p:spPr>
          <a:xfrm>
            <a:off x="1771361" y="539436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4" name="r0_o04152"/>
          <p:cNvSpPr/>
          <p:nvPr/>
        </p:nvSpPr>
        <p:spPr>
          <a:xfrm>
            <a:off x="1771361" y="539436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5" name="r0_o04153"/>
          <p:cNvSpPr/>
          <p:nvPr/>
        </p:nvSpPr>
        <p:spPr>
          <a:xfrm>
            <a:off x="1812071" y="543216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6" name="r0_o04154"/>
          <p:cNvSpPr/>
          <p:nvPr/>
        </p:nvSpPr>
        <p:spPr>
          <a:xfrm>
            <a:off x="1819516" y="543880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7" name="r0_o04155"/>
          <p:cNvSpPr/>
          <p:nvPr/>
        </p:nvSpPr>
        <p:spPr>
          <a:xfrm>
            <a:off x="1819516" y="543880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8" name="r0_o04156"/>
          <p:cNvSpPr/>
          <p:nvPr/>
        </p:nvSpPr>
        <p:spPr>
          <a:xfrm>
            <a:off x="803310" y="538619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9" name="r0_o04157"/>
          <p:cNvSpPr/>
          <p:nvPr/>
        </p:nvSpPr>
        <p:spPr>
          <a:xfrm>
            <a:off x="814942" y="539657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0" name="r0_o04158"/>
          <p:cNvSpPr/>
          <p:nvPr/>
        </p:nvSpPr>
        <p:spPr>
          <a:xfrm>
            <a:off x="814942" y="539657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1" name="r0_o04159"/>
          <p:cNvSpPr/>
          <p:nvPr/>
        </p:nvSpPr>
        <p:spPr>
          <a:xfrm>
            <a:off x="855652" y="543438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2" name="r0_o04160"/>
          <p:cNvSpPr/>
          <p:nvPr/>
        </p:nvSpPr>
        <p:spPr>
          <a:xfrm>
            <a:off x="863096" y="544102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3" name="r0_o04161"/>
          <p:cNvSpPr/>
          <p:nvPr/>
        </p:nvSpPr>
        <p:spPr>
          <a:xfrm>
            <a:off x="863096" y="544102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4" name="r0_o04162"/>
          <p:cNvSpPr/>
          <p:nvPr/>
        </p:nvSpPr>
        <p:spPr>
          <a:xfrm>
            <a:off x="1577096" y="540170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5" name="r0_o04163"/>
          <p:cNvSpPr/>
          <p:nvPr/>
        </p:nvSpPr>
        <p:spPr>
          <a:xfrm>
            <a:off x="1588728" y="541208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6" name="r0_o04164"/>
          <p:cNvSpPr/>
          <p:nvPr/>
        </p:nvSpPr>
        <p:spPr>
          <a:xfrm>
            <a:off x="1588728" y="541208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7" name="r0_o04165"/>
          <p:cNvSpPr/>
          <p:nvPr/>
        </p:nvSpPr>
        <p:spPr>
          <a:xfrm>
            <a:off x="1629438" y="544989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8" name="r0_o04166"/>
          <p:cNvSpPr/>
          <p:nvPr/>
        </p:nvSpPr>
        <p:spPr>
          <a:xfrm>
            <a:off x="1636882" y="545653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9" name="r0_o04167"/>
          <p:cNvSpPr/>
          <p:nvPr/>
        </p:nvSpPr>
        <p:spPr>
          <a:xfrm>
            <a:off x="1636882" y="545653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0" name="r0_o04168"/>
          <p:cNvSpPr/>
          <p:nvPr/>
        </p:nvSpPr>
        <p:spPr>
          <a:xfrm>
            <a:off x="1485779" y="541056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1" name="r0_o04169"/>
          <p:cNvSpPr/>
          <p:nvPr/>
        </p:nvSpPr>
        <p:spPr>
          <a:xfrm>
            <a:off x="1497411" y="542095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2" name="r0_o04170"/>
          <p:cNvSpPr/>
          <p:nvPr/>
        </p:nvSpPr>
        <p:spPr>
          <a:xfrm>
            <a:off x="1497411" y="542095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3" name="r0_o04171"/>
          <p:cNvSpPr/>
          <p:nvPr/>
        </p:nvSpPr>
        <p:spPr>
          <a:xfrm>
            <a:off x="1538122" y="545875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4" name="r0_o04172"/>
          <p:cNvSpPr/>
          <p:nvPr/>
        </p:nvSpPr>
        <p:spPr>
          <a:xfrm>
            <a:off x="1545566" y="546540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5" name="r0_o04173"/>
          <p:cNvSpPr/>
          <p:nvPr/>
        </p:nvSpPr>
        <p:spPr>
          <a:xfrm>
            <a:off x="1545566" y="546540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6" name="r0_o04174"/>
          <p:cNvSpPr/>
          <p:nvPr/>
        </p:nvSpPr>
        <p:spPr>
          <a:xfrm>
            <a:off x="1303146" y="542829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7" name="r0_o04175"/>
          <p:cNvSpPr/>
          <p:nvPr/>
        </p:nvSpPr>
        <p:spPr>
          <a:xfrm>
            <a:off x="1314778" y="543867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8" name="r0_o04176"/>
          <p:cNvSpPr/>
          <p:nvPr/>
        </p:nvSpPr>
        <p:spPr>
          <a:xfrm>
            <a:off x="1314778" y="543867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9" name="r0_o04177"/>
          <p:cNvSpPr/>
          <p:nvPr/>
        </p:nvSpPr>
        <p:spPr>
          <a:xfrm>
            <a:off x="1355489" y="547648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0" name="r0_o04178"/>
          <p:cNvSpPr/>
          <p:nvPr/>
        </p:nvSpPr>
        <p:spPr>
          <a:xfrm>
            <a:off x="1362933" y="548312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1" name="r0_o04179"/>
          <p:cNvSpPr/>
          <p:nvPr/>
        </p:nvSpPr>
        <p:spPr>
          <a:xfrm>
            <a:off x="1362933" y="548312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2" name="r0_o04180"/>
          <p:cNvSpPr/>
          <p:nvPr/>
        </p:nvSpPr>
        <p:spPr>
          <a:xfrm>
            <a:off x="1211830" y="543715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3" name="r0_o04181"/>
          <p:cNvSpPr/>
          <p:nvPr/>
        </p:nvSpPr>
        <p:spPr>
          <a:xfrm>
            <a:off x="1223461" y="544754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4" name="r0_o04182"/>
          <p:cNvSpPr/>
          <p:nvPr/>
        </p:nvSpPr>
        <p:spPr>
          <a:xfrm>
            <a:off x="1223461" y="544754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5" name="r0_o04183"/>
          <p:cNvSpPr/>
          <p:nvPr/>
        </p:nvSpPr>
        <p:spPr>
          <a:xfrm>
            <a:off x="1264172" y="5485345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6" name="r0_o04184"/>
          <p:cNvSpPr/>
          <p:nvPr/>
        </p:nvSpPr>
        <p:spPr>
          <a:xfrm>
            <a:off x="1271616" y="549199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7" name="r0_o04185"/>
          <p:cNvSpPr/>
          <p:nvPr/>
        </p:nvSpPr>
        <p:spPr>
          <a:xfrm>
            <a:off x="1271616" y="549199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8" name="r0_o04186"/>
          <p:cNvSpPr/>
          <p:nvPr/>
        </p:nvSpPr>
        <p:spPr>
          <a:xfrm>
            <a:off x="1029197" y="545488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9" name="r0_o04187"/>
          <p:cNvSpPr/>
          <p:nvPr/>
        </p:nvSpPr>
        <p:spPr>
          <a:xfrm>
            <a:off x="1040828" y="546527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0" name="r0_o04188"/>
          <p:cNvSpPr/>
          <p:nvPr/>
        </p:nvSpPr>
        <p:spPr>
          <a:xfrm>
            <a:off x="1040828" y="546527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1" name="r0_o04189"/>
          <p:cNvSpPr/>
          <p:nvPr/>
        </p:nvSpPr>
        <p:spPr>
          <a:xfrm>
            <a:off x="1081539" y="550307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2" name="r0_o04190"/>
          <p:cNvSpPr/>
          <p:nvPr/>
        </p:nvSpPr>
        <p:spPr>
          <a:xfrm>
            <a:off x="1088983" y="550971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3" name="r0_o04191"/>
          <p:cNvSpPr/>
          <p:nvPr/>
        </p:nvSpPr>
        <p:spPr>
          <a:xfrm>
            <a:off x="1088983" y="550971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4" name="r0_o04192"/>
          <p:cNvSpPr/>
          <p:nvPr/>
        </p:nvSpPr>
        <p:spPr>
          <a:xfrm>
            <a:off x="937880" y="546374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5" name="r0_o04193"/>
          <p:cNvSpPr/>
          <p:nvPr/>
        </p:nvSpPr>
        <p:spPr>
          <a:xfrm>
            <a:off x="949512" y="547413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6" name="r0_o04194"/>
          <p:cNvSpPr/>
          <p:nvPr/>
        </p:nvSpPr>
        <p:spPr>
          <a:xfrm>
            <a:off x="949512" y="547413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7" name="r0_o04195"/>
          <p:cNvSpPr/>
          <p:nvPr/>
        </p:nvSpPr>
        <p:spPr>
          <a:xfrm>
            <a:off x="990222" y="551193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8" name="r0_o04196"/>
          <p:cNvSpPr/>
          <p:nvPr/>
        </p:nvSpPr>
        <p:spPr>
          <a:xfrm>
            <a:off x="997667" y="551858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9" name="r0_o04197"/>
          <p:cNvSpPr/>
          <p:nvPr/>
        </p:nvSpPr>
        <p:spPr>
          <a:xfrm>
            <a:off x="997667" y="551858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00" name="r0_o04198"/>
          <p:cNvSpPr/>
          <p:nvPr/>
        </p:nvSpPr>
        <p:spPr>
          <a:xfrm flipV="1">
            <a:off x="719890" y="446773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1" name="r0_o04199"/>
          <p:cNvSpPr/>
          <p:nvPr/>
        </p:nvSpPr>
        <p:spPr>
          <a:xfrm flipV="1">
            <a:off x="2349170" y="485331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2" name="r0_o04200"/>
          <p:cNvSpPr/>
          <p:nvPr/>
        </p:nvSpPr>
        <p:spPr>
          <a:xfrm flipH="1" flipV="1">
            <a:off x="2123283" y="4793481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3" name="r0_o04201"/>
          <p:cNvSpPr/>
          <p:nvPr/>
        </p:nvSpPr>
        <p:spPr>
          <a:xfrm>
            <a:off x="667028" y="475359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4" name="r0_o04202"/>
          <p:cNvSpPr/>
          <p:nvPr/>
        </p:nvSpPr>
        <p:spPr>
          <a:xfrm>
            <a:off x="2132892" y="443006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5" name="r0_o04203"/>
          <p:cNvSpPr/>
          <p:nvPr/>
        </p:nvSpPr>
        <p:spPr>
          <a:xfrm>
            <a:off x="1488877" y="467382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6" name="r0_o04204"/>
          <p:cNvSpPr/>
          <p:nvPr/>
        </p:nvSpPr>
        <p:spPr>
          <a:xfrm>
            <a:off x="1262980" y="4605121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7" name="r0_o04205"/>
          <p:cNvSpPr/>
          <p:nvPr/>
        </p:nvSpPr>
        <p:spPr>
          <a:xfrm>
            <a:off x="1714764" y="4742516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8" name="r0_o04206"/>
          <p:cNvSpPr/>
          <p:nvPr/>
        </p:nvSpPr>
        <p:spPr>
          <a:xfrm flipV="1">
            <a:off x="2123283" y="478461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09" name="r0_o04207"/>
          <p:cNvSpPr/>
          <p:nvPr/>
        </p:nvSpPr>
        <p:spPr>
          <a:xfrm flipH="1" flipV="1">
            <a:off x="1541739" y="439682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0" name="r0_o04208"/>
          <p:cNvSpPr/>
          <p:nvPr/>
        </p:nvSpPr>
        <p:spPr>
          <a:xfrm flipH="1" flipV="1">
            <a:off x="1945460" y="462950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1" name="r0_o04209"/>
          <p:cNvSpPr/>
          <p:nvPr/>
        </p:nvSpPr>
        <p:spPr>
          <a:xfrm flipV="1">
            <a:off x="671827" y="456302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2" name="r0_o04210"/>
          <p:cNvSpPr/>
          <p:nvPr/>
        </p:nvSpPr>
        <p:spPr>
          <a:xfrm>
            <a:off x="1118801" y="489098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3" name="r0_o04211"/>
          <p:cNvSpPr/>
          <p:nvPr/>
        </p:nvSpPr>
        <p:spPr>
          <a:xfrm flipV="1">
            <a:off x="1219727" y="450983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4" name="r0_o04212"/>
          <p:cNvSpPr/>
          <p:nvPr/>
        </p:nvSpPr>
        <p:spPr>
          <a:xfrm flipH="1" flipV="1">
            <a:off x="993840" y="445000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5" name="r0_o04213"/>
          <p:cNvSpPr/>
          <p:nvPr/>
        </p:nvSpPr>
        <p:spPr>
          <a:xfrm>
            <a:off x="1858942" y="445665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6" name="r0_o04214"/>
          <p:cNvSpPr/>
          <p:nvPr/>
        </p:nvSpPr>
        <p:spPr>
          <a:xfrm flipV="1">
            <a:off x="945777" y="453642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7" name="r0_o04215"/>
          <p:cNvSpPr/>
          <p:nvPr/>
        </p:nvSpPr>
        <p:spPr>
          <a:xfrm>
            <a:off x="1762827" y="4647232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8" name="r0_o04216"/>
          <p:cNvSpPr/>
          <p:nvPr/>
        </p:nvSpPr>
        <p:spPr>
          <a:xfrm flipH="1" flipV="1">
            <a:off x="623764" y="4667168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19" name="r0_o04217"/>
          <p:cNvSpPr/>
          <p:nvPr/>
        </p:nvSpPr>
        <p:spPr>
          <a:xfrm flipH="1" flipV="1">
            <a:off x="1445613" y="4587394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0" name="r0_o04218"/>
          <p:cNvSpPr/>
          <p:nvPr/>
        </p:nvSpPr>
        <p:spPr>
          <a:xfrm flipV="1">
            <a:off x="1719563" y="4551938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1" name="r0_o04219"/>
          <p:cNvSpPr/>
          <p:nvPr/>
        </p:nvSpPr>
        <p:spPr>
          <a:xfrm flipV="1">
            <a:off x="1897397" y="471592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2" name="r0_o04220"/>
          <p:cNvSpPr/>
          <p:nvPr/>
        </p:nvSpPr>
        <p:spPr>
          <a:xfrm>
            <a:off x="2310726" y="459404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3" name="r0_o04221"/>
          <p:cNvSpPr/>
          <p:nvPr/>
        </p:nvSpPr>
        <p:spPr>
          <a:xfrm flipV="1">
            <a:off x="1815689" y="436137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4" name="r0_o04222"/>
          <p:cNvSpPr/>
          <p:nvPr/>
        </p:nvSpPr>
        <p:spPr>
          <a:xfrm flipV="1">
            <a:off x="1493676" y="448324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5" name="r0_o04223"/>
          <p:cNvSpPr/>
          <p:nvPr/>
        </p:nvSpPr>
        <p:spPr>
          <a:xfrm flipV="1">
            <a:off x="1945460" y="462064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6" name="r0_o04224"/>
          <p:cNvSpPr/>
          <p:nvPr/>
        </p:nvSpPr>
        <p:spPr>
          <a:xfrm flipV="1">
            <a:off x="1253371" y="495967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7" name="r0_o04225"/>
          <p:cNvSpPr/>
          <p:nvPr/>
        </p:nvSpPr>
        <p:spPr>
          <a:xfrm>
            <a:off x="1214927" y="470041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8" name="r0_o04226"/>
          <p:cNvSpPr/>
          <p:nvPr/>
        </p:nvSpPr>
        <p:spPr>
          <a:xfrm>
            <a:off x="1440814" y="476910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29" name="r0_o04227"/>
          <p:cNvSpPr/>
          <p:nvPr/>
        </p:nvSpPr>
        <p:spPr>
          <a:xfrm flipV="1">
            <a:off x="1575384" y="483780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0" name="r0_o04228"/>
          <p:cNvSpPr/>
          <p:nvPr/>
        </p:nvSpPr>
        <p:spPr>
          <a:xfrm flipH="1" flipV="1">
            <a:off x="1301434" y="4873255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1" name="r0_o04229"/>
          <p:cNvSpPr/>
          <p:nvPr/>
        </p:nvSpPr>
        <p:spPr>
          <a:xfrm flipV="1">
            <a:off x="1349497" y="476910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2" name="r0_o04230"/>
          <p:cNvSpPr/>
          <p:nvPr/>
        </p:nvSpPr>
        <p:spPr>
          <a:xfrm>
            <a:off x="715081" y="4658304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3" name="r0_o04231"/>
          <p:cNvSpPr/>
          <p:nvPr/>
        </p:nvSpPr>
        <p:spPr>
          <a:xfrm flipH="1" flipV="1">
            <a:off x="1719563" y="4560802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4" name="r0_o04232"/>
          <p:cNvSpPr/>
          <p:nvPr/>
        </p:nvSpPr>
        <p:spPr>
          <a:xfrm flipH="1" flipV="1">
            <a:off x="2041576" y="4438927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5" name="r0_o04233"/>
          <p:cNvSpPr/>
          <p:nvPr/>
        </p:nvSpPr>
        <p:spPr>
          <a:xfrm flipH="1" flipV="1">
            <a:off x="2267462" y="4507620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6" name="r0_o04234"/>
          <p:cNvSpPr/>
          <p:nvPr/>
        </p:nvSpPr>
        <p:spPr>
          <a:xfrm flipH="1" flipV="1">
            <a:off x="1171663" y="4613985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7" name="r0_o04235"/>
          <p:cNvSpPr/>
          <p:nvPr/>
        </p:nvSpPr>
        <p:spPr>
          <a:xfrm>
            <a:off x="811207" y="4467736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8" name="r0_o04236"/>
          <p:cNvSpPr/>
          <p:nvPr/>
        </p:nvSpPr>
        <p:spPr>
          <a:xfrm flipV="1">
            <a:off x="1541739" y="438796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39" name="r0_o04237"/>
          <p:cNvSpPr/>
          <p:nvPr/>
        </p:nvSpPr>
        <p:spPr>
          <a:xfrm flipV="1">
            <a:off x="2397233" y="475802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0" name="r0_o04238"/>
          <p:cNvSpPr/>
          <p:nvPr/>
        </p:nvSpPr>
        <p:spPr>
          <a:xfrm flipV="1">
            <a:off x="445941" y="449432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1" name="r0_o04239"/>
          <p:cNvSpPr/>
          <p:nvPr/>
        </p:nvSpPr>
        <p:spPr>
          <a:xfrm>
            <a:off x="940978" y="4727006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2" name="r0_o04240"/>
          <p:cNvSpPr/>
          <p:nvPr/>
        </p:nvSpPr>
        <p:spPr>
          <a:xfrm>
            <a:off x="763144" y="456302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3" name="r0_o04241"/>
          <p:cNvSpPr/>
          <p:nvPr/>
        </p:nvSpPr>
        <p:spPr>
          <a:xfrm>
            <a:off x="989030" y="4631712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4" name="r0_o04242"/>
          <p:cNvSpPr/>
          <p:nvPr/>
        </p:nvSpPr>
        <p:spPr>
          <a:xfrm flipV="1">
            <a:off x="1267790" y="441455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5" name="r0_o04243"/>
          <p:cNvSpPr/>
          <p:nvPr/>
        </p:nvSpPr>
        <p:spPr>
          <a:xfrm flipH="1" flipV="1">
            <a:off x="849661" y="473587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6" name="r0_o04244"/>
          <p:cNvSpPr/>
          <p:nvPr/>
        </p:nvSpPr>
        <p:spPr>
          <a:xfrm>
            <a:off x="1633056" y="4387962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7" name="r0_o04245"/>
          <p:cNvSpPr/>
          <p:nvPr/>
        </p:nvSpPr>
        <p:spPr>
          <a:xfrm>
            <a:off x="2084829" y="4525347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8" name="r0_o04246"/>
          <p:cNvSpPr/>
          <p:nvPr/>
        </p:nvSpPr>
        <p:spPr>
          <a:xfrm flipV="1">
            <a:off x="801598" y="482229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49" name="r0_o04247"/>
          <p:cNvSpPr/>
          <p:nvPr/>
        </p:nvSpPr>
        <p:spPr>
          <a:xfrm flipH="1" flipV="1">
            <a:off x="1397560" y="4682687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0" name="r0_o04248"/>
          <p:cNvSpPr/>
          <p:nvPr/>
        </p:nvSpPr>
        <p:spPr>
          <a:xfrm flipV="1">
            <a:off x="993840" y="444114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1" name="r0_o04249"/>
          <p:cNvSpPr/>
          <p:nvPr/>
        </p:nvSpPr>
        <p:spPr>
          <a:xfrm flipH="1" flipV="1">
            <a:off x="1493676" y="449211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2" name="r0_o04250"/>
          <p:cNvSpPr/>
          <p:nvPr/>
        </p:nvSpPr>
        <p:spPr>
          <a:xfrm flipV="1">
            <a:off x="849661" y="472700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3" name="r0_o04251"/>
          <p:cNvSpPr/>
          <p:nvPr/>
        </p:nvSpPr>
        <p:spPr>
          <a:xfrm flipV="1">
            <a:off x="1123611" y="4700415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4" name="r0_o04252"/>
          <p:cNvSpPr/>
          <p:nvPr/>
        </p:nvSpPr>
        <p:spPr>
          <a:xfrm flipH="1" flipV="1">
            <a:off x="1897397" y="472478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5" name="r0_o04253"/>
          <p:cNvSpPr/>
          <p:nvPr/>
        </p:nvSpPr>
        <p:spPr>
          <a:xfrm flipV="1">
            <a:off x="1445613" y="4578530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6" name="r0_o04254"/>
          <p:cNvSpPr/>
          <p:nvPr/>
        </p:nvSpPr>
        <p:spPr>
          <a:xfrm flipH="1" flipV="1">
            <a:off x="1815689" y="437023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7" name="r0_o04255"/>
          <p:cNvSpPr/>
          <p:nvPr/>
        </p:nvSpPr>
        <p:spPr>
          <a:xfrm>
            <a:off x="1940650" y="481120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8" name="r0_o04256"/>
          <p:cNvSpPr/>
          <p:nvPr/>
        </p:nvSpPr>
        <p:spPr>
          <a:xfrm flipV="1">
            <a:off x="1171663" y="460512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59" name="r0_o04257"/>
          <p:cNvSpPr/>
          <p:nvPr/>
        </p:nvSpPr>
        <p:spPr>
          <a:xfrm flipH="1" flipV="1">
            <a:off x="445941" y="4503191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0" name="r0_o04258"/>
          <p:cNvSpPr/>
          <p:nvPr/>
        </p:nvSpPr>
        <p:spPr>
          <a:xfrm>
            <a:off x="1359106" y="441455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1" name="r0_o04259"/>
          <p:cNvSpPr/>
          <p:nvPr/>
        </p:nvSpPr>
        <p:spPr>
          <a:xfrm flipH="1" flipV="1">
            <a:off x="1671510" y="465609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2" name="r0_o04260"/>
          <p:cNvSpPr/>
          <p:nvPr/>
        </p:nvSpPr>
        <p:spPr>
          <a:xfrm flipH="1" flipV="1">
            <a:off x="1123611" y="470927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3" name="r0_o04261"/>
          <p:cNvSpPr/>
          <p:nvPr/>
        </p:nvSpPr>
        <p:spPr>
          <a:xfrm flipH="1" flipV="1">
            <a:off x="1349497" y="4777971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4" name="r0_o04262"/>
          <p:cNvSpPr/>
          <p:nvPr/>
        </p:nvSpPr>
        <p:spPr>
          <a:xfrm>
            <a:off x="1907006" y="436137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5" name="r0_o04263"/>
          <p:cNvSpPr/>
          <p:nvPr/>
        </p:nvSpPr>
        <p:spPr>
          <a:xfrm>
            <a:off x="1311043" y="450983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6" name="r0_o04264"/>
          <p:cNvSpPr/>
          <p:nvPr/>
        </p:nvSpPr>
        <p:spPr>
          <a:xfrm>
            <a:off x="1536930" y="4578530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7" name="r0_o04265"/>
          <p:cNvSpPr/>
          <p:nvPr/>
        </p:nvSpPr>
        <p:spPr>
          <a:xfrm>
            <a:off x="1392751" y="486439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8" name="r0_o04266"/>
          <p:cNvSpPr/>
          <p:nvPr/>
        </p:nvSpPr>
        <p:spPr>
          <a:xfrm>
            <a:off x="1166864" y="4795699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69" name="r0_o04267"/>
          <p:cNvSpPr/>
          <p:nvPr/>
        </p:nvSpPr>
        <p:spPr>
          <a:xfrm flipV="1">
            <a:off x="2075220" y="487990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0" name="r0_o04268"/>
          <p:cNvSpPr/>
          <p:nvPr/>
        </p:nvSpPr>
        <p:spPr>
          <a:xfrm flipV="1">
            <a:off x="1767626" y="445665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1" name="r0_o04269"/>
          <p:cNvSpPr/>
          <p:nvPr/>
        </p:nvSpPr>
        <p:spPr>
          <a:xfrm flipV="1">
            <a:off x="1671510" y="464723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2" name="r0_o04270"/>
          <p:cNvSpPr/>
          <p:nvPr/>
        </p:nvSpPr>
        <p:spPr>
          <a:xfrm>
            <a:off x="2036776" y="462064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3" name="r0_o04271"/>
          <p:cNvSpPr/>
          <p:nvPr/>
        </p:nvSpPr>
        <p:spPr>
          <a:xfrm flipH="1" flipV="1">
            <a:off x="1027485" y="489984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4" name="r0_o04272"/>
          <p:cNvSpPr/>
          <p:nvPr/>
        </p:nvSpPr>
        <p:spPr>
          <a:xfrm flipV="1">
            <a:off x="1027485" y="489098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5" name="r0_o04273"/>
          <p:cNvSpPr/>
          <p:nvPr/>
        </p:nvSpPr>
        <p:spPr>
          <a:xfrm flipV="1">
            <a:off x="979422" y="498626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6" name="r0_o04274"/>
          <p:cNvSpPr/>
          <p:nvPr/>
        </p:nvSpPr>
        <p:spPr>
          <a:xfrm>
            <a:off x="2262663" y="4689333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7" name="r0_o04275"/>
          <p:cNvSpPr/>
          <p:nvPr/>
        </p:nvSpPr>
        <p:spPr>
          <a:xfrm flipV="1">
            <a:off x="2171346" y="468933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8" name="r0_o04276"/>
          <p:cNvSpPr/>
          <p:nvPr/>
        </p:nvSpPr>
        <p:spPr>
          <a:xfrm flipH="1" flipV="1">
            <a:off x="1767626" y="4465518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79" name="r0_o04277"/>
          <p:cNvSpPr/>
          <p:nvPr/>
        </p:nvSpPr>
        <p:spPr>
          <a:xfrm>
            <a:off x="1988713" y="4715925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0" name="r0_o04278"/>
          <p:cNvSpPr/>
          <p:nvPr/>
        </p:nvSpPr>
        <p:spPr>
          <a:xfrm flipV="1">
            <a:off x="1527321" y="493308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1" name="r0_o04279"/>
          <p:cNvSpPr/>
          <p:nvPr/>
        </p:nvSpPr>
        <p:spPr>
          <a:xfrm flipV="1">
            <a:off x="1993513" y="4525347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2" name="r0_o04280"/>
          <p:cNvSpPr/>
          <p:nvPr/>
        </p:nvSpPr>
        <p:spPr>
          <a:xfrm flipH="1" flipV="1">
            <a:off x="1575384" y="484666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3" name="r0_o04281"/>
          <p:cNvSpPr/>
          <p:nvPr/>
        </p:nvSpPr>
        <p:spPr>
          <a:xfrm flipV="1">
            <a:off x="1801271" y="490649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4" name="r0_o04282"/>
          <p:cNvSpPr/>
          <p:nvPr/>
        </p:nvSpPr>
        <p:spPr>
          <a:xfrm flipH="1" flipV="1">
            <a:off x="1623447" y="475138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5" name="r0_o04283"/>
          <p:cNvSpPr/>
          <p:nvPr/>
        </p:nvSpPr>
        <p:spPr>
          <a:xfrm>
            <a:off x="844851" y="491757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6" name="r0_o04284"/>
          <p:cNvSpPr/>
          <p:nvPr/>
        </p:nvSpPr>
        <p:spPr>
          <a:xfrm>
            <a:off x="1666701" y="483780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7" name="r0_o04285"/>
          <p:cNvSpPr/>
          <p:nvPr/>
        </p:nvSpPr>
        <p:spPr>
          <a:xfrm flipH="1" flipV="1">
            <a:off x="1993513" y="4534211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8" name="r0_o04286"/>
          <p:cNvSpPr/>
          <p:nvPr/>
        </p:nvSpPr>
        <p:spPr>
          <a:xfrm>
            <a:off x="1810879" y="4551938"/>
            <a:ext cx="134580" cy="7756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89" name="r0_o04287"/>
          <p:cNvSpPr/>
          <p:nvPr/>
        </p:nvSpPr>
        <p:spPr>
          <a:xfrm flipH="1" flipV="1">
            <a:off x="719890" y="447660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0" name="r0_o04288"/>
          <p:cNvSpPr/>
          <p:nvPr/>
        </p:nvSpPr>
        <p:spPr>
          <a:xfrm flipH="1" flipV="1">
            <a:off x="2445296" y="4671606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1" name="r0_o04289"/>
          <p:cNvSpPr/>
          <p:nvPr/>
        </p:nvSpPr>
        <p:spPr>
          <a:xfrm>
            <a:off x="537257" y="449432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2" name="r0_o04290"/>
          <p:cNvSpPr/>
          <p:nvPr/>
        </p:nvSpPr>
        <p:spPr>
          <a:xfrm>
            <a:off x="1584993" y="4483246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3" name="r0_o04291"/>
          <p:cNvSpPr/>
          <p:nvPr/>
        </p:nvSpPr>
        <p:spPr>
          <a:xfrm>
            <a:off x="1085156" y="4441144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4" name="r0_o04292"/>
          <p:cNvSpPr/>
          <p:nvPr/>
        </p:nvSpPr>
        <p:spPr>
          <a:xfrm flipH="1" flipV="1">
            <a:off x="945777" y="454529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5" name="r0_o04293"/>
          <p:cNvSpPr/>
          <p:nvPr/>
        </p:nvSpPr>
        <p:spPr>
          <a:xfrm flipH="1" flipV="1">
            <a:off x="2219409" y="4602913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6" name="r0_o04294"/>
          <p:cNvSpPr/>
          <p:nvPr/>
        </p:nvSpPr>
        <p:spPr>
          <a:xfrm>
            <a:off x="1037093" y="4536428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7" name="r0_o04295"/>
          <p:cNvSpPr/>
          <p:nvPr/>
        </p:nvSpPr>
        <p:spPr>
          <a:xfrm flipV="1">
            <a:off x="1623447" y="4742516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8" name="r0_o04296"/>
          <p:cNvSpPr/>
          <p:nvPr/>
        </p:nvSpPr>
        <p:spPr>
          <a:xfrm flipV="1">
            <a:off x="1397560" y="467382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299" name="r0_o04297"/>
          <p:cNvSpPr/>
          <p:nvPr/>
        </p:nvSpPr>
        <p:spPr>
          <a:xfrm flipV="1">
            <a:off x="897714" y="4631712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0" name="r0_o04298"/>
          <p:cNvSpPr/>
          <p:nvPr/>
        </p:nvSpPr>
        <p:spPr>
          <a:xfrm flipH="1" flipV="1">
            <a:off x="1849334" y="482007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1" name="r0_o04299"/>
          <p:cNvSpPr/>
          <p:nvPr/>
        </p:nvSpPr>
        <p:spPr>
          <a:xfrm flipV="1">
            <a:off x="2041576" y="4430063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2" name="r0_o04300"/>
          <p:cNvSpPr/>
          <p:nvPr/>
        </p:nvSpPr>
        <p:spPr>
          <a:xfrm flipH="1" flipV="1">
            <a:off x="1267790" y="4423417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3" name="r0_o04301"/>
          <p:cNvSpPr/>
          <p:nvPr/>
        </p:nvSpPr>
        <p:spPr>
          <a:xfrm flipH="1" flipV="1">
            <a:off x="2171346" y="4698197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4" name="r0_o04302"/>
          <p:cNvSpPr/>
          <p:nvPr/>
        </p:nvSpPr>
        <p:spPr>
          <a:xfrm flipH="1" flipV="1">
            <a:off x="671827" y="457188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5" name="r0_o04303"/>
          <p:cNvSpPr/>
          <p:nvPr/>
        </p:nvSpPr>
        <p:spPr>
          <a:xfrm>
            <a:off x="2214600" y="4784617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6" name="r0_o04304"/>
          <p:cNvSpPr/>
          <p:nvPr/>
        </p:nvSpPr>
        <p:spPr>
          <a:xfrm flipV="1">
            <a:off x="623764" y="4658304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7" name="r0_o04305"/>
          <p:cNvSpPr/>
          <p:nvPr/>
        </p:nvSpPr>
        <p:spPr>
          <a:xfrm flipH="1" flipV="1">
            <a:off x="1075548" y="4804562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8" name="r0_o04306"/>
          <p:cNvSpPr/>
          <p:nvPr/>
        </p:nvSpPr>
        <p:spPr>
          <a:xfrm>
            <a:off x="489194" y="4589611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09" name="r0_o04307"/>
          <p:cNvSpPr/>
          <p:nvPr/>
        </p:nvSpPr>
        <p:spPr>
          <a:xfrm flipV="1">
            <a:off x="1301434" y="4864391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0" name="r0_o04308"/>
          <p:cNvSpPr/>
          <p:nvPr/>
        </p:nvSpPr>
        <p:spPr>
          <a:xfrm flipH="1" flipV="1">
            <a:off x="801598" y="4831154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1" name="r0_o04309"/>
          <p:cNvSpPr/>
          <p:nvPr/>
        </p:nvSpPr>
        <p:spPr>
          <a:xfrm flipH="1" flipV="1">
            <a:off x="897714" y="4640576"/>
            <a:ext cx="43264" cy="8643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2" name="r0_o04310"/>
          <p:cNvSpPr/>
          <p:nvPr/>
        </p:nvSpPr>
        <p:spPr>
          <a:xfrm flipV="1">
            <a:off x="1849334" y="481120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3" name="r0_o04311"/>
          <p:cNvSpPr/>
          <p:nvPr/>
        </p:nvSpPr>
        <p:spPr>
          <a:xfrm>
            <a:off x="892914" y="4822290"/>
            <a:ext cx="134570" cy="77556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4" name="r0_o04312"/>
          <p:cNvSpPr/>
          <p:nvPr/>
        </p:nvSpPr>
        <p:spPr>
          <a:xfrm flipH="1" flipV="1">
            <a:off x="1219727" y="4518701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5" name="r0_o04313"/>
          <p:cNvSpPr/>
          <p:nvPr/>
        </p:nvSpPr>
        <p:spPr>
          <a:xfrm flipV="1">
            <a:off x="1075548" y="479569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6" name="r0_o04314"/>
          <p:cNvSpPr/>
          <p:nvPr/>
        </p:nvSpPr>
        <p:spPr>
          <a:xfrm flipV="1">
            <a:off x="2219409" y="4594049"/>
            <a:ext cx="91317" cy="8864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7" name="r0_o04315"/>
          <p:cNvSpPr/>
          <p:nvPr/>
        </p:nvSpPr>
        <p:spPr>
          <a:xfrm flipH="1" flipV="1">
            <a:off x="2397233" y="4766890"/>
            <a:ext cx="43254" cy="86420"/>
          </a:xfrm>
          <a:prstGeom prst="line">
            <a:avLst/>
          </a:prstGeom>
          <a:noFill/>
          <a:ln w="50673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4318" name="r0_o04316"/>
          <p:cNvSpPr/>
          <p:nvPr/>
        </p:nvSpPr>
        <p:spPr>
          <a:xfrm>
            <a:off x="1865464" y="431982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19" name="r0_o04317"/>
          <p:cNvSpPr/>
          <p:nvPr/>
        </p:nvSpPr>
        <p:spPr>
          <a:xfrm>
            <a:off x="1877096" y="433021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0" name="r0_o04318"/>
          <p:cNvSpPr/>
          <p:nvPr/>
        </p:nvSpPr>
        <p:spPr>
          <a:xfrm>
            <a:off x="1877096" y="433021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1" name="r0_o04319"/>
          <p:cNvSpPr/>
          <p:nvPr/>
        </p:nvSpPr>
        <p:spPr>
          <a:xfrm>
            <a:off x="1917806" y="436801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2" name="r0_o04320"/>
          <p:cNvSpPr/>
          <p:nvPr/>
        </p:nvSpPr>
        <p:spPr>
          <a:xfrm>
            <a:off x="1925251" y="437466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3" name="r0_o04321"/>
          <p:cNvSpPr/>
          <p:nvPr/>
        </p:nvSpPr>
        <p:spPr>
          <a:xfrm>
            <a:off x="1925251" y="437466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4" name="r0_o04322"/>
          <p:cNvSpPr/>
          <p:nvPr/>
        </p:nvSpPr>
        <p:spPr>
          <a:xfrm>
            <a:off x="1774147" y="432869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5" name="r0_o04323"/>
          <p:cNvSpPr/>
          <p:nvPr/>
        </p:nvSpPr>
        <p:spPr>
          <a:xfrm>
            <a:off x="1785779" y="433907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6" name="r0_o04324"/>
          <p:cNvSpPr/>
          <p:nvPr/>
        </p:nvSpPr>
        <p:spPr>
          <a:xfrm>
            <a:off x="1785779" y="433907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7" name="r0_o04325"/>
          <p:cNvSpPr/>
          <p:nvPr/>
        </p:nvSpPr>
        <p:spPr>
          <a:xfrm>
            <a:off x="1826490" y="437688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8" name="r0_o04326"/>
          <p:cNvSpPr/>
          <p:nvPr/>
        </p:nvSpPr>
        <p:spPr>
          <a:xfrm>
            <a:off x="1833934" y="438352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9" name="r0_o04327"/>
          <p:cNvSpPr/>
          <p:nvPr/>
        </p:nvSpPr>
        <p:spPr>
          <a:xfrm>
            <a:off x="1833934" y="438352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0" name="r0_o04328"/>
          <p:cNvSpPr/>
          <p:nvPr/>
        </p:nvSpPr>
        <p:spPr>
          <a:xfrm>
            <a:off x="1591514" y="434642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1" name="r0_o04329"/>
          <p:cNvSpPr/>
          <p:nvPr/>
        </p:nvSpPr>
        <p:spPr>
          <a:xfrm>
            <a:off x="1603146" y="435680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2" name="r0_o04330"/>
          <p:cNvSpPr/>
          <p:nvPr/>
        </p:nvSpPr>
        <p:spPr>
          <a:xfrm>
            <a:off x="1603146" y="435680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3" name="r0_o04331"/>
          <p:cNvSpPr/>
          <p:nvPr/>
        </p:nvSpPr>
        <p:spPr>
          <a:xfrm>
            <a:off x="1643857" y="439460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4" name="r0_o04332"/>
          <p:cNvSpPr/>
          <p:nvPr/>
        </p:nvSpPr>
        <p:spPr>
          <a:xfrm>
            <a:off x="1651301" y="440125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5" name="r0_o04333"/>
          <p:cNvSpPr/>
          <p:nvPr/>
        </p:nvSpPr>
        <p:spPr>
          <a:xfrm>
            <a:off x="1651301" y="440125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6" name="r0_o04334"/>
          <p:cNvSpPr/>
          <p:nvPr/>
        </p:nvSpPr>
        <p:spPr>
          <a:xfrm>
            <a:off x="1500198" y="435528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7" name="r0_o04335"/>
          <p:cNvSpPr/>
          <p:nvPr/>
        </p:nvSpPr>
        <p:spPr>
          <a:xfrm>
            <a:off x="1511829" y="436566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8" name="r0_o04336"/>
          <p:cNvSpPr/>
          <p:nvPr/>
        </p:nvSpPr>
        <p:spPr>
          <a:xfrm>
            <a:off x="1511829" y="436566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9" name="r0_o04337"/>
          <p:cNvSpPr/>
          <p:nvPr/>
        </p:nvSpPr>
        <p:spPr>
          <a:xfrm>
            <a:off x="1552540" y="440347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0" name="r0_o04338"/>
          <p:cNvSpPr/>
          <p:nvPr/>
        </p:nvSpPr>
        <p:spPr>
          <a:xfrm>
            <a:off x="1559984" y="441011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1" name="r0_o04339"/>
          <p:cNvSpPr/>
          <p:nvPr/>
        </p:nvSpPr>
        <p:spPr>
          <a:xfrm>
            <a:off x="1559984" y="441011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2" name="r0_o04340"/>
          <p:cNvSpPr/>
          <p:nvPr/>
        </p:nvSpPr>
        <p:spPr>
          <a:xfrm>
            <a:off x="1317565" y="437301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3" name="r0_o04341"/>
          <p:cNvSpPr/>
          <p:nvPr/>
        </p:nvSpPr>
        <p:spPr>
          <a:xfrm>
            <a:off x="1329196" y="438339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4" name="r0_o04342"/>
          <p:cNvSpPr/>
          <p:nvPr/>
        </p:nvSpPr>
        <p:spPr>
          <a:xfrm>
            <a:off x="1329196" y="438339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5" name="r0_o04343"/>
          <p:cNvSpPr/>
          <p:nvPr/>
        </p:nvSpPr>
        <p:spPr>
          <a:xfrm>
            <a:off x="1369907" y="442120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6" name="r0_o04344"/>
          <p:cNvSpPr/>
          <p:nvPr/>
        </p:nvSpPr>
        <p:spPr>
          <a:xfrm>
            <a:off x="1377351" y="442784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7" name="r0_o04345"/>
          <p:cNvSpPr/>
          <p:nvPr/>
        </p:nvSpPr>
        <p:spPr>
          <a:xfrm>
            <a:off x="1377351" y="442784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8" name="r0_o04346"/>
          <p:cNvSpPr/>
          <p:nvPr/>
        </p:nvSpPr>
        <p:spPr>
          <a:xfrm>
            <a:off x="1226248" y="438187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9" name="r0_o04347"/>
          <p:cNvSpPr/>
          <p:nvPr/>
        </p:nvSpPr>
        <p:spPr>
          <a:xfrm>
            <a:off x="1237880" y="439226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0" name="r0_o04348"/>
          <p:cNvSpPr/>
          <p:nvPr/>
        </p:nvSpPr>
        <p:spPr>
          <a:xfrm>
            <a:off x="1237880" y="439226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1" name="r0_o04349"/>
          <p:cNvSpPr/>
          <p:nvPr/>
        </p:nvSpPr>
        <p:spPr>
          <a:xfrm>
            <a:off x="1278590" y="443006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2" name="r0_o04350"/>
          <p:cNvSpPr/>
          <p:nvPr/>
        </p:nvSpPr>
        <p:spPr>
          <a:xfrm>
            <a:off x="1286035" y="443671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3" name="r0_o04351"/>
          <p:cNvSpPr/>
          <p:nvPr/>
        </p:nvSpPr>
        <p:spPr>
          <a:xfrm>
            <a:off x="1286035" y="443671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4" name="r0_o04352"/>
          <p:cNvSpPr/>
          <p:nvPr/>
        </p:nvSpPr>
        <p:spPr>
          <a:xfrm>
            <a:off x="2091351" y="438852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5" name="r0_o04353"/>
          <p:cNvSpPr/>
          <p:nvPr/>
        </p:nvSpPr>
        <p:spPr>
          <a:xfrm>
            <a:off x="2102982" y="439890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6" name="r0_o04354"/>
          <p:cNvSpPr/>
          <p:nvPr/>
        </p:nvSpPr>
        <p:spPr>
          <a:xfrm>
            <a:off x="2102982" y="439890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7" name="r0_o04355"/>
          <p:cNvSpPr/>
          <p:nvPr/>
        </p:nvSpPr>
        <p:spPr>
          <a:xfrm>
            <a:off x="2143693" y="443671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8" name="r0_o04356"/>
          <p:cNvSpPr/>
          <p:nvPr/>
        </p:nvSpPr>
        <p:spPr>
          <a:xfrm>
            <a:off x="2151137" y="444335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9" name="r0_o04357"/>
          <p:cNvSpPr/>
          <p:nvPr/>
        </p:nvSpPr>
        <p:spPr>
          <a:xfrm>
            <a:off x="2151137" y="444335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0" name="r0_o04358"/>
          <p:cNvSpPr/>
          <p:nvPr/>
        </p:nvSpPr>
        <p:spPr>
          <a:xfrm>
            <a:off x="2000034" y="439738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1" name="r0_o04359"/>
          <p:cNvSpPr/>
          <p:nvPr/>
        </p:nvSpPr>
        <p:spPr>
          <a:xfrm>
            <a:off x="2011666" y="440777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2" name="r0_o04360"/>
          <p:cNvSpPr/>
          <p:nvPr/>
        </p:nvSpPr>
        <p:spPr>
          <a:xfrm>
            <a:off x="2011666" y="440777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3" name="r0_o04361"/>
          <p:cNvSpPr/>
          <p:nvPr/>
        </p:nvSpPr>
        <p:spPr>
          <a:xfrm>
            <a:off x="1043615" y="439960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4" name="r0_o04362"/>
          <p:cNvSpPr/>
          <p:nvPr/>
        </p:nvSpPr>
        <p:spPr>
          <a:xfrm>
            <a:off x="1055247" y="440998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5" name="r0_o04363"/>
          <p:cNvSpPr/>
          <p:nvPr/>
        </p:nvSpPr>
        <p:spPr>
          <a:xfrm>
            <a:off x="1055247" y="440998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6" name="r0_o04364"/>
          <p:cNvSpPr/>
          <p:nvPr/>
        </p:nvSpPr>
        <p:spPr>
          <a:xfrm>
            <a:off x="1095957" y="444779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7" name="r0_o04365"/>
          <p:cNvSpPr/>
          <p:nvPr/>
        </p:nvSpPr>
        <p:spPr>
          <a:xfrm>
            <a:off x="1103402" y="445443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8" name="r0_o04366"/>
          <p:cNvSpPr/>
          <p:nvPr/>
        </p:nvSpPr>
        <p:spPr>
          <a:xfrm>
            <a:off x="1103402" y="445443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9" name="r0_o04367"/>
          <p:cNvSpPr/>
          <p:nvPr/>
        </p:nvSpPr>
        <p:spPr>
          <a:xfrm>
            <a:off x="952298" y="440846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0" name="r0_o04368"/>
          <p:cNvSpPr/>
          <p:nvPr/>
        </p:nvSpPr>
        <p:spPr>
          <a:xfrm>
            <a:off x="963930" y="441885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1" name="r0_o04369"/>
          <p:cNvSpPr/>
          <p:nvPr/>
        </p:nvSpPr>
        <p:spPr>
          <a:xfrm>
            <a:off x="963930" y="441885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2" name="r0_o04370"/>
          <p:cNvSpPr/>
          <p:nvPr/>
        </p:nvSpPr>
        <p:spPr>
          <a:xfrm>
            <a:off x="1004641" y="4456655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3" name="r0_o04371"/>
          <p:cNvSpPr/>
          <p:nvPr/>
        </p:nvSpPr>
        <p:spPr>
          <a:xfrm>
            <a:off x="1012085" y="446330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4" name="r0_o04372"/>
          <p:cNvSpPr/>
          <p:nvPr/>
        </p:nvSpPr>
        <p:spPr>
          <a:xfrm>
            <a:off x="1012085" y="446330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5" name="r0_o04373"/>
          <p:cNvSpPr/>
          <p:nvPr/>
        </p:nvSpPr>
        <p:spPr>
          <a:xfrm>
            <a:off x="1817401" y="441511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6" name="r0_o04374"/>
          <p:cNvSpPr/>
          <p:nvPr/>
        </p:nvSpPr>
        <p:spPr>
          <a:xfrm>
            <a:off x="1829033" y="442549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7" name="r0_o04375"/>
          <p:cNvSpPr/>
          <p:nvPr/>
        </p:nvSpPr>
        <p:spPr>
          <a:xfrm>
            <a:off x="1829033" y="442549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8" name="r0_o04376"/>
          <p:cNvSpPr/>
          <p:nvPr/>
        </p:nvSpPr>
        <p:spPr>
          <a:xfrm>
            <a:off x="1726084" y="442397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9" name="r0_o04377"/>
          <p:cNvSpPr/>
          <p:nvPr/>
        </p:nvSpPr>
        <p:spPr>
          <a:xfrm>
            <a:off x="1737716" y="443436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0" name="r0_o04378"/>
          <p:cNvSpPr/>
          <p:nvPr/>
        </p:nvSpPr>
        <p:spPr>
          <a:xfrm>
            <a:off x="1737716" y="443436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1" name="r0_o04379"/>
          <p:cNvSpPr/>
          <p:nvPr/>
        </p:nvSpPr>
        <p:spPr>
          <a:xfrm>
            <a:off x="769665" y="442619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2" name="r0_o04380"/>
          <p:cNvSpPr/>
          <p:nvPr/>
        </p:nvSpPr>
        <p:spPr>
          <a:xfrm>
            <a:off x="781297" y="443658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3" name="r0_o04381"/>
          <p:cNvSpPr/>
          <p:nvPr/>
        </p:nvSpPr>
        <p:spPr>
          <a:xfrm>
            <a:off x="781297" y="443658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4" name="r0_o04382"/>
          <p:cNvSpPr/>
          <p:nvPr/>
        </p:nvSpPr>
        <p:spPr>
          <a:xfrm>
            <a:off x="822008" y="447438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5" name="r0_o04383"/>
          <p:cNvSpPr/>
          <p:nvPr/>
        </p:nvSpPr>
        <p:spPr>
          <a:xfrm>
            <a:off x="829452" y="448102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6" name="r0_o04384"/>
          <p:cNvSpPr/>
          <p:nvPr/>
        </p:nvSpPr>
        <p:spPr>
          <a:xfrm>
            <a:off x="829452" y="448102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7" name="r0_o04385"/>
          <p:cNvSpPr/>
          <p:nvPr/>
        </p:nvSpPr>
        <p:spPr>
          <a:xfrm>
            <a:off x="678349" y="443505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8" name="r0_o04386"/>
          <p:cNvSpPr/>
          <p:nvPr/>
        </p:nvSpPr>
        <p:spPr>
          <a:xfrm>
            <a:off x="689980" y="444544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9" name="r0_o04387"/>
          <p:cNvSpPr/>
          <p:nvPr/>
        </p:nvSpPr>
        <p:spPr>
          <a:xfrm>
            <a:off x="689980" y="444544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0" name="r0_o04388"/>
          <p:cNvSpPr/>
          <p:nvPr/>
        </p:nvSpPr>
        <p:spPr>
          <a:xfrm>
            <a:off x="730691" y="448324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1" name="r0_o04389"/>
          <p:cNvSpPr/>
          <p:nvPr/>
        </p:nvSpPr>
        <p:spPr>
          <a:xfrm>
            <a:off x="738135" y="448989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2" name="r0_o04390"/>
          <p:cNvSpPr/>
          <p:nvPr/>
        </p:nvSpPr>
        <p:spPr>
          <a:xfrm>
            <a:off x="738135" y="448989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3" name="r0_o04391"/>
          <p:cNvSpPr/>
          <p:nvPr/>
        </p:nvSpPr>
        <p:spPr>
          <a:xfrm>
            <a:off x="1543451" y="444170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4" name="r0_o04392"/>
          <p:cNvSpPr/>
          <p:nvPr/>
        </p:nvSpPr>
        <p:spPr>
          <a:xfrm>
            <a:off x="1555083" y="445209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5" name="r0_o04393"/>
          <p:cNvSpPr/>
          <p:nvPr/>
        </p:nvSpPr>
        <p:spPr>
          <a:xfrm>
            <a:off x="1555083" y="445209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6" name="r0_o04394"/>
          <p:cNvSpPr/>
          <p:nvPr/>
        </p:nvSpPr>
        <p:spPr>
          <a:xfrm>
            <a:off x="1452135" y="445056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7" name="r0_o04395"/>
          <p:cNvSpPr/>
          <p:nvPr/>
        </p:nvSpPr>
        <p:spPr>
          <a:xfrm>
            <a:off x="1463766" y="446095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8" name="r0_o04396"/>
          <p:cNvSpPr/>
          <p:nvPr/>
        </p:nvSpPr>
        <p:spPr>
          <a:xfrm>
            <a:off x="1463766" y="446095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9" name="r0_o04397"/>
          <p:cNvSpPr/>
          <p:nvPr/>
        </p:nvSpPr>
        <p:spPr>
          <a:xfrm>
            <a:off x="495716" y="445278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0" name="r0_o04398"/>
          <p:cNvSpPr/>
          <p:nvPr/>
        </p:nvSpPr>
        <p:spPr>
          <a:xfrm>
            <a:off x="507347" y="446317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1" name="r0_o04399"/>
          <p:cNvSpPr/>
          <p:nvPr/>
        </p:nvSpPr>
        <p:spPr>
          <a:xfrm>
            <a:off x="507347" y="446317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2" name="r0_o04400"/>
          <p:cNvSpPr/>
          <p:nvPr/>
        </p:nvSpPr>
        <p:spPr>
          <a:xfrm>
            <a:off x="548058" y="450097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3" name="r0_o04401"/>
          <p:cNvSpPr/>
          <p:nvPr/>
        </p:nvSpPr>
        <p:spPr>
          <a:xfrm>
            <a:off x="555502" y="450762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4" name="r0_o04402"/>
          <p:cNvSpPr/>
          <p:nvPr/>
        </p:nvSpPr>
        <p:spPr>
          <a:xfrm>
            <a:off x="555502" y="450762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5" name="r0_o04403"/>
          <p:cNvSpPr/>
          <p:nvPr/>
        </p:nvSpPr>
        <p:spPr>
          <a:xfrm>
            <a:off x="404399" y="446164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6" name="r0_o04404"/>
          <p:cNvSpPr/>
          <p:nvPr/>
        </p:nvSpPr>
        <p:spPr>
          <a:xfrm>
            <a:off x="416031" y="447203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7" name="r0_o04405"/>
          <p:cNvSpPr/>
          <p:nvPr/>
        </p:nvSpPr>
        <p:spPr>
          <a:xfrm>
            <a:off x="416031" y="447203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8" name="r0_o04406"/>
          <p:cNvSpPr/>
          <p:nvPr/>
        </p:nvSpPr>
        <p:spPr>
          <a:xfrm>
            <a:off x="456741" y="450983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9" name="r0_o04407"/>
          <p:cNvSpPr/>
          <p:nvPr/>
        </p:nvSpPr>
        <p:spPr>
          <a:xfrm>
            <a:off x="464186" y="451648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0" name="r0_o04408"/>
          <p:cNvSpPr/>
          <p:nvPr/>
        </p:nvSpPr>
        <p:spPr>
          <a:xfrm>
            <a:off x="464186" y="451648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1" name="r0_o04409"/>
          <p:cNvSpPr/>
          <p:nvPr/>
        </p:nvSpPr>
        <p:spPr>
          <a:xfrm>
            <a:off x="2225921" y="446607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2" name="r0_o04410"/>
          <p:cNvSpPr/>
          <p:nvPr/>
        </p:nvSpPr>
        <p:spPr>
          <a:xfrm>
            <a:off x="2237552" y="447646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3" name="r0_o04411"/>
          <p:cNvSpPr/>
          <p:nvPr/>
        </p:nvSpPr>
        <p:spPr>
          <a:xfrm>
            <a:off x="2237552" y="447646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4" name="r0_o04412"/>
          <p:cNvSpPr/>
          <p:nvPr/>
        </p:nvSpPr>
        <p:spPr>
          <a:xfrm>
            <a:off x="2278263" y="451426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5" name="r0_o04413"/>
          <p:cNvSpPr/>
          <p:nvPr/>
        </p:nvSpPr>
        <p:spPr>
          <a:xfrm>
            <a:off x="2285707" y="452091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6" name="r0_o04414"/>
          <p:cNvSpPr/>
          <p:nvPr/>
        </p:nvSpPr>
        <p:spPr>
          <a:xfrm>
            <a:off x="2285707" y="452091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7" name="r0_o04415"/>
          <p:cNvSpPr/>
          <p:nvPr/>
        </p:nvSpPr>
        <p:spPr>
          <a:xfrm>
            <a:off x="1269502" y="446829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8" name="r0_o04416"/>
          <p:cNvSpPr/>
          <p:nvPr/>
        </p:nvSpPr>
        <p:spPr>
          <a:xfrm>
            <a:off x="1281133" y="447868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9" name="r0_o04417"/>
          <p:cNvSpPr/>
          <p:nvPr/>
        </p:nvSpPr>
        <p:spPr>
          <a:xfrm>
            <a:off x="1281133" y="447868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0" name="r0_o04418"/>
          <p:cNvSpPr/>
          <p:nvPr/>
        </p:nvSpPr>
        <p:spPr>
          <a:xfrm>
            <a:off x="1178185" y="447715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1" name="r0_o04419"/>
          <p:cNvSpPr/>
          <p:nvPr/>
        </p:nvSpPr>
        <p:spPr>
          <a:xfrm>
            <a:off x="1189817" y="448754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2" name="r0_o04420"/>
          <p:cNvSpPr/>
          <p:nvPr/>
        </p:nvSpPr>
        <p:spPr>
          <a:xfrm>
            <a:off x="1189817" y="448754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3" name="r0_o04421"/>
          <p:cNvSpPr/>
          <p:nvPr/>
        </p:nvSpPr>
        <p:spPr>
          <a:xfrm>
            <a:off x="2043288" y="448380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4" name="r0_o04422"/>
          <p:cNvSpPr/>
          <p:nvPr/>
        </p:nvSpPr>
        <p:spPr>
          <a:xfrm>
            <a:off x="2054919" y="449419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5" name="r0_o04423"/>
          <p:cNvSpPr/>
          <p:nvPr/>
        </p:nvSpPr>
        <p:spPr>
          <a:xfrm>
            <a:off x="2054919" y="449419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6" name="r0_o04424"/>
          <p:cNvSpPr/>
          <p:nvPr/>
        </p:nvSpPr>
        <p:spPr>
          <a:xfrm>
            <a:off x="1951971" y="449266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7" name="r0_o04425"/>
          <p:cNvSpPr/>
          <p:nvPr/>
        </p:nvSpPr>
        <p:spPr>
          <a:xfrm>
            <a:off x="1963603" y="450305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8" name="r0_o04426"/>
          <p:cNvSpPr/>
          <p:nvPr/>
        </p:nvSpPr>
        <p:spPr>
          <a:xfrm>
            <a:off x="1963603" y="450305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9" name="r0_o04427"/>
          <p:cNvSpPr/>
          <p:nvPr/>
        </p:nvSpPr>
        <p:spPr>
          <a:xfrm>
            <a:off x="995552" y="449488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0" name="r0_o04428"/>
          <p:cNvSpPr/>
          <p:nvPr/>
        </p:nvSpPr>
        <p:spPr>
          <a:xfrm>
            <a:off x="1007183" y="450527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1" name="r0_o04429"/>
          <p:cNvSpPr/>
          <p:nvPr/>
        </p:nvSpPr>
        <p:spPr>
          <a:xfrm>
            <a:off x="1007183" y="450527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2" name="r0_o04430"/>
          <p:cNvSpPr/>
          <p:nvPr/>
        </p:nvSpPr>
        <p:spPr>
          <a:xfrm>
            <a:off x="904235" y="450375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3" name="r0_o04431"/>
          <p:cNvSpPr/>
          <p:nvPr/>
        </p:nvSpPr>
        <p:spPr>
          <a:xfrm>
            <a:off x="915867" y="451413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4" name="r0_o04432"/>
          <p:cNvSpPr/>
          <p:nvPr/>
        </p:nvSpPr>
        <p:spPr>
          <a:xfrm>
            <a:off x="915867" y="451413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5" name="r0_o04433"/>
          <p:cNvSpPr/>
          <p:nvPr/>
        </p:nvSpPr>
        <p:spPr>
          <a:xfrm>
            <a:off x="1769338" y="451039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6" name="r0_o04434"/>
          <p:cNvSpPr/>
          <p:nvPr/>
        </p:nvSpPr>
        <p:spPr>
          <a:xfrm>
            <a:off x="1780970" y="452078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7" name="r0_o04435"/>
          <p:cNvSpPr/>
          <p:nvPr/>
        </p:nvSpPr>
        <p:spPr>
          <a:xfrm>
            <a:off x="1780970" y="452078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8" name="r0_o04436"/>
          <p:cNvSpPr/>
          <p:nvPr/>
        </p:nvSpPr>
        <p:spPr>
          <a:xfrm>
            <a:off x="1678021" y="451926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9" name="r0_o04437"/>
          <p:cNvSpPr/>
          <p:nvPr/>
        </p:nvSpPr>
        <p:spPr>
          <a:xfrm>
            <a:off x="1689653" y="452964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0" name="r0_o04438"/>
          <p:cNvSpPr/>
          <p:nvPr/>
        </p:nvSpPr>
        <p:spPr>
          <a:xfrm>
            <a:off x="1689653" y="452964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1" name="r0_o04439"/>
          <p:cNvSpPr/>
          <p:nvPr/>
        </p:nvSpPr>
        <p:spPr>
          <a:xfrm>
            <a:off x="721602" y="452147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2" name="r0_o04440"/>
          <p:cNvSpPr/>
          <p:nvPr/>
        </p:nvSpPr>
        <p:spPr>
          <a:xfrm>
            <a:off x="733234" y="453186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3" name="r0_o04441"/>
          <p:cNvSpPr/>
          <p:nvPr/>
        </p:nvSpPr>
        <p:spPr>
          <a:xfrm>
            <a:off x="733234" y="453186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4" name="r0_o04442"/>
          <p:cNvSpPr/>
          <p:nvPr/>
        </p:nvSpPr>
        <p:spPr>
          <a:xfrm>
            <a:off x="630286" y="453034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5" name="r0_o04443"/>
          <p:cNvSpPr/>
          <p:nvPr/>
        </p:nvSpPr>
        <p:spPr>
          <a:xfrm>
            <a:off x="641917" y="454072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6" name="r0_o04444"/>
          <p:cNvSpPr/>
          <p:nvPr/>
        </p:nvSpPr>
        <p:spPr>
          <a:xfrm>
            <a:off x="641917" y="454072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7" name="r0_o04445"/>
          <p:cNvSpPr/>
          <p:nvPr/>
        </p:nvSpPr>
        <p:spPr>
          <a:xfrm>
            <a:off x="1495388" y="453698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8" name="r0_o04446"/>
          <p:cNvSpPr/>
          <p:nvPr/>
        </p:nvSpPr>
        <p:spPr>
          <a:xfrm>
            <a:off x="1507020" y="454737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9" name="r0_o04447"/>
          <p:cNvSpPr/>
          <p:nvPr/>
        </p:nvSpPr>
        <p:spPr>
          <a:xfrm>
            <a:off x="1507020" y="454737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0" name="r0_o04448"/>
          <p:cNvSpPr/>
          <p:nvPr/>
        </p:nvSpPr>
        <p:spPr>
          <a:xfrm>
            <a:off x="1404072" y="454585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1" name="r0_o04449"/>
          <p:cNvSpPr/>
          <p:nvPr/>
        </p:nvSpPr>
        <p:spPr>
          <a:xfrm>
            <a:off x="1415703" y="455623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2" name="r0_o04450"/>
          <p:cNvSpPr/>
          <p:nvPr/>
        </p:nvSpPr>
        <p:spPr>
          <a:xfrm>
            <a:off x="1415703" y="455623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3" name="r0_o04451"/>
          <p:cNvSpPr/>
          <p:nvPr/>
        </p:nvSpPr>
        <p:spPr>
          <a:xfrm>
            <a:off x="447652" y="454807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4" name="r0_o04452"/>
          <p:cNvSpPr/>
          <p:nvPr/>
        </p:nvSpPr>
        <p:spPr>
          <a:xfrm>
            <a:off x="459284" y="455845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5" name="r0_o04453"/>
          <p:cNvSpPr/>
          <p:nvPr/>
        </p:nvSpPr>
        <p:spPr>
          <a:xfrm>
            <a:off x="459284" y="455845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6" name="r0_o04454"/>
          <p:cNvSpPr/>
          <p:nvPr/>
        </p:nvSpPr>
        <p:spPr>
          <a:xfrm>
            <a:off x="499995" y="459625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7" name="r0_o04455"/>
          <p:cNvSpPr/>
          <p:nvPr/>
        </p:nvSpPr>
        <p:spPr>
          <a:xfrm>
            <a:off x="507439" y="460290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8" name="r0_o04456"/>
          <p:cNvSpPr/>
          <p:nvPr/>
        </p:nvSpPr>
        <p:spPr>
          <a:xfrm>
            <a:off x="507439" y="460290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9" name="r0_o04457"/>
          <p:cNvSpPr/>
          <p:nvPr/>
        </p:nvSpPr>
        <p:spPr>
          <a:xfrm>
            <a:off x="2269184" y="455250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0" name="r0_o04458"/>
          <p:cNvSpPr/>
          <p:nvPr/>
        </p:nvSpPr>
        <p:spPr>
          <a:xfrm>
            <a:off x="2280816" y="456289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1" name="r0_o04459"/>
          <p:cNvSpPr/>
          <p:nvPr/>
        </p:nvSpPr>
        <p:spPr>
          <a:xfrm>
            <a:off x="2280816" y="456289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2" name="r0_o04460"/>
          <p:cNvSpPr/>
          <p:nvPr/>
        </p:nvSpPr>
        <p:spPr>
          <a:xfrm>
            <a:off x="2177868" y="456137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3" name="r0_o04461"/>
          <p:cNvSpPr/>
          <p:nvPr/>
        </p:nvSpPr>
        <p:spPr>
          <a:xfrm>
            <a:off x="2189500" y="457175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4" name="r0_o04462"/>
          <p:cNvSpPr/>
          <p:nvPr/>
        </p:nvSpPr>
        <p:spPr>
          <a:xfrm>
            <a:off x="2189500" y="457175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5" name="r0_o04463"/>
          <p:cNvSpPr/>
          <p:nvPr/>
        </p:nvSpPr>
        <p:spPr>
          <a:xfrm>
            <a:off x="1221438" y="456358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6" name="r0_o04464"/>
          <p:cNvSpPr/>
          <p:nvPr/>
        </p:nvSpPr>
        <p:spPr>
          <a:xfrm>
            <a:off x="1233070" y="457396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7" name="r0_o04465"/>
          <p:cNvSpPr/>
          <p:nvPr/>
        </p:nvSpPr>
        <p:spPr>
          <a:xfrm>
            <a:off x="1233070" y="457396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8" name="r0_o04466"/>
          <p:cNvSpPr/>
          <p:nvPr/>
        </p:nvSpPr>
        <p:spPr>
          <a:xfrm>
            <a:off x="1130122" y="457244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9" name="r0_o04467"/>
          <p:cNvSpPr/>
          <p:nvPr/>
        </p:nvSpPr>
        <p:spPr>
          <a:xfrm>
            <a:off x="1141754" y="458282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0" name="r0_o04468"/>
          <p:cNvSpPr/>
          <p:nvPr/>
        </p:nvSpPr>
        <p:spPr>
          <a:xfrm>
            <a:off x="1141754" y="458282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1" name="r0_o04469"/>
          <p:cNvSpPr/>
          <p:nvPr/>
        </p:nvSpPr>
        <p:spPr>
          <a:xfrm>
            <a:off x="1995235" y="457909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2" name="r0_o04470"/>
          <p:cNvSpPr/>
          <p:nvPr/>
        </p:nvSpPr>
        <p:spPr>
          <a:xfrm>
            <a:off x="2006866" y="458948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3" name="r0_o04471"/>
          <p:cNvSpPr/>
          <p:nvPr/>
        </p:nvSpPr>
        <p:spPr>
          <a:xfrm>
            <a:off x="2006866" y="458948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4" name="r0_o04472"/>
          <p:cNvSpPr/>
          <p:nvPr/>
        </p:nvSpPr>
        <p:spPr>
          <a:xfrm>
            <a:off x="1903918" y="458796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5" name="r0_o04473"/>
          <p:cNvSpPr/>
          <p:nvPr/>
        </p:nvSpPr>
        <p:spPr>
          <a:xfrm>
            <a:off x="1915550" y="459834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6" name="r0_o04474"/>
          <p:cNvSpPr/>
          <p:nvPr/>
        </p:nvSpPr>
        <p:spPr>
          <a:xfrm>
            <a:off x="1915550" y="459834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7" name="r0_o04475"/>
          <p:cNvSpPr/>
          <p:nvPr/>
        </p:nvSpPr>
        <p:spPr>
          <a:xfrm>
            <a:off x="947489" y="459017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8" name="r0_o04476"/>
          <p:cNvSpPr/>
          <p:nvPr/>
        </p:nvSpPr>
        <p:spPr>
          <a:xfrm>
            <a:off x="959120" y="460055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9" name="r0_o04477"/>
          <p:cNvSpPr/>
          <p:nvPr/>
        </p:nvSpPr>
        <p:spPr>
          <a:xfrm>
            <a:off x="959120" y="460055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0" name="r0_o04478"/>
          <p:cNvSpPr/>
          <p:nvPr/>
        </p:nvSpPr>
        <p:spPr>
          <a:xfrm>
            <a:off x="856172" y="459903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1" name="r0_o04479"/>
          <p:cNvSpPr/>
          <p:nvPr/>
        </p:nvSpPr>
        <p:spPr>
          <a:xfrm>
            <a:off x="867804" y="460942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2" name="r0_o04480"/>
          <p:cNvSpPr/>
          <p:nvPr/>
        </p:nvSpPr>
        <p:spPr>
          <a:xfrm>
            <a:off x="867804" y="460942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3" name="r0_o04481"/>
          <p:cNvSpPr/>
          <p:nvPr/>
        </p:nvSpPr>
        <p:spPr>
          <a:xfrm>
            <a:off x="1721285" y="460569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4" name="r0_o04482"/>
          <p:cNvSpPr/>
          <p:nvPr/>
        </p:nvSpPr>
        <p:spPr>
          <a:xfrm>
            <a:off x="1732917" y="461607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5" name="r0_o04483"/>
          <p:cNvSpPr/>
          <p:nvPr/>
        </p:nvSpPr>
        <p:spPr>
          <a:xfrm>
            <a:off x="1732917" y="461607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6" name="r0_o04484"/>
          <p:cNvSpPr/>
          <p:nvPr/>
        </p:nvSpPr>
        <p:spPr>
          <a:xfrm>
            <a:off x="1629969" y="461455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7" name="r0_o04485"/>
          <p:cNvSpPr/>
          <p:nvPr/>
        </p:nvSpPr>
        <p:spPr>
          <a:xfrm>
            <a:off x="1641600" y="462494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8" name="r0_o04486"/>
          <p:cNvSpPr/>
          <p:nvPr/>
        </p:nvSpPr>
        <p:spPr>
          <a:xfrm>
            <a:off x="1641600" y="462494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9" name="r0_o04487"/>
          <p:cNvSpPr/>
          <p:nvPr/>
        </p:nvSpPr>
        <p:spPr>
          <a:xfrm>
            <a:off x="673539" y="461676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0" name="r0_o04488"/>
          <p:cNvSpPr/>
          <p:nvPr/>
        </p:nvSpPr>
        <p:spPr>
          <a:xfrm>
            <a:off x="685171" y="462714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1" name="r0_o04489"/>
          <p:cNvSpPr/>
          <p:nvPr/>
        </p:nvSpPr>
        <p:spPr>
          <a:xfrm>
            <a:off x="685171" y="462714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2" name="r0_o04490"/>
          <p:cNvSpPr/>
          <p:nvPr/>
        </p:nvSpPr>
        <p:spPr>
          <a:xfrm>
            <a:off x="582223" y="462562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3" name="r0_o04491"/>
          <p:cNvSpPr/>
          <p:nvPr/>
        </p:nvSpPr>
        <p:spPr>
          <a:xfrm>
            <a:off x="593854" y="463601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4" name="r0_o04492"/>
          <p:cNvSpPr/>
          <p:nvPr/>
        </p:nvSpPr>
        <p:spPr>
          <a:xfrm>
            <a:off x="593854" y="463601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5" name="r0_o04493"/>
          <p:cNvSpPr/>
          <p:nvPr/>
        </p:nvSpPr>
        <p:spPr>
          <a:xfrm>
            <a:off x="2403755" y="463006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6" name="r0_o04494"/>
          <p:cNvSpPr/>
          <p:nvPr/>
        </p:nvSpPr>
        <p:spPr>
          <a:xfrm>
            <a:off x="2415386" y="464045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7" name="r0_o04495"/>
          <p:cNvSpPr/>
          <p:nvPr/>
        </p:nvSpPr>
        <p:spPr>
          <a:xfrm>
            <a:off x="2415386" y="464045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8" name="r0_o04496"/>
          <p:cNvSpPr/>
          <p:nvPr/>
        </p:nvSpPr>
        <p:spPr>
          <a:xfrm>
            <a:off x="2456097" y="467825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9" name="r0_o04497"/>
          <p:cNvSpPr/>
          <p:nvPr/>
        </p:nvSpPr>
        <p:spPr>
          <a:xfrm>
            <a:off x="2463541" y="468489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0" name="r0_o04498"/>
          <p:cNvSpPr/>
          <p:nvPr/>
        </p:nvSpPr>
        <p:spPr>
          <a:xfrm>
            <a:off x="2463541" y="468489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1" name="r0_o04499"/>
          <p:cNvSpPr/>
          <p:nvPr/>
        </p:nvSpPr>
        <p:spPr>
          <a:xfrm>
            <a:off x="1447335" y="463228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2" name="r0_o04500"/>
          <p:cNvSpPr/>
          <p:nvPr/>
        </p:nvSpPr>
        <p:spPr>
          <a:xfrm>
            <a:off x="1458967" y="464266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3" name="r0_o04501"/>
          <p:cNvSpPr/>
          <p:nvPr/>
        </p:nvSpPr>
        <p:spPr>
          <a:xfrm>
            <a:off x="1458967" y="464266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4" name="r0_o04502"/>
          <p:cNvSpPr/>
          <p:nvPr/>
        </p:nvSpPr>
        <p:spPr>
          <a:xfrm>
            <a:off x="1356019" y="464114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5" name="r0_o04503"/>
          <p:cNvSpPr/>
          <p:nvPr/>
        </p:nvSpPr>
        <p:spPr>
          <a:xfrm>
            <a:off x="1367650" y="465153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6" name="r0_o04504"/>
          <p:cNvSpPr/>
          <p:nvPr/>
        </p:nvSpPr>
        <p:spPr>
          <a:xfrm>
            <a:off x="1367650" y="465153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7" name="r0_o04505"/>
          <p:cNvSpPr/>
          <p:nvPr/>
        </p:nvSpPr>
        <p:spPr>
          <a:xfrm>
            <a:off x="2221121" y="464779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8" name="r0_o04506"/>
          <p:cNvSpPr/>
          <p:nvPr/>
        </p:nvSpPr>
        <p:spPr>
          <a:xfrm>
            <a:off x="2232753" y="465817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9" name="r0_o04507"/>
          <p:cNvSpPr/>
          <p:nvPr/>
        </p:nvSpPr>
        <p:spPr>
          <a:xfrm>
            <a:off x="2232753" y="465817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0" name="r0_o04508"/>
          <p:cNvSpPr/>
          <p:nvPr/>
        </p:nvSpPr>
        <p:spPr>
          <a:xfrm>
            <a:off x="2129805" y="465665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1" name="r0_o04509"/>
          <p:cNvSpPr/>
          <p:nvPr/>
        </p:nvSpPr>
        <p:spPr>
          <a:xfrm>
            <a:off x="2141436" y="466704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2" name="r0_o04510"/>
          <p:cNvSpPr/>
          <p:nvPr/>
        </p:nvSpPr>
        <p:spPr>
          <a:xfrm>
            <a:off x="2141436" y="466704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3" name="r0_o04511"/>
          <p:cNvSpPr/>
          <p:nvPr/>
        </p:nvSpPr>
        <p:spPr>
          <a:xfrm>
            <a:off x="1173386" y="465887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4" name="r0_o04512"/>
          <p:cNvSpPr/>
          <p:nvPr/>
        </p:nvSpPr>
        <p:spPr>
          <a:xfrm>
            <a:off x="1185017" y="466925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5" name="r0_o04513"/>
          <p:cNvSpPr/>
          <p:nvPr/>
        </p:nvSpPr>
        <p:spPr>
          <a:xfrm>
            <a:off x="1185017" y="466925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6" name="r0_o04514"/>
          <p:cNvSpPr/>
          <p:nvPr/>
        </p:nvSpPr>
        <p:spPr>
          <a:xfrm>
            <a:off x="1082069" y="466773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7" name="r0_o04515"/>
          <p:cNvSpPr/>
          <p:nvPr/>
        </p:nvSpPr>
        <p:spPr>
          <a:xfrm>
            <a:off x="1093701" y="467812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8" name="r0_o04516"/>
          <p:cNvSpPr/>
          <p:nvPr/>
        </p:nvSpPr>
        <p:spPr>
          <a:xfrm>
            <a:off x="1093701" y="467812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9" name="r0_o04517"/>
          <p:cNvSpPr/>
          <p:nvPr/>
        </p:nvSpPr>
        <p:spPr>
          <a:xfrm>
            <a:off x="1947172" y="467438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0" name="r0_o04518"/>
          <p:cNvSpPr/>
          <p:nvPr/>
        </p:nvSpPr>
        <p:spPr>
          <a:xfrm>
            <a:off x="1958803" y="468476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1" name="r0_o04519"/>
          <p:cNvSpPr/>
          <p:nvPr/>
        </p:nvSpPr>
        <p:spPr>
          <a:xfrm>
            <a:off x="1958803" y="468476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2" name="r0_o04520"/>
          <p:cNvSpPr/>
          <p:nvPr/>
        </p:nvSpPr>
        <p:spPr>
          <a:xfrm>
            <a:off x="1855855" y="468324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3" name="r0_o04521"/>
          <p:cNvSpPr/>
          <p:nvPr/>
        </p:nvSpPr>
        <p:spPr>
          <a:xfrm>
            <a:off x="1867487" y="469363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4" name="r0_o04522"/>
          <p:cNvSpPr/>
          <p:nvPr/>
        </p:nvSpPr>
        <p:spPr>
          <a:xfrm>
            <a:off x="1867487" y="469363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5" name="r0_o04523"/>
          <p:cNvSpPr/>
          <p:nvPr/>
        </p:nvSpPr>
        <p:spPr>
          <a:xfrm>
            <a:off x="899436" y="468546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6" name="r0_o04524"/>
          <p:cNvSpPr/>
          <p:nvPr/>
        </p:nvSpPr>
        <p:spPr>
          <a:xfrm>
            <a:off x="911068" y="469585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7" name="r0_o04525"/>
          <p:cNvSpPr/>
          <p:nvPr/>
        </p:nvSpPr>
        <p:spPr>
          <a:xfrm>
            <a:off x="911068" y="469585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8" name="r0_o04526"/>
          <p:cNvSpPr/>
          <p:nvPr/>
        </p:nvSpPr>
        <p:spPr>
          <a:xfrm>
            <a:off x="808119" y="469432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9" name="r0_o04527"/>
          <p:cNvSpPr/>
          <p:nvPr/>
        </p:nvSpPr>
        <p:spPr>
          <a:xfrm>
            <a:off x="819751" y="470471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0" name="r0_o04528"/>
          <p:cNvSpPr/>
          <p:nvPr/>
        </p:nvSpPr>
        <p:spPr>
          <a:xfrm>
            <a:off x="819751" y="470471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1" name="r0_o04529"/>
          <p:cNvSpPr/>
          <p:nvPr/>
        </p:nvSpPr>
        <p:spPr>
          <a:xfrm>
            <a:off x="1673222" y="470097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2" name="r0_o04530"/>
          <p:cNvSpPr/>
          <p:nvPr/>
        </p:nvSpPr>
        <p:spPr>
          <a:xfrm>
            <a:off x="1684854" y="471136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3" name="r0_o04531"/>
          <p:cNvSpPr/>
          <p:nvPr/>
        </p:nvSpPr>
        <p:spPr>
          <a:xfrm>
            <a:off x="1684854" y="471136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4" name="r0_o04532"/>
          <p:cNvSpPr/>
          <p:nvPr/>
        </p:nvSpPr>
        <p:spPr>
          <a:xfrm>
            <a:off x="1581905" y="470983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5" name="r0_o04533"/>
          <p:cNvSpPr/>
          <p:nvPr/>
        </p:nvSpPr>
        <p:spPr>
          <a:xfrm>
            <a:off x="1593537" y="472022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6" name="r0_o04534"/>
          <p:cNvSpPr/>
          <p:nvPr/>
        </p:nvSpPr>
        <p:spPr>
          <a:xfrm>
            <a:off x="1593537" y="472022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7" name="r0_o04535"/>
          <p:cNvSpPr/>
          <p:nvPr/>
        </p:nvSpPr>
        <p:spPr>
          <a:xfrm>
            <a:off x="625486" y="471205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8" name="r0_o04536"/>
          <p:cNvSpPr/>
          <p:nvPr/>
        </p:nvSpPr>
        <p:spPr>
          <a:xfrm>
            <a:off x="637118" y="472244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9" name="r0_o04537"/>
          <p:cNvSpPr/>
          <p:nvPr/>
        </p:nvSpPr>
        <p:spPr>
          <a:xfrm>
            <a:off x="637118" y="472244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0" name="r0_o04538"/>
          <p:cNvSpPr/>
          <p:nvPr/>
        </p:nvSpPr>
        <p:spPr>
          <a:xfrm>
            <a:off x="677829" y="476024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1" name="r0_o04539"/>
          <p:cNvSpPr/>
          <p:nvPr/>
        </p:nvSpPr>
        <p:spPr>
          <a:xfrm>
            <a:off x="685273" y="476689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2" name="r0_o04540"/>
          <p:cNvSpPr/>
          <p:nvPr/>
        </p:nvSpPr>
        <p:spPr>
          <a:xfrm>
            <a:off x="685273" y="476689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3" name="r0_o04541"/>
          <p:cNvSpPr/>
          <p:nvPr/>
        </p:nvSpPr>
        <p:spPr>
          <a:xfrm>
            <a:off x="2447008" y="471648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4" name="r0_o04542"/>
          <p:cNvSpPr/>
          <p:nvPr/>
        </p:nvSpPr>
        <p:spPr>
          <a:xfrm>
            <a:off x="2458640" y="472687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5" name="r0_o04543"/>
          <p:cNvSpPr/>
          <p:nvPr/>
        </p:nvSpPr>
        <p:spPr>
          <a:xfrm>
            <a:off x="2458640" y="472687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6" name="r0_o04544"/>
          <p:cNvSpPr/>
          <p:nvPr/>
        </p:nvSpPr>
        <p:spPr>
          <a:xfrm>
            <a:off x="2499350" y="476467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7" name="r0_o04545"/>
          <p:cNvSpPr/>
          <p:nvPr/>
        </p:nvSpPr>
        <p:spPr>
          <a:xfrm>
            <a:off x="2506795" y="4771319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8" name="r0_o04546"/>
          <p:cNvSpPr/>
          <p:nvPr/>
        </p:nvSpPr>
        <p:spPr>
          <a:xfrm>
            <a:off x="2506795" y="4771319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9" name="r0_o04547"/>
          <p:cNvSpPr/>
          <p:nvPr/>
        </p:nvSpPr>
        <p:spPr>
          <a:xfrm>
            <a:off x="2355691" y="472534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0" name="r0_o04548"/>
          <p:cNvSpPr/>
          <p:nvPr/>
        </p:nvSpPr>
        <p:spPr>
          <a:xfrm>
            <a:off x="2367323" y="473573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1" name="r0_o04549"/>
          <p:cNvSpPr/>
          <p:nvPr/>
        </p:nvSpPr>
        <p:spPr>
          <a:xfrm>
            <a:off x="2367323" y="473573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2" name="r0_o04550"/>
          <p:cNvSpPr/>
          <p:nvPr/>
        </p:nvSpPr>
        <p:spPr>
          <a:xfrm>
            <a:off x="1399272" y="472756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3" name="r0_o04551"/>
          <p:cNvSpPr/>
          <p:nvPr/>
        </p:nvSpPr>
        <p:spPr>
          <a:xfrm>
            <a:off x="1410904" y="473795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4" name="r0_o04552"/>
          <p:cNvSpPr/>
          <p:nvPr/>
        </p:nvSpPr>
        <p:spPr>
          <a:xfrm>
            <a:off x="1410904" y="473795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5" name="r0_o04553"/>
          <p:cNvSpPr/>
          <p:nvPr/>
        </p:nvSpPr>
        <p:spPr>
          <a:xfrm>
            <a:off x="1307956" y="473642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6" name="r0_o04554"/>
          <p:cNvSpPr/>
          <p:nvPr/>
        </p:nvSpPr>
        <p:spPr>
          <a:xfrm>
            <a:off x="1319587" y="474681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7" name="r0_o04555"/>
          <p:cNvSpPr/>
          <p:nvPr/>
        </p:nvSpPr>
        <p:spPr>
          <a:xfrm>
            <a:off x="1319587" y="474681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8" name="r0_o04556"/>
          <p:cNvSpPr/>
          <p:nvPr/>
        </p:nvSpPr>
        <p:spPr>
          <a:xfrm>
            <a:off x="2173058" y="474307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9" name="r0_o04557"/>
          <p:cNvSpPr/>
          <p:nvPr/>
        </p:nvSpPr>
        <p:spPr>
          <a:xfrm>
            <a:off x="2184690" y="475346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0" name="r0_o04558"/>
          <p:cNvSpPr/>
          <p:nvPr/>
        </p:nvSpPr>
        <p:spPr>
          <a:xfrm>
            <a:off x="2184690" y="475346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1" name="r0_o04559"/>
          <p:cNvSpPr/>
          <p:nvPr/>
        </p:nvSpPr>
        <p:spPr>
          <a:xfrm>
            <a:off x="2081742" y="475193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2" name="r0_o04560"/>
          <p:cNvSpPr/>
          <p:nvPr/>
        </p:nvSpPr>
        <p:spPr>
          <a:xfrm>
            <a:off x="2093373" y="476232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3" name="r0_o04561"/>
          <p:cNvSpPr/>
          <p:nvPr/>
        </p:nvSpPr>
        <p:spPr>
          <a:xfrm>
            <a:off x="2093373" y="476232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4" name="r0_o04562"/>
          <p:cNvSpPr/>
          <p:nvPr/>
        </p:nvSpPr>
        <p:spPr>
          <a:xfrm>
            <a:off x="1125323" y="475415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5" name="r0_o04563"/>
          <p:cNvSpPr/>
          <p:nvPr/>
        </p:nvSpPr>
        <p:spPr>
          <a:xfrm>
            <a:off x="1136954" y="476454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6" name="r0_o04564"/>
          <p:cNvSpPr/>
          <p:nvPr/>
        </p:nvSpPr>
        <p:spPr>
          <a:xfrm>
            <a:off x="1136954" y="476454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7" name="r0_o04565"/>
          <p:cNvSpPr/>
          <p:nvPr/>
        </p:nvSpPr>
        <p:spPr>
          <a:xfrm>
            <a:off x="1034006" y="476302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8" name="r0_o04566"/>
          <p:cNvSpPr/>
          <p:nvPr/>
        </p:nvSpPr>
        <p:spPr>
          <a:xfrm>
            <a:off x="1045638" y="477340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9" name="r0_o04567"/>
          <p:cNvSpPr/>
          <p:nvPr/>
        </p:nvSpPr>
        <p:spPr>
          <a:xfrm>
            <a:off x="1045638" y="477340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0" name="r0_o04568"/>
          <p:cNvSpPr/>
          <p:nvPr/>
        </p:nvSpPr>
        <p:spPr>
          <a:xfrm>
            <a:off x="1899109" y="476966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1" name="r0_o04569"/>
          <p:cNvSpPr/>
          <p:nvPr/>
        </p:nvSpPr>
        <p:spPr>
          <a:xfrm>
            <a:off x="1910740" y="4780052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2" name="r0_o04570"/>
          <p:cNvSpPr/>
          <p:nvPr/>
        </p:nvSpPr>
        <p:spPr>
          <a:xfrm>
            <a:off x="1910740" y="4780052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3" name="r0_o04571"/>
          <p:cNvSpPr/>
          <p:nvPr/>
        </p:nvSpPr>
        <p:spPr>
          <a:xfrm>
            <a:off x="1807792" y="477853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4" name="r0_o04572"/>
          <p:cNvSpPr/>
          <p:nvPr/>
        </p:nvSpPr>
        <p:spPr>
          <a:xfrm>
            <a:off x="1819424" y="478891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5" name="r0_o04573"/>
          <p:cNvSpPr/>
          <p:nvPr/>
        </p:nvSpPr>
        <p:spPr>
          <a:xfrm>
            <a:off x="1819424" y="478891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6" name="r0_o04574"/>
          <p:cNvSpPr/>
          <p:nvPr/>
        </p:nvSpPr>
        <p:spPr>
          <a:xfrm>
            <a:off x="851373" y="478074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7" name="r0_o04575"/>
          <p:cNvSpPr/>
          <p:nvPr/>
        </p:nvSpPr>
        <p:spPr>
          <a:xfrm>
            <a:off x="863005" y="479113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8" name="r0_o04576"/>
          <p:cNvSpPr/>
          <p:nvPr/>
        </p:nvSpPr>
        <p:spPr>
          <a:xfrm>
            <a:off x="863005" y="479113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9" name="r0_o04577"/>
          <p:cNvSpPr/>
          <p:nvPr/>
        </p:nvSpPr>
        <p:spPr>
          <a:xfrm>
            <a:off x="760056" y="478961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0" name="r0_o04578"/>
          <p:cNvSpPr/>
          <p:nvPr/>
        </p:nvSpPr>
        <p:spPr>
          <a:xfrm>
            <a:off x="771688" y="479999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1" name="r0_o04579"/>
          <p:cNvSpPr/>
          <p:nvPr/>
        </p:nvSpPr>
        <p:spPr>
          <a:xfrm>
            <a:off x="771688" y="479999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2" name="r0_o04580"/>
          <p:cNvSpPr/>
          <p:nvPr/>
        </p:nvSpPr>
        <p:spPr>
          <a:xfrm>
            <a:off x="1625159" y="479625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3" name="r0_o04581"/>
          <p:cNvSpPr/>
          <p:nvPr/>
        </p:nvSpPr>
        <p:spPr>
          <a:xfrm>
            <a:off x="1636791" y="480664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4" name="r0_o04582"/>
          <p:cNvSpPr/>
          <p:nvPr/>
        </p:nvSpPr>
        <p:spPr>
          <a:xfrm>
            <a:off x="1636791" y="480664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5" name="r0_o04583"/>
          <p:cNvSpPr/>
          <p:nvPr/>
        </p:nvSpPr>
        <p:spPr>
          <a:xfrm>
            <a:off x="1533842" y="480512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6" name="r0_o04584"/>
          <p:cNvSpPr/>
          <p:nvPr/>
        </p:nvSpPr>
        <p:spPr>
          <a:xfrm>
            <a:off x="1545474" y="4815507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7" name="r0_o04585"/>
          <p:cNvSpPr/>
          <p:nvPr/>
        </p:nvSpPr>
        <p:spPr>
          <a:xfrm>
            <a:off x="1545474" y="4815507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8" name="r0_o04586"/>
          <p:cNvSpPr/>
          <p:nvPr/>
        </p:nvSpPr>
        <p:spPr>
          <a:xfrm>
            <a:off x="2398945" y="4811768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9" name="r0_o04587"/>
          <p:cNvSpPr/>
          <p:nvPr/>
        </p:nvSpPr>
        <p:spPr>
          <a:xfrm>
            <a:off x="2410577" y="482215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0" name="r0_o04588"/>
          <p:cNvSpPr/>
          <p:nvPr/>
        </p:nvSpPr>
        <p:spPr>
          <a:xfrm>
            <a:off x="2410577" y="482215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1" name="r0_o04589"/>
          <p:cNvSpPr/>
          <p:nvPr/>
        </p:nvSpPr>
        <p:spPr>
          <a:xfrm>
            <a:off x="2451287" y="485995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2" name="r0_o04590"/>
          <p:cNvSpPr/>
          <p:nvPr/>
        </p:nvSpPr>
        <p:spPr>
          <a:xfrm>
            <a:off x="2458732" y="4866603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3" name="r0_o04591"/>
          <p:cNvSpPr/>
          <p:nvPr/>
        </p:nvSpPr>
        <p:spPr>
          <a:xfrm>
            <a:off x="2458732" y="4866603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4" name="r0_o04592"/>
          <p:cNvSpPr/>
          <p:nvPr/>
        </p:nvSpPr>
        <p:spPr>
          <a:xfrm>
            <a:off x="2307628" y="482063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5" name="r0_o04593"/>
          <p:cNvSpPr/>
          <p:nvPr/>
        </p:nvSpPr>
        <p:spPr>
          <a:xfrm>
            <a:off x="2319260" y="483101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6" name="r0_o04594"/>
          <p:cNvSpPr/>
          <p:nvPr/>
        </p:nvSpPr>
        <p:spPr>
          <a:xfrm>
            <a:off x="2319260" y="483101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7" name="r0_o04595"/>
          <p:cNvSpPr/>
          <p:nvPr/>
        </p:nvSpPr>
        <p:spPr>
          <a:xfrm>
            <a:off x="2359971" y="486882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8" name="r0_o04596"/>
          <p:cNvSpPr/>
          <p:nvPr/>
        </p:nvSpPr>
        <p:spPr>
          <a:xfrm>
            <a:off x="2367415" y="487546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9" name="r0_o04597"/>
          <p:cNvSpPr/>
          <p:nvPr/>
        </p:nvSpPr>
        <p:spPr>
          <a:xfrm>
            <a:off x="2367415" y="487546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0" name="r0_o04598"/>
          <p:cNvSpPr/>
          <p:nvPr/>
        </p:nvSpPr>
        <p:spPr>
          <a:xfrm>
            <a:off x="1351209" y="482285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1" name="r0_o04599"/>
          <p:cNvSpPr/>
          <p:nvPr/>
        </p:nvSpPr>
        <p:spPr>
          <a:xfrm>
            <a:off x="1362841" y="483323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2" name="r0_o04600"/>
          <p:cNvSpPr/>
          <p:nvPr/>
        </p:nvSpPr>
        <p:spPr>
          <a:xfrm>
            <a:off x="1362841" y="483323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3" name="r0_o04601"/>
          <p:cNvSpPr/>
          <p:nvPr/>
        </p:nvSpPr>
        <p:spPr>
          <a:xfrm>
            <a:off x="1259893" y="483171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4" name="r0_o04602"/>
          <p:cNvSpPr/>
          <p:nvPr/>
        </p:nvSpPr>
        <p:spPr>
          <a:xfrm>
            <a:off x="1271524" y="484209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5" name="r0_o04603"/>
          <p:cNvSpPr/>
          <p:nvPr/>
        </p:nvSpPr>
        <p:spPr>
          <a:xfrm>
            <a:off x="1271524" y="484209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6" name="r0_o04604"/>
          <p:cNvSpPr/>
          <p:nvPr/>
        </p:nvSpPr>
        <p:spPr>
          <a:xfrm>
            <a:off x="2124995" y="4838360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7" name="r0_o04605"/>
          <p:cNvSpPr/>
          <p:nvPr/>
        </p:nvSpPr>
        <p:spPr>
          <a:xfrm>
            <a:off x="2136627" y="4848745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8" name="r0_o04606"/>
          <p:cNvSpPr/>
          <p:nvPr/>
        </p:nvSpPr>
        <p:spPr>
          <a:xfrm>
            <a:off x="2136627" y="4848745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9" name="r0_o04607"/>
          <p:cNvSpPr/>
          <p:nvPr/>
        </p:nvSpPr>
        <p:spPr>
          <a:xfrm>
            <a:off x="2177338" y="4886548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0" name="r0_o04608"/>
          <p:cNvSpPr/>
          <p:nvPr/>
        </p:nvSpPr>
        <p:spPr>
          <a:xfrm>
            <a:off x="2184782" y="4893195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1" name="r0_o04609"/>
          <p:cNvSpPr/>
          <p:nvPr/>
        </p:nvSpPr>
        <p:spPr>
          <a:xfrm>
            <a:off x="2184782" y="4893195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2" name="r0_o04610"/>
          <p:cNvSpPr/>
          <p:nvPr/>
        </p:nvSpPr>
        <p:spPr>
          <a:xfrm>
            <a:off x="2033679" y="4847223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3" name="r0_o04611"/>
          <p:cNvSpPr/>
          <p:nvPr/>
        </p:nvSpPr>
        <p:spPr>
          <a:xfrm>
            <a:off x="2045310" y="485760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4" name="r0_o04612"/>
          <p:cNvSpPr/>
          <p:nvPr/>
        </p:nvSpPr>
        <p:spPr>
          <a:xfrm>
            <a:off x="2045310" y="485760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5" name="r0_o04613"/>
          <p:cNvSpPr/>
          <p:nvPr/>
        </p:nvSpPr>
        <p:spPr>
          <a:xfrm>
            <a:off x="2086021" y="489541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6" name="r0_o04614"/>
          <p:cNvSpPr/>
          <p:nvPr/>
        </p:nvSpPr>
        <p:spPr>
          <a:xfrm>
            <a:off x="2093465" y="490205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7" name="r0_o04615"/>
          <p:cNvSpPr/>
          <p:nvPr/>
        </p:nvSpPr>
        <p:spPr>
          <a:xfrm>
            <a:off x="2093465" y="490205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8" name="r0_o04616"/>
          <p:cNvSpPr/>
          <p:nvPr/>
        </p:nvSpPr>
        <p:spPr>
          <a:xfrm>
            <a:off x="1077260" y="484944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9" name="r0_o04617"/>
          <p:cNvSpPr/>
          <p:nvPr/>
        </p:nvSpPr>
        <p:spPr>
          <a:xfrm>
            <a:off x="1088891" y="485982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0" name="r0_o04618"/>
          <p:cNvSpPr/>
          <p:nvPr/>
        </p:nvSpPr>
        <p:spPr>
          <a:xfrm>
            <a:off x="1088891" y="485982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1" name="r0_o04619"/>
          <p:cNvSpPr/>
          <p:nvPr/>
        </p:nvSpPr>
        <p:spPr>
          <a:xfrm>
            <a:off x="985943" y="485830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2" name="r0_o04620"/>
          <p:cNvSpPr/>
          <p:nvPr/>
        </p:nvSpPr>
        <p:spPr>
          <a:xfrm>
            <a:off x="997575" y="486869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3" name="r0_o04621"/>
          <p:cNvSpPr/>
          <p:nvPr/>
        </p:nvSpPr>
        <p:spPr>
          <a:xfrm>
            <a:off x="997575" y="486869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4" name="r0_o04622"/>
          <p:cNvSpPr/>
          <p:nvPr/>
        </p:nvSpPr>
        <p:spPr>
          <a:xfrm>
            <a:off x="1851046" y="4864951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5" name="r0_o04623"/>
          <p:cNvSpPr/>
          <p:nvPr/>
        </p:nvSpPr>
        <p:spPr>
          <a:xfrm>
            <a:off x="1862677" y="4875336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6" name="r0_o04624"/>
          <p:cNvSpPr/>
          <p:nvPr/>
        </p:nvSpPr>
        <p:spPr>
          <a:xfrm>
            <a:off x="1862677" y="4875336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7" name="r0_o04625"/>
          <p:cNvSpPr/>
          <p:nvPr/>
        </p:nvSpPr>
        <p:spPr>
          <a:xfrm>
            <a:off x="1903388" y="4913139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8" name="r0_o04626"/>
          <p:cNvSpPr/>
          <p:nvPr/>
        </p:nvSpPr>
        <p:spPr>
          <a:xfrm>
            <a:off x="1910832" y="4919786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9" name="r0_o04627"/>
          <p:cNvSpPr/>
          <p:nvPr/>
        </p:nvSpPr>
        <p:spPr>
          <a:xfrm>
            <a:off x="1910832" y="4919786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0" name="r0_o04628"/>
          <p:cNvSpPr/>
          <p:nvPr/>
        </p:nvSpPr>
        <p:spPr>
          <a:xfrm>
            <a:off x="1759729" y="487381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1" name="r0_o04629"/>
          <p:cNvSpPr/>
          <p:nvPr/>
        </p:nvSpPr>
        <p:spPr>
          <a:xfrm>
            <a:off x="1771361" y="488420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2" name="r0_o04630"/>
          <p:cNvSpPr/>
          <p:nvPr/>
        </p:nvSpPr>
        <p:spPr>
          <a:xfrm>
            <a:off x="1771361" y="488420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3" name="r0_o04631"/>
          <p:cNvSpPr/>
          <p:nvPr/>
        </p:nvSpPr>
        <p:spPr>
          <a:xfrm>
            <a:off x="1812071" y="492200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4" name="r0_o04632"/>
          <p:cNvSpPr/>
          <p:nvPr/>
        </p:nvSpPr>
        <p:spPr>
          <a:xfrm>
            <a:off x="1819516" y="492865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5" name="r0_o04633"/>
          <p:cNvSpPr/>
          <p:nvPr/>
        </p:nvSpPr>
        <p:spPr>
          <a:xfrm>
            <a:off x="1819516" y="492865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6" name="r0_o04634"/>
          <p:cNvSpPr/>
          <p:nvPr/>
        </p:nvSpPr>
        <p:spPr>
          <a:xfrm>
            <a:off x="803310" y="487603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7" name="r0_o04635"/>
          <p:cNvSpPr/>
          <p:nvPr/>
        </p:nvSpPr>
        <p:spPr>
          <a:xfrm>
            <a:off x="814942" y="488641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8" name="r0_o04636"/>
          <p:cNvSpPr/>
          <p:nvPr/>
        </p:nvSpPr>
        <p:spPr>
          <a:xfrm>
            <a:off x="814942" y="488641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9" name="r0_o04637"/>
          <p:cNvSpPr/>
          <p:nvPr/>
        </p:nvSpPr>
        <p:spPr>
          <a:xfrm>
            <a:off x="855652" y="4924220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0" name="r0_o04638"/>
          <p:cNvSpPr/>
          <p:nvPr/>
        </p:nvSpPr>
        <p:spPr>
          <a:xfrm>
            <a:off x="863096" y="493086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1" name="r0_o04639"/>
          <p:cNvSpPr/>
          <p:nvPr/>
        </p:nvSpPr>
        <p:spPr>
          <a:xfrm>
            <a:off x="863096" y="493086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2" name="r0_o04640"/>
          <p:cNvSpPr/>
          <p:nvPr/>
        </p:nvSpPr>
        <p:spPr>
          <a:xfrm>
            <a:off x="1577096" y="4891542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3" name="r0_o04641"/>
          <p:cNvSpPr/>
          <p:nvPr/>
        </p:nvSpPr>
        <p:spPr>
          <a:xfrm>
            <a:off x="1588728" y="4901928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4" name="r0_o04642"/>
          <p:cNvSpPr/>
          <p:nvPr/>
        </p:nvSpPr>
        <p:spPr>
          <a:xfrm>
            <a:off x="1588728" y="4901928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5" name="r0_o04643"/>
          <p:cNvSpPr/>
          <p:nvPr/>
        </p:nvSpPr>
        <p:spPr>
          <a:xfrm>
            <a:off x="1629438" y="4939731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6" name="r0_o04644"/>
          <p:cNvSpPr/>
          <p:nvPr/>
        </p:nvSpPr>
        <p:spPr>
          <a:xfrm>
            <a:off x="1636882" y="4946377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7" name="r0_o04645"/>
          <p:cNvSpPr/>
          <p:nvPr/>
        </p:nvSpPr>
        <p:spPr>
          <a:xfrm>
            <a:off x="1636882" y="4946377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8" name="r0_o04646"/>
          <p:cNvSpPr/>
          <p:nvPr/>
        </p:nvSpPr>
        <p:spPr>
          <a:xfrm>
            <a:off x="1485779" y="4900406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9" name="r0_o04647"/>
          <p:cNvSpPr/>
          <p:nvPr/>
        </p:nvSpPr>
        <p:spPr>
          <a:xfrm>
            <a:off x="1497411" y="4910791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0" name="r0_o04648"/>
          <p:cNvSpPr/>
          <p:nvPr/>
        </p:nvSpPr>
        <p:spPr>
          <a:xfrm>
            <a:off x="1497411" y="4910791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1" name="r0_o04649"/>
          <p:cNvSpPr/>
          <p:nvPr/>
        </p:nvSpPr>
        <p:spPr>
          <a:xfrm>
            <a:off x="1538122" y="4948594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2" name="r0_o04650"/>
          <p:cNvSpPr/>
          <p:nvPr/>
        </p:nvSpPr>
        <p:spPr>
          <a:xfrm>
            <a:off x="1545566" y="4955241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3" name="r0_o04651"/>
          <p:cNvSpPr/>
          <p:nvPr/>
        </p:nvSpPr>
        <p:spPr>
          <a:xfrm>
            <a:off x="1545566" y="4955241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4" name="r0_o04652"/>
          <p:cNvSpPr/>
          <p:nvPr/>
        </p:nvSpPr>
        <p:spPr>
          <a:xfrm>
            <a:off x="1303146" y="4918134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5" name="r0_o04653"/>
          <p:cNvSpPr/>
          <p:nvPr/>
        </p:nvSpPr>
        <p:spPr>
          <a:xfrm>
            <a:off x="1314778" y="4928519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6" name="r0_o04654"/>
          <p:cNvSpPr/>
          <p:nvPr/>
        </p:nvSpPr>
        <p:spPr>
          <a:xfrm>
            <a:off x="1314778" y="4928519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7" name="r0_o04655"/>
          <p:cNvSpPr/>
          <p:nvPr/>
        </p:nvSpPr>
        <p:spPr>
          <a:xfrm>
            <a:off x="1355489" y="4966322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8" name="r0_o04656"/>
          <p:cNvSpPr/>
          <p:nvPr/>
        </p:nvSpPr>
        <p:spPr>
          <a:xfrm>
            <a:off x="1362933" y="4972968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9" name="r0_o04657"/>
          <p:cNvSpPr/>
          <p:nvPr/>
        </p:nvSpPr>
        <p:spPr>
          <a:xfrm>
            <a:off x="1362933" y="4972968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0" name="r0_o04658"/>
          <p:cNvSpPr/>
          <p:nvPr/>
        </p:nvSpPr>
        <p:spPr>
          <a:xfrm>
            <a:off x="1211830" y="4926997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1" name="r0_o04659"/>
          <p:cNvSpPr/>
          <p:nvPr/>
        </p:nvSpPr>
        <p:spPr>
          <a:xfrm>
            <a:off x="1223461" y="4937383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2" name="r0_o04660"/>
          <p:cNvSpPr/>
          <p:nvPr/>
        </p:nvSpPr>
        <p:spPr>
          <a:xfrm>
            <a:off x="1223461" y="4937383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3" name="r0_o04661"/>
          <p:cNvSpPr/>
          <p:nvPr/>
        </p:nvSpPr>
        <p:spPr>
          <a:xfrm>
            <a:off x="1264172" y="4975186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4" name="r0_o04662"/>
          <p:cNvSpPr/>
          <p:nvPr/>
        </p:nvSpPr>
        <p:spPr>
          <a:xfrm>
            <a:off x="1271616" y="4981832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5" name="r0_o04663"/>
          <p:cNvSpPr/>
          <p:nvPr/>
        </p:nvSpPr>
        <p:spPr>
          <a:xfrm>
            <a:off x="1271616" y="4981832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6" name="r0_o04664"/>
          <p:cNvSpPr/>
          <p:nvPr/>
        </p:nvSpPr>
        <p:spPr>
          <a:xfrm>
            <a:off x="1029197" y="4944725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7" name="r0_o04665"/>
          <p:cNvSpPr/>
          <p:nvPr/>
        </p:nvSpPr>
        <p:spPr>
          <a:xfrm>
            <a:off x="1040828" y="4955110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8" name="r0_o04666"/>
          <p:cNvSpPr/>
          <p:nvPr/>
        </p:nvSpPr>
        <p:spPr>
          <a:xfrm>
            <a:off x="1040828" y="4955110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9" name="r0_o04667"/>
          <p:cNvSpPr/>
          <p:nvPr/>
        </p:nvSpPr>
        <p:spPr>
          <a:xfrm>
            <a:off x="1081539" y="4992913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0" name="r0_o04668"/>
          <p:cNvSpPr/>
          <p:nvPr/>
        </p:nvSpPr>
        <p:spPr>
          <a:xfrm>
            <a:off x="1088983" y="4999560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1" name="r0_o04669"/>
          <p:cNvSpPr/>
          <p:nvPr/>
        </p:nvSpPr>
        <p:spPr>
          <a:xfrm>
            <a:off x="1088983" y="4999560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2" name="r0_o04670"/>
          <p:cNvSpPr/>
          <p:nvPr/>
        </p:nvSpPr>
        <p:spPr>
          <a:xfrm>
            <a:off x="937880" y="4953589"/>
            <a:ext cx="83083" cy="83083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3" name="r0_o04671"/>
          <p:cNvSpPr/>
          <p:nvPr/>
        </p:nvSpPr>
        <p:spPr>
          <a:xfrm>
            <a:off x="949512" y="4963974"/>
            <a:ext cx="40378" cy="4037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4" name="r0_o04672"/>
          <p:cNvSpPr/>
          <p:nvPr/>
        </p:nvSpPr>
        <p:spPr>
          <a:xfrm>
            <a:off x="949512" y="4963974"/>
            <a:ext cx="25236" cy="25236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5" name="r0_o04673"/>
          <p:cNvSpPr/>
          <p:nvPr/>
        </p:nvSpPr>
        <p:spPr>
          <a:xfrm>
            <a:off x="990222" y="5001777"/>
            <a:ext cx="53173" cy="5317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6" name="r0_o04674"/>
          <p:cNvSpPr/>
          <p:nvPr/>
        </p:nvSpPr>
        <p:spPr>
          <a:xfrm>
            <a:off x="997667" y="5008424"/>
            <a:ext cx="25842" cy="25842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7" name="r0_o04675"/>
          <p:cNvSpPr/>
          <p:nvPr/>
        </p:nvSpPr>
        <p:spPr>
          <a:xfrm>
            <a:off x="997667" y="5008424"/>
            <a:ext cx="16151" cy="161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8" name="r0_o04676"/>
          <p:cNvSpPr/>
          <p:nvPr/>
        </p:nvSpPr>
        <p:spPr>
          <a:xfrm>
            <a:off x="1537166" y="4565077"/>
            <a:ext cx="54331" cy="5433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9" name="r0_o04677"/>
          <p:cNvSpPr/>
          <p:nvPr/>
        </p:nvSpPr>
        <p:spPr>
          <a:xfrm>
            <a:off x="1544772" y="4571869"/>
            <a:ext cx="26405" cy="2640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0" name="r0_o04678"/>
          <p:cNvSpPr/>
          <p:nvPr/>
        </p:nvSpPr>
        <p:spPr>
          <a:xfrm>
            <a:off x="1544772" y="4571869"/>
            <a:ext cx="16503" cy="1650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1" name="r0_o04679"/>
          <p:cNvSpPr/>
          <p:nvPr/>
        </p:nvSpPr>
        <p:spPr>
          <a:xfrm>
            <a:off x="1525213" y="4559101"/>
            <a:ext cx="30969" cy="309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2" name="r0_o04680"/>
          <p:cNvSpPr/>
          <p:nvPr/>
        </p:nvSpPr>
        <p:spPr>
          <a:xfrm>
            <a:off x="1529549" y="4562972"/>
            <a:ext cx="15051" cy="1505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3" name="r0_o04681"/>
          <p:cNvSpPr/>
          <p:nvPr/>
        </p:nvSpPr>
        <p:spPr>
          <a:xfrm>
            <a:off x="1529549" y="4562972"/>
            <a:ext cx="9407" cy="940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4" name="r0_o04682"/>
          <p:cNvSpPr/>
          <p:nvPr/>
        </p:nvSpPr>
        <p:spPr>
          <a:xfrm>
            <a:off x="1573296" y="4587625"/>
            <a:ext cx="30969" cy="309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5" name="r0_o04683"/>
          <p:cNvSpPr/>
          <p:nvPr/>
        </p:nvSpPr>
        <p:spPr>
          <a:xfrm>
            <a:off x="1577632" y="4591496"/>
            <a:ext cx="15051" cy="1505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6" name="r0_o04684"/>
          <p:cNvSpPr/>
          <p:nvPr/>
        </p:nvSpPr>
        <p:spPr>
          <a:xfrm>
            <a:off x="1577632" y="4591496"/>
            <a:ext cx="9407" cy="940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7" name="r0_o04685"/>
          <p:cNvSpPr/>
          <p:nvPr/>
        </p:nvSpPr>
        <p:spPr>
          <a:xfrm>
            <a:off x="1460207" y="6165927"/>
            <a:ext cx="96010" cy="9601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8" name="r0_o04686"/>
          <p:cNvSpPr/>
          <p:nvPr/>
        </p:nvSpPr>
        <p:spPr>
          <a:xfrm>
            <a:off x="1473648" y="6177929"/>
            <a:ext cx="46661" cy="4666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9" name="r0_o04687"/>
          <p:cNvSpPr/>
          <p:nvPr/>
        </p:nvSpPr>
        <p:spPr>
          <a:xfrm>
            <a:off x="1473648" y="6177929"/>
            <a:ext cx="29163" cy="2916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0" name="r0_o04688"/>
          <p:cNvSpPr/>
          <p:nvPr/>
        </p:nvSpPr>
        <p:spPr>
          <a:xfrm>
            <a:off x="1909843" y="4109042"/>
            <a:ext cx="133026" cy="13302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1" name="r0_o04689"/>
          <p:cNvSpPr/>
          <p:nvPr/>
        </p:nvSpPr>
        <p:spPr>
          <a:xfrm>
            <a:off x="1928467" y="4125670"/>
            <a:ext cx="64651" cy="6465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2" name="r0_o04690"/>
          <p:cNvSpPr/>
          <p:nvPr/>
        </p:nvSpPr>
        <p:spPr>
          <a:xfrm>
            <a:off x="1928467" y="4125670"/>
            <a:ext cx="40407" cy="4040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3" name="r0_o04691"/>
          <p:cNvSpPr/>
          <p:nvPr/>
        </p:nvSpPr>
        <p:spPr>
          <a:xfrm>
            <a:off x="1140258" y="5334015"/>
            <a:ext cx="71495" cy="7149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4" name="r0_o04692"/>
          <p:cNvSpPr/>
          <p:nvPr/>
        </p:nvSpPr>
        <p:spPr>
          <a:xfrm>
            <a:off x="1150267" y="5342952"/>
            <a:ext cx="34746" cy="3474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5" name="r0_o04693"/>
          <p:cNvSpPr/>
          <p:nvPr/>
        </p:nvSpPr>
        <p:spPr>
          <a:xfrm>
            <a:off x="1150267" y="5342952"/>
            <a:ext cx="21717" cy="2171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6" name="r0_o04694"/>
          <p:cNvSpPr/>
          <p:nvPr/>
        </p:nvSpPr>
        <p:spPr>
          <a:xfrm>
            <a:off x="1124529" y="5326151"/>
            <a:ext cx="40752" cy="4075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7" name="r0_o04695"/>
          <p:cNvSpPr/>
          <p:nvPr/>
        </p:nvSpPr>
        <p:spPr>
          <a:xfrm>
            <a:off x="1130234" y="5331245"/>
            <a:ext cx="19805" cy="1980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8" name="r0_o04696"/>
          <p:cNvSpPr/>
          <p:nvPr/>
        </p:nvSpPr>
        <p:spPr>
          <a:xfrm>
            <a:off x="1130234" y="5331245"/>
            <a:ext cx="12378" cy="123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9" name="r0_o04697"/>
          <p:cNvSpPr/>
          <p:nvPr/>
        </p:nvSpPr>
        <p:spPr>
          <a:xfrm>
            <a:off x="1187802" y="5363685"/>
            <a:ext cx="40752" cy="4075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0" name="r0_o04698"/>
          <p:cNvSpPr/>
          <p:nvPr/>
        </p:nvSpPr>
        <p:spPr>
          <a:xfrm>
            <a:off x="1193507" y="5368779"/>
            <a:ext cx="19805" cy="1980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1" name="r0_o04699"/>
          <p:cNvSpPr/>
          <p:nvPr/>
        </p:nvSpPr>
        <p:spPr>
          <a:xfrm>
            <a:off x="1193507" y="5368779"/>
            <a:ext cx="12378" cy="123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2" name="r0_o04700"/>
          <p:cNvSpPr/>
          <p:nvPr/>
        </p:nvSpPr>
        <p:spPr>
          <a:xfrm>
            <a:off x="1978900" y="5843076"/>
            <a:ext cx="71850" cy="7185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3" name="r0_o04701"/>
          <p:cNvSpPr/>
          <p:nvPr/>
        </p:nvSpPr>
        <p:spPr>
          <a:xfrm>
            <a:off x="1988959" y="5852057"/>
            <a:ext cx="34919" cy="3491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4" name="r0_o04702"/>
          <p:cNvSpPr/>
          <p:nvPr/>
        </p:nvSpPr>
        <p:spPr>
          <a:xfrm>
            <a:off x="1988959" y="5852057"/>
            <a:ext cx="21825" cy="2182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5" name="r0_o04703"/>
          <p:cNvSpPr/>
          <p:nvPr/>
        </p:nvSpPr>
        <p:spPr>
          <a:xfrm>
            <a:off x="1963093" y="5835172"/>
            <a:ext cx="40955" cy="4095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6" name="r0_o04704"/>
          <p:cNvSpPr/>
          <p:nvPr/>
        </p:nvSpPr>
        <p:spPr>
          <a:xfrm>
            <a:off x="1968827" y="5840292"/>
            <a:ext cx="19904" cy="1990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7" name="r0_o04705"/>
          <p:cNvSpPr/>
          <p:nvPr/>
        </p:nvSpPr>
        <p:spPr>
          <a:xfrm>
            <a:off x="1968827" y="5840292"/>
            <a:ext cx="12440" cy="124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8" name="r0_o04706"/>
          <p:cNvSpPr/>
          <p:nvPr/>
        </p:nvSpPr>
        <p:spPr>
          <a:xfrm>
            <a:off x="2026681" y="5872894"/>
            <a:ext cx="40955" cy="4095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9" name="r0_o04707"/>
          <p:cNvSpPr/>
          <p:nvPr/>
        </p:nvSpPr>
        <p:spPr>
          <a:xfrm>
            <a:off x="2032414" y="5878013"/>
            <a:ext cx="19904" cy="1990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0" name="r0_o04708"/>
          <p:cNvSpPr/>
          <p:nvPr/>
        </p:nvSpPr>
        <p:spPr>
          <a:xfrm>
            <a:off x="2032414" y="5878013"/>
            <a:ext cx="12440" cy="124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1" name="r0_o04709"/>
          <p:cNvSpPr/>
          <p:nvPr/>
        </p:nvSpPr>
        <p:spPr>
          <a:xfrm>
            <a:off x="1339138" y="4432205"/>
            <a:ext cx="140659" cy="14065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2" name="r0_o04710"/>
          <p:cNvSpPr/>
          <p:nvPr/>
        </p:nvSpPr>
        <p:spPr>
          <a:xfrm>
            <a:off x="1358830" y="4449787"/>
            <a:ext cx="68361" cy="6836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3" name="r0_o04711"/>
          <p:cNvSpPr/>
          <p:nvPr/>
        </p:nvSpPr>
        <p:spPr>
          <a:xfrm>
            <a:off x="1358830" y="4449787"/>
            <a:ext cx="42725" cy="4272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4" name="r0_o04712"/>
          <p:cNvSpPr/>
          <p:nvPr/>
        </p:nvSpPr>
        <p:spPr>
          <a:xfrm>
            <a:off x="2002967" y="4195099"/>
            <a:ext cx="55582" cy="5558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5" name="r0_o04713"/>
          <p:cNvSpPr/>
          <p:nvPr/>
        </p:nvSpPr>
        <p:spPr>
          <a:xfrm>
            <a:off x="2010748" y="4202047"/>
            <a:ext cx="27013" cy="2701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6" name="r0_o04714"/>
          <p:cNvSpPr/>
          <p:nvPr/>
        </p:nvSpPr>
        <p:spPr>
          <a:xfrm>
            <a:off x="2010748" y="4202047"/>
            <a:ext cx="16883" cy="1688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7" name="r0_o04715"/>
          <p:cNvSpPr/>
          <p:nvPr/>
        </p:nvSpPr>
        <p:spPr>
          <a:xfrm>
            <a:off x="1990739" y="4188985"/>
            <a:ext cx="31682" cy="3168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8" name="r0_o04716"/>
          <p:cNvSpPr/>
          <p:nvPr/>
        </p:nvSpPr>
        <p:spPr>
          <a:xfrm>
            <a:off x="1995174" y="4192945"/>
            <a:ext cx="15397" cy="1539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9" name="r0_o04717"/>
          <p:cNvSpPr/>
          <p:nvPr/>
        </p:nvSpPr>
        <p:spPr>
          <a:xfrm>
            <a:off x="1995174" y="4192945"/>
            <a:ext cx="9623" cy="962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0" name="r0_o04718"/>
          <p:cNvSpPr/>
          <p:nvPr/>
        </p:nvSpPr>
        <p:spPr>
          <a:xfrm>
            <a:off x="2039929" y="4218166"/>
            <a:ext cx="31682" cy="3168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1" name="r0_o04719"/>
          <p:cNvSpPr/>
          <p:nvPr/>
        </p:nvSpPr>
        <p:spPr>
          <a:xfrm>
            <a:off x="2044364" y="4222126"/>
            <a:ext cx="15397" cy="1539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2" name="r0_o04720"/>
          <p:cNvSpPr/>
          <p:nvPr/>
        </p:nvSpPr>
        <p:spPr>
          <a:xfrm>
            <a:off x="2044364" y="4222126"/>
            <a:ext cx="9623" cy="962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3" name="r0_o04721"/>
          <p:cNvSpPr/>
          <p:nvPr/>
        </p:nvSpPr>
        <p:spPr>
          <a:xfrm>
            <a:off x="1969180" y="4994543"/>
            <a:ext cx="88130" cy="8813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4" name="r0_o04722"/>
          <p:cNvSpPr/>
          <p:nvPr/>
        </p:nvSpPr>
        <p:spPr>
          <a:xfrm>
            <a:off x="1981519" y="5005559"/>
            <a:ext cx="42831" cy="4283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5" name="r0_o04723"/>
          <p:cNvSpPr/>
          <p:nvPr/>
        </p:nvSpPr>
        <p:spPr>
          <a:xfrm>
            <a:off x="1981519" y="5005559"/>
            <a:ext cx="26770" cy="2677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6" name="r0_o04724"/>
          <p:cNvSpPr/>
          <p:nvPr/>
        </p:nvSpPr>
        <p:spPr>
          <a:xfrm>
            <a:off x="1715035" y="4890461"/>
            <a:ext cx="74162" cy="7416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7" name="r0_o04725"/>
          <p:cNvSpPr/>
          <p:nvPr/>
        </p:nvSpPr>
        <p:spPr>
          <a:xfrm>
            <a:off x="1725418" y="4899731"/>
            <a:ext cx="36043" cy="3604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8" name="r0_o04726"/>
          <p:cNvSpPr/>
          <p:nvPr/>
        </p:nvSpPr>
        <p:spPr>
          <a:xfrm>
            <a:off x="1725418" y="4899731"/>
            <a:ext cx="22527" cy="2252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9" name="r0_o04727"/>
          <p:cNvSpPr/>
          <p:nvPr/>
        </p:nvSpPr>
        <p:spPr>
          <a:xfrm>
            <a:off x="1698720" y="4882303"/>
            <a:ext cx="42272" cy="4227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0" name="r0_o04728"/>
          <p:cNvSpPr/>
          <p:nvPr/>
        </p:nvSpPr>
        <p:spPr>
          <a:xfrm>
            <a:off x="1704638" y="4887587"/>
            <a:ext cx="20544" cy="2054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1" name="r0_o04729"/>
          <p:cNvSpPr/>
          <p:nvPr/>
        </p:nvSpPr>
        <p:spPr>
          <a:xfrm>
            <a:off x="1704638" y="4887587"/>
            <a:ext cx="12840" cy="128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2" name="r0_o04730"/>
          <p:cNvSpPr/>
          <p:nvPr/>
        </p:nvSpPr>
        <p:spPr>
          <a:xfrm>
            <a:off x="1764353" y="4921238"/>
            <a:ext cx="42272" cy="4227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3" name="r0_o04731"/>
          <p:cNvSpPr/>
          <p:nvPr/>
        </p:nvSpPr>
        <p:spPr>
          <a:xfrm>
            <a:off x="1770271" y="4926522"/>
            <a:ext cx="20544" cy="2054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4" name="r0_o04732"/>
          <p:cNvSpPr/>
          <p:nvPr/>
        </p:nvSpPr>
        <p:spPr>
          <a:xfrm>
            <a:off x="1770271" y="4926522"/>
            <a:ext cx="12840" cy="128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5" name="r0_o04733"/>
          <p:cNvSpPr/>
          <p:nvPr/>
        </p:nvSpPr>
        <p:spPr>
          <a:xfrm>
            <a:off x="2262684" y="5901140"/>
            <a:ext cx="85987" cy="8598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6" name="r0_o04734"/>
          <p:cNvSpPr/>
          <p:nvPr/>
        </p:nvSpPr>
        <p:spPr>
          <a:xfrm>
            <a:off x="2274723" y="5911888"/>
            <a:ext cx="41790" cy="4179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7" name="r0_o04735"/>
          <p:cNvSpPr/>
          <p:nvPr/>
        </p:nvSpPr>
        <p:spPr>
          <a:xfrm>
            <a:off x="2274723" y="5911888"/>
            <a:ext cx="26118" cy="2611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8" name="r0_o04736"/>
          <p:cNvSpPr/>
          <p:nvPr/>
        </p:nvSpPr>
        <p:spPr>
          <a:xfrm>
            <a:off x="2243767" y="5891681"/>
            <a:ext cx="49012" cy="490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9" name="r0_o04737"/>
          <p:cNvSpPr/>
          <p:nvPr/>
        </p:nvSpPr>
        <p:spPr>
          <a:xfrm>
            <a:off x="2250629" y="5897808"/>
            <a:ext cx="23820" cy="2382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0" name="r0_o04738"/>
          <p:cNvSpPr/>
          <p:nvPr/>
        </p:nvSpPr>
        <p:spPr>
          <a:xfrm>
            <a:off x="2250629" y="5897808"/>
            <a:ext cx="14888" cy="1488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1" name="r0_o04739"/>
          <p:cNvSpPr/>
          <p:nvPr/>
        </p:nvSpPr>
        <p:spPr>
          <a:xfrm>
            <a:off x="2319866" y="5936824"/>
            <a:ext cx="49012" cy="490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2" name="r0_o04740"/>
          <p:cNvSpPr/>
          <p:nvPr/>
        </p:nvSpPr>
        <p:spPr>
          <a:xfrm>
            <a:off x="2326727" y="5942951"/>
            <a:ext cx="23820" cy="2382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3" name="r0_o04741"/>
          <p:cNvSpPr/>
          <p:nvPr/>
        </p:nvSpPr>
        <p:spPr>
          <a:xfrm>
            <a:off x="2326727" y="5942951"/>
            <a:ext cx="14888" cy="1488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4" name="r0_o04742"/>
          <p:cNvSpPr/>
          <p:nvPr/>
        </p:nvSpPr>
        <p:spPr>
          <a:xfrm>
            <a:off x="1521296" y="5983537"/>
            <a:ext cx="79478" cy="7947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5" name="r0_o04743"/>
          <p:cNvSpPr/>
          <p:nvPr/>
        </p:nvSpPr>
        <p:spPr>
          <a:xfrm>
            <a:off x="1532422" y="5993472"/>
            <a:ext cx="38626" cy="3862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6" name="r0_o04744"/>
          <p:cNvSpPr/>
          <p:nvPr/>
        </p:nvSpPr>
        <p:spPr>
          <a:xfrm>
            <a:off x="1532422" y="5993472"/>
            <a:ext cx="24141" cy="2414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7" name="r0_o04745"/>
          <p:cNvSpPr/>
          <p:nvPr/>
        </p:nvSpPr>
        <p:spPr>
          <a:xfrm>
            <a:off x="1503810" y="5974795"/>
            <a:ext cx="45302" cy="453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8" name="r0_o04746"/>
          <p:cNvSpPr/>
          <p:nvPr/>
        </p:nvSpPr>
        <p:spPr>
          <a:xfrm>
            <a:off x="1510153" y="5980457"/>
            <a:ext cx="22017" cy="2201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9" name="r0_o04747"/>
          <p:cNvSpPr/>
          <p:nvPr/>
        </p:nvSpPr>
        <p:spPr>
          <a:xfrm>
            <a:off x="1510153" y="5980457"/>
            <a:ext cx="13761" cy="1376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0" name="r0_o04748"/>
          <p:cNvSpPr/>
          <p:nvPr/>
        </p:nvSpPr>
        <p:spPr>
          <a:xfrm>
            <a:off x="1574148" y="6016521"/>
            <a:ext cx="45302" cy="453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1" name="r0_o04749"/>
          <p:cNvSpPr/>
          <p:nvPr/>
        </p:nvSpPr>
        <p:spPr>
          <a:xfrm>
            <a:off x="1580491" y="6022183"/>
            <a:ext cx="22017" cy="2201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2" name="r0_o04750"/>
          <p:cNvSpPr/>
          <p:nvPr/>
        </p:nvSpPr>
        <p:spPr>
          <a:xfrm>
            <a:off x="1580491" y="6022183"/>
            <a:ext cx="13761" cy="1376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3" name="r0_o04751"/>
          <p:cNvSpPr/>
          <p:nvPr/>
        </p:nvSpPr>
        <p:spPr>
          <a:xfrm>
            <a:off x="682728" y="5269060"/>
            <a:ext cx="47802" cy="4780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4" name="r0_o04752"/>
          <p:cNvSpPr/>
          <p:nvPr/>
        </p:nvSpPr>
        <p:spPr>
          <a:xfrm>
            <a:off x="689421" y="5275035"/>
            <a:ext cx="23232" cy="2323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5" name="r0_o04753"/>
          <p:cNvSpPr/>
          <p:nvPr/>
        </p:nvSpPr>
        <p:spPr>
          <a:xfrm>
            <a:off x="689421" y="5275035"/>
            <a:ext cx="14520" cy="1452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6" name="r0_o04754"/>
          <p:cNvSpPr/>
          <p:nvPr/>
        </p:nvSpPr>
        <p:spPr>
          <a:xfrm>
            <a:off x="672212" y="5263802"/>
            <a:ext cx="27247" cy="2724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7" name="r0_o04755"/>
          <p:cNvSpPr/>
          <p:nvPr/>
        </p:nvSpPr>
        <p:spPr>
          <a:xfrm>
            <a:off x="676027" y="5267207"/>
            <a:ext cx="13242" cy="132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8" name="r0_o04756"/>
          <p:cNvSpPr/>
          <p:nvPr/>
        </p:nvSpPr>
        <p:spPr>
          <a:xfrm>
            <a:off x="676027" y="5267207"/>
            <a:ext cx="8276" cy="827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9" name="r0_o04757"/>
          <p:cNvSpPr/>
          <p:nvPr/>
        </p:nvSpPr>
        <p:spPr>
          <a:xfrm>
            <a:off x="714517" y="5288898"/>
            <a:ext cx="27247" cy="2724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0" name="r0_o04758"/>
          <p:cNvSpPr/>
          <p:nvPr/>
        </p:nvSpPr>
        <p:spPr>
          <a:xfrm>
            <a:off x="718331" y="5292303"/>
            <a:ext cx="13242" cy="132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1" name="r0_o04759"/>
          <p:cNvSpPr/>
          <p:nvPr/>
        </p:nvSpPr>
        <p:spPr>
          <a:xfrm>
            <a:off x="718331" y="5292303"/>
            <a:ext cx="8276" cy="827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2" name="r0_o04760"/>
          <p:cNvSpPr/>
          <p:nvPr/>
        </p:nvSpPr>
        <p:spPr>
          <a:xfrm>
            <a:off x="1228640" y="5132508"/>
            <a:ext cx="73537" cy="7353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3" name="r0_o04761"/>
          <p:cNvSpPr/>
          <p:nvPr/>
        </p:nvSpPr>
        <p:spPr>
          <a:xfrm>
            <a:off x="1238935" y="5141700"/>
            <a:ext cx="35739" cy="3573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4" name="r0_o04762"/>
          <p:cNvSpPr/>
          <p:nvPr/>
        </p:nvSpPr>
        <p:spPr>
          <a:xfrm>
            <a:off x="1238935" y="5141700"/>
            <a:ext cx="22337" cy="2233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5" name="r0_o04763"/>
          <p:cNvSpPr/>
          <p:nvPr/>
        </p:nvSpPr>
        <p:spPr>
          <a:xfrm>
            <a:off x="1729938" y="4885209"/>
            <a:ext cx="80908" cy="8090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6" name="r0_o04764"/>
          <p:cNvSpPr/>
          <p:nvPr/>
        </p:nvSpPr>
        <p:spPr>
          <a:xfrm>
            <a:off x="1741265" y="4895323"/>
            <a:ext cx="39321" cy="3932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7" name="r0_o04765"/>
          <p:cNvSpPr/>
          <p:nvPr/>
        </p:nvSpPr>
        <p:spPr>
          <a:xfrm>
            <a:off x="1741265" y="4895323"/>
            <a:ext cx="24576" cy="2457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8" name="r0_o04766"/>
          <p:cNvSpPr/>
          <p:nvPr/>
        </p:nvSpPr>
        <p:spPr>
          <a:xfrm>
            <a:off x="1712138" y="4876309"/>
            <a:ext cx="46118" cy="461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9" name="r0_o04767"/>
          <p:cNvSpPr/>
          <p:nvPr/>
        </p:nvSpPr>
        <p:spPr>
          <a:xfrm>
            <a:off x="1718595" y="4882074"/>
            <a:ext cx="22413" cy="224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0" name="r0_o04768"/>
          <p:cNvSpPr/>
          <p:nvPr/>
        </p:nvSpPr>
        <p:spPr>
          <a:xfrm>
            <a:off x="1718595" y="4882074"/>
            <a:ext cx="14008" cy="1400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1" name="r0_o04769"/>
          <p:cNvSpPr/>
          <p:nvPr/>
        </p:nvSpPr>
        <p:spPr>
          <a:xfrm>
            <a:off x="1783742" y="4918786"/>
            <a:ext cx="46118" cy="461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2" name="r0_o04770"/>
          <p:cNvSpPr/>
          <p:nvPr/>
        </p:nvSpPr>
        <p:spPr>
          <a:xfrm>
            <a:off x="1790199" y="4924551"/>
            <a:ext cx="22413" cy="224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3" name="r0_o04771"/>
          <p:cNvSpPr/>
          <p:nvPr/>
        </p:nvSpPr>
        <p:spPr>
          <a:xfrm>
            <a:off x="1790199" y="4924551"/>
            <a:ext cx="14008" cy="1400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4" name="r0_o04772"/>
          <p:cNvSpPr/>
          <p:nvPr/>
        </p:nvSpPr>
        <p:spPr>
          <a:xfrm>
            <a:off x="2264349" y="5765245"/>
            <a:ext cx="125778" cy="125778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5" name="r0_o04773"/>
          <p:cNvSpPr/>
          <p:nvPr/>
        </p:nvSpPr>
        <p:spPr>
          <a:xfrm>
            <a:off x="2281958" y="5780967"/>
            <a:ext cx="61128" cy="6112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6" name="r0_o04774"/>
          <p:cNvSpPr/>
          <p:nvPr/>
        </p:nvSpPr>
        <p:spPr>
          <a:xfrm>
            <a:off x="2281958" y="5780967"/>
            <a:ext cx="38205" cy="3820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7" name="r0_o04775"/>
          <p:cNvSpPr/>
          <p:nvPr/>
        </p:nvSpPr>
        <p:spPr>
          <a:xfrm>
            <a:off x="1229295" y="4489896"/>
            <a:ext cx="110622" cy="11062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8" name="r0_o04776"/>
          <p:cNvSpPr/>
          <p:nvPr/>
        </p:nvSpPr>
        <p:spPr>
          <a:xfrm>
            <a:off x="1244782" y="4503724"/>
            <a:ext cx="53762" cy="5376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9" name="r0_o04777"/>
          <p:cNvSpPr/>
          <p:nvPr/>
        </p:nvSpPr>
        <p:spPr>
          <a:xfrm>
            <a:off x="1244782" y="4503724"/>
            <a:ext cx="33602" cy="3360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0" name="r0_o04778"/>
          <p:cNvSpPr/>
          <p:nvPr/>
        </p:nvSpPr>
        <p:spPr>
          <a:xfrm>
            <a:off x="1595445" y="5010482"/>
            <a:ext cx="79627" cy="7962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1" name="r0_o04779"/>
          <p:cNvSpPr/>
          <p:nvPr/>
        </p:nvSpPr>
        <p:spPr>
          <a:xfrm>
            <a:off x="1606593" y="5020436"/>
            <a:ext cx="38699" cy="3869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2" name="r0_o04780"/>
          <p:cNvSpPr/>
          <p:nvPr/>
        </p:nvSpPr>
        <p:spPr>
          <a:xfrm>
            <a:off x="1606593" y="5020436"/>
            <a:ext cx="24187" cy="2418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3" name="r0_o04781"/>
          <p:cNvSpPr/>
          <p:nvPr/>
        </p:nvSpPr>
        <p:spPr>
          <a:xfrm>
            <a:off x="1577927" y="5001723"/>
            <a:ext cx="45388" cy="4538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4" name="r0_o04782"/>
          <p:cNvSpPr/>
          <p:nvPr/>
        </p:nvSpPr>
        <p:spPr>
          <a:xfrm>
            <a:off x="1584282" y="5007397"/>
            <a:ext cx="22058" cy="2205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5" name="r0_o04783"/>
          <p:cNvSpPr/>
          <p:nvPr/>
        </p:nvSpPr>
        <p:spPr>
          <a:xfrm>
            <a:off x="1584282" y="5007397"/>
            <a:ext cx="13786" cy="1378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6" name="r0_o04784"/>
          <p:cNvSpPr/>
          <p:nvPr/>
        </p:nvSpPr>
        <p:spPr>
          <a:xfrm>
            <a:off x="1648398" y="5043528"/>
            <a:ext cx="45388" cy="4538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7" name="r0_o04785"/>
          <p:cNvSpPr/>
          <p:nvPr/>
        </p:nvSpPr>
        <p:spPr>
          <a:xfrm>
            <a:off x="1654752" y="5049201"/>
            <a:ext cx="22058" cy="2205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8" name="r0_o04786"/>
          <p:cNvSpPr/>
          <p:nvPr/>
        </p:nvSpPr>
        <p:spPr>
          <a:xfrm>
            <a:off x="1654752" y="5049201"/>
            <a:ext cx="13786" cy="1378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9" name="r0_o04787"/>
          <p:cNvSpPr/>
          <p:nvPr/>
        </p:nvSpPr>
        <p:spPr>
          <a:xfrm>
            <a:off x="1436648" y="4842882"/>
            <a:ext cx="129377" cy="12937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0" name="r0_o04788"/>
          <p:cNvSpPr/>
          <p:nvPr/>
        </p:nvSpPr>
        <p:spPr>
          <a:xfrm>
            <a:off x="1454760" y="4859054"/>
            <a:ext cx="62877" cy="6287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1" name="r0_o04789"/>
          <p:cNvSpPr/>
          <p:nvPr/>
        </p:nvSpPr>
        <p:spPr>
          <a:xfrm>
            <a:off x="1454760" y="4859054"/>
            <a:ext cx="39298" cy="3929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2" name="r0_o04790"/>
          <p:cNvSpPr/>
          <p:nvPr/>
        </p:nvSpPr>
        <p:spPr>
          <a:xfrm>
            <a:off x="1114923" y="4744687"/>
            <a:ext cx="66443" cy="6644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3" name="r0_o04791"/>
          <p:cNvSpPr/>
          <p:nvPr/>
        </p:nvSpPr>
        <p:spPr>
          <a:xfrm>
            <a:off x="1124225" y="4752992"/>
            <a:ext cx="32291" cy="3229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4" name="r0_o04792"/>
          <p:cNvSpPr/>
          <p:nvPr/>
        </p:nvSpPr>
        <p:spPr>
          <a:xfrm>
            <a:off x="1124225" y="4752992"/>
            <a:ext cx="20182" cy="2018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5" name="r0_o04793"/>
          <p:cNvSpPr/>
          <p:nvPr/>
        </p:nvSpPr>
        <p:spPr>
          <a:xfrm>
            <a:off x="1100305" y="4737378"/>
            <a:ext cx="37873" cy="3787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6" name="r0_o04794"/>
          <p:cNvSpPr/>
          <p:nvPr/>
        </p:nvSpPr>
        <p:spPr>
          <a:xfrm>
            <a:off x="1105607" y="4742112"/>
            <a:ext cx="18406" cy="1840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7" name="r0_o04795"/>
          <p:cNvSpPr/>
          <p:nvPr/>
        </p:nvSpPr>
        <p:spPr>
          <a:xfrm>
            <a:off x="1105607" y="4742112"/>
            <a:ext cx="11504" cy="115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8" name="r0_o04796"/>
          <p:cNvSpPr/>
          <p:nvPr/>
        </p:nvSpPr>
        <p:spPr>
          <a:xfrm>
            <a:off x="1159107" y="4772261"/>
            <a:ext cx="37873" cy="3787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9" name="r0_o04797"/>
          <p:cNvSpPr/>
          <p:nvPr/>
        </p:nvSpPr>
        <p:spPr>
          <a:xfrm>
            <a:off x="1164410" y="4776995"/>
            <a:ext cx="18406" cy="1840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0" name="r0_o04798"/>
          <p:cNvSpPr/>
          <p:nvPr/>
        </p:nvSpPr>
        <p:spPr>
          <a:xfrm>
            <a:off x="1164410" y="4776995"/>
            <a:ext cx="11504" cy="115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1" name="r0_o04799"/>
          <p:cNvSpPr/>
          <p:nvPr/>
        </p:nvSpPr>
        <p:spPr>
          <a:xfrm>
            <a:off x="1522853" y="4631466"/>
            <a:ext cx="84241" cy="8424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2" name="r0_o04800"/>
          <p:cNvSpPr/>
          <p:nvPr/>
        </p:nvSpPr>
        <p:spPr>
          <a:xfrm>
            <a:off x="1534647" y="4641996"/>
            <a:ext cx="40941" cy="4094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3" name="r0_o04801"/>
          <p:cNvSpPr/>
          <p:nvPr/>
        </p:nvSpPr>
        <p:spPr>
          <a:xfrm>
            <a:off x="1534647" y="4641996"/>
            <a:ext cx="25588" cy="2558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4" name="r0_o04802"/>
          <p:cNvSpPr/>
          <p:nvPr/>
        </p:nvSpPr>
        <p:spPr>
          <a:xfrm>
            <a:off x="1504320" y="4622199"/>
            <a:ext cx="48018" cy="480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5" name="r0_o04803"/>
          <p:cNvSpPr/>
          <p:nvPr/>
        </p:nvSpPr>
        <p:spPr>
          <a:xfrm>
            <a:off x="1511042" y="4628201"/>
            <a:ext cx="23337" cy="2333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6" name="r0_o04804"/>
          <p:cNvSpPr/>
          <p:nvPr/>
        </p:nvSpPr>
        <p:spPr>
          <a:xfrm>
            <a:off x="1511042" y="4628201"/>
            <a:ext cx="14585" cy="1458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7" name="r0_o04805"/>
          <p:cNvSpPr/>
          <p:nvPr/>
        </p:nvSpPr>
        <p:spPr>
          <a:xfrm>
            <a:off x="1578873" y="4666426"/>
            <a:ext cx="48018" cy="480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8" name="r0_o04806"/>
          <p:cNvSpPr/>
          <p:nvPr/>
        </p:nvSpPr>
        <p:spPr>
          <a:xfrm>
            <a:off x="1585596" y="4672428"/>
            <a:ext cx="23337" cy="2333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9" name="r0_o04807"/>
          <p:cNvSpPr/>
          <p:nvPr/>
        </p:nvSpPr>
        <p:spPr>
          <a:xfrm>
            <a:off x="1585596" y="4672428"/>
            <a:ext cx="14585" cy="1458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0" name="r0_o04808"/>
          <p:cNvSpPr/>
          <p:nvPr/>
        </p:nvSpPr>
        <p:spPr>
          <a:xfrm>
            <a:off x="705117" y="4652616"/>
            <a:ext cx="85637" cy="8563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1" name="r0_o04809"/>
          <p:cNvSpPr/>
          <p:nvPr/>
        </p:nvSpPr>
        <p:spPr>
          <a:xfrm>
            <a:off x="717106" y="4663320"/>
            <a:ext cx="41620" cy="4162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2" name="r0_o04810"/>
          <p:cNvSpPr/>
          <p:nvPr/>
        </p:nvSpPr>
        <p:spPr>
          <a:xfrm>
            <a:off x="717106" y="4663320"/>
            <a:ext cx="26012" cy="2601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3" name="r0_o04811"/>
          <p:cNvSpPr/>
          <p:nvPr/>
        </p:nvSpPr>
        <p:spPr>
          <a:xfrm>
            <a:off x="686277" y="4643196"/>
            <a:ext cx="48813" cy="488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4" name="r0_o04812"/>
          <p:cNvSpPr/>
          <p:nvPr/>
        </p:nvSpPr>
        <p:spPr>
          <a:xfrm>
            <a:off x="693111" y="4649297"/>
            <a:ext cx="23723" cy="2372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5" name="r0_o04813"/>
          <p:cNvSpPr/>
          <p:nvPr/>
        </p:nvSpPr>
        <p:spPr>
          <a:xfrm>
            <a:off x="693111" y="4649297"/>
            <a:ext cx="14827" cy="148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6" name="r0_o04814"/>
          <p:cNvSpPr/>
          <p:nvPr/>
        </p:nvSpPr>
        <p:spPr>
          <a:xfrm>
            <a:off x="762065" y="4688155"/>
            <a:ext cx="48813" cy="488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7" name="r0_o04815"/>
          <p:cNvSpPr/>
          <p:nvPr/>
        </p:nvSpPr>
        <p:spPr>
          <a:xfrm>
            <a:off x="768899" y="4694257"/>
            <a:ext cx="23723" cy="2372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8" name="r0_o04816"/>
          <p:cNvSpPr/>
          <p:nvPr/>
        </p:nvSpPr>
        <p:spPr>
          <a:xfrm>
            <a:off x="768899" y="4694257"/>
            <a:ext cx="14827" cy="148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9" name="r0_o04817"/>
          <p:cNvSpPr/>
          <p:nvPr/>
        </p:nvSpPr>
        <p:spPr>
          <a:xfrm>
            <a:off x="936400" y="6013206"/>
            <a:ext cx="74228" cy="7422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0" name="r0_o04818"/>
          <p:cNvSpPr/>
          <p:nvPr/>
        </p:nvSpPr>
        <p:spPr>
          <a:xfrm>
            <a:off x="946792" y="6022484"/>
            <a:ext cx="36075" cy="3607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1" name="r0_o04819"/>
          <p:cNvSpPr/>
          <p:nvPr/>
        </p:nvSpPr>
        <p:spPr>
          <a:xfrm>
            <a:off x="946792" y="6022484"/>
            <a:ext cx="22547" cy="2254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2" name="r0_o04820"/>
          <p:cNvSpPr/>
          <p:nvPr/>
        </p:nvSpPr>
        <p:spPr>
          <a:xfrm>
            <a:off x="920070" y="6005041"/>
            <a:ext cx="42310" cy="4231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3" name="r0_o04821"/>
          <p:cNvSpPr/>
          <p:nvPr/>
        </p:nvSpPr>
        <p:spPr>
          <a:xfrm>
            <a:off x="925993" y="6010329"/>
            <a:ext cx="20563" cy="2056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4" name="r0_o04822"/>
          <p:cNvSpPr/>
          <p:nvPr/>
        </p:nvSpPr>
        <p:spPr>
          <a:xfrm>
            <a:off x="925993" y="6010329"/>
            <a:ext cx="12852" cy="128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5" name="r0_o04823"/>
          <p:cNvSpPr/>
          <p:nvPr/>
        </p:nvSpPr>
        <p:spPr>
          <a:xfrm>
            <a:off x="985762" y="6044011"/>
            <a:ext cx="42310" cy="4231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6" name="r0_o04824"/>
          <p:cNvSpPr/>
          <p:nvPr/>
        </p:nvSpPr>
        <p:spPr>
          <a:xfrm>
            <a:off x="991685" y="6049299"/>
            <a:ext cx="20563" cy="2056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7" name="r0_o04825"/>
          <p:cNvSpPr/>
          <p:nvPr/>
        </p:nvSpPr>
        <p:spPr>
          <a:xfrm>
            <a:off x="991685" y="6049299"/>
            <a:ext cx="12852" cy="128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8" name="r0_o04826"/>
          <p:cNvSpPr/>
          <p:nvPr/>
        </p:nvSpPr>
        <p:spPr>
          <a:xfrm>
            <a:off x="446053" y="5083398"/>
            <a:ext cx="67333" cy="6733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9" name="r0_o04827"/>
          <p:cNvSpPr/>
          <p:nvPr/>
        </p:nvSpPr>
        <p:spPr>
          <a:xfrm>
            <a:off x="455479" y="5091815"/>
            <a:ext cx="32724" cy="3272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0" name="r0_o04828"/>
          <p:cNvSpPr/>
          <p:nvPr/>
        </p:nvSpPr>
        <p:spPr>
          <a:xfrm>
            <a:off x="455479" y="5091815"/>
            <a:ext cx="20453" cy="2045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1" name="r0_o04829"/>
          <p:cNvSpPr/>
          <p:nvPr/>
        </p:nvSpPr>
        <p:spPr>
          <a:xfrm>
            <a:off x="431239" y="5075991"/>
            <a:ext cx="38380" cy="3838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2" name="r0_o04830"/>
          <p:cNvSpPr/>
          <p:nvPr/>
        </p:nvSpPr>
        <p:spPr>
          <a:xfrm>
            <a:off x="436612" y="5080789"/>
            <a:ext cx="18653" cy="1865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3" name="r0_o04831"/>
          <p:cNvSpPr/>
          <p:nvPr/>
        </p:nvSpPr>
        <p:spPr>
          <a:xfrm>
            <a:off x="436612" y="5080789"/>
            <a:ext cx="11658" cy="1165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4" name="r0_o04832"/>
          <p:cNvSpPr/>
          <p:nvPr/>
        </p:nvSpPr>
        <p:spPr>
          <a:xfrm>
            <a:off x="490829" y="5111341"/>
            <a:ext cx="38380" cy="3838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5" name="r0_o04833"/>
          <p:cNvSpPr/>
          <p:nvPr/>
        </p:nvSpPr>
        <p:spPr>
          <a:xfrm>
            <a:off x="496202" y="5116139"/>
            <a:ext cx="18653" cy="1865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6" name="r0_o04834"/>
          <p:cNvSpPr/>
          <p:nvPr/>
        </p:nvSpPr>
        <p:spPr>
          <a:xfrm>
            <a:off x="496202" y="5116139"/>
            <a:ext cx="11658" cy="1165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7" name="r0_o04835"/>
          <p:cNvSpPr/>
          <p:nvPr/>
        </p:nvSpPr>
        <p:spPr>
          <a:xfrm>
            <a:off x="950526" y="5174474"/>
            <a:ext cx="174912" cy="174912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8" name="r0_o04836"/>
          <p:cNvSpPr/>
          <p:nvPr/>
        </p:nvSpPr>
        <p:spPr>
          <a:xfrm>
            <a:off x="975013" y="5196338"/>
            <a:ext cx="85007" cy="85007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9" name="r0_o04837"/>
          <p:cNvSpPr/>
          <p:nvPr/>
        </p:nvSpPr>
        <p:spPr>
          <a:xfrm>
            <a:off x="975013" y="5196338"/>
            <a:ext cx="53129" cy="53129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0" name="r0_o04838"/>
          <p:cNvSpPr/>
          <p:nvPr/>
        </p:nvSpPr>
        <p:spPr>
          <a:xfrm>
            <a:off x="1635597" y="5305658"/>
            <a:ext cx="174912" cy="174912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1" name="r0_o04839"/>
          <p:cNvSpPr/>
          <p:nvPr/>
        </p:nvSpPr>
        <p:spPr>
          <a:xfrm>
            <a:off x="1660084" y="5327522"/>
            <a:ext cx="85007" cy="85007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2" name="r0_o04840"/>
          <p:cNvSpPr/>
          <p:nvPr/>
        </p:nvSpPr>
        <p:spPr>
          <a:xfrm>
            <a:off x="1660084" y="5327522"/>
            <a:ext cx="53129" cy="53129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3" name="r0_o04841"/>
          <p:cNvSpPr/>
          <p:nvPr/>
        </p:nvSpPr>
        <p:spPr>
          <a:xfrm>
            <a:off x="1985420" y="5509722"/>
            <a:ext cx="174912" cy="174912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4" name="r0_o04842"/>
          <p:cNvSpPr/>
          <p:nvPr/>
        </p:nvSpPr>
        <p:spPr>
          <a:xfrm>
            <a:off x="2009908" y="5531586"/>
            <a:ext cx="85007" cy="85007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5" name="r0_o04843"/>
          <p:cNvSpPr/>
          <p:nvPr/>
        </p:nvSpPr>
        <p:spPr>
          <a:xfrm>
            <a:off x="2009908" y="5531586"/>
            <a:ext cx="53129" cy="53129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6" name="r0_o04844"/>
          <p:cNvSpPr/>
          <p:nvPr/>
        </p:nvSpPr>
        <p:spPr>
          <a:xfrm>
            <a:off x="2830827" y="2208261"/>
            <a:ext cx="568463" cy="349824"/>
          </a:xfrm>
          <a:prstGeom prst="rightArrow">
            <a:avLst/>
          </a:prstGeom>
          <a:solidFill>
            <a:srgbClr val="7DA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7" name="r0_o04845"/>
          <p:cNvSpPr/>
          <p:nvPr/>
        </p:nvSpPr>
        <p:spPr>
          <a:xfrm>
            <a:off x="2757947" y="4955834"/>
            <a:ext cx="728799" cy="269656"/>
          </a:xfrm>
          <a:prstGeom prst="rightArrow">
            <a:avLst/>
          </a:prstGeom>
          <a:solidFill>
            <a:srgbClr val="D5E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8" name="r1_o04846"/>
          <p:cNvSpPr/>
          <p:nvPr/>
        </p:nvSpPr>
        <p:spPr>
          <a:xfrm>
            <a:off x="3588779" y="947439"/>
            <a:ext cx="2244701" cy="2361309"/>
          </a:xfrm>
          <a:prstGeom prst="rect">
            <a:avLst/>
          </a:prstGeom>
          <a:solidFill>
            <a:srgbClr val="EDF5F8"/>
          </a:solidFill>
          <a:ln w="10160">
            <a:solidFill>
              <a:srgbClr val="91A5AD"/>
            </a:solidFill>
          </a:ln>
        </p:spPr>
        <p:txBody>
          <a:bodyPr/>
          <a:lstStyle/>
          <a:p/>
        </p:txBody>
      </p:sp>
      <p:sp>
        <p:nvSpPr>
          <p:cNvPr id="4849" name="r1_o04847"/>
          <p:cNvSpPr/>
          <p:nvPr/>
        </p:nvSpPr>
        <p:spPr>
          <a:xfrm>
            <a:off x="3588779" y="3031804"/>
            <a:ext cx="2244701" cy="583039"/>
          </a:xfrm>
          <a:prstGeom prst="ellipse">
            <a:avLst/>
          </a:prstGeom>
          <a:solidFill>
            <a:srgbClr val="DBEAF0"/>
          </a:solidFill>
          <a:ln w="12700">
            <a:solidFill>
              <a:srgbClr val="91A5AD"/>
            </a:solidFill>
          </a:ln>
        </p:spPr>
        <p:txBody>
          <a:bodyPr/>
          <a:lstStyle/>
          <a:p/>
        </p:txBody>
      </p:sp>
      <p:sp>
        <p:nvSpPr>
          <p:cNvPr id="4850" name="r1_o04848"/>
          <p:cNvSpPr/>
          <p:nvPr/>
        </p:nvSpPr>
        <p:spPr>
          <a:xfrm>
            <a:off x="3632506" y="1362854"/>
            <a:ext cx="2157245" cy="1931318"/>
          </a:xfrm>
          <a:prstGeom prst="rect">
            <a:avLst/>
          </a:prstGeom>
          <a:solidFill>
            <a:srgbClr val="DFED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51" name="r1_o04849"/>
          <p:cNvSpPr/>
          <p:nvPr/>
        </p:nvSpPr>
        <p:spPr>
          <a:xfrm>
            <a:off x="3632506" y="1180655"/>
            <a:ext cx="2157245" cy="284232"/>
          </a:xfrm>
          <a:prstGeom prst="ellipse">
            <a:avLst/>
          </a:prstGeom>
          <a:solidFill>
            <a:srgbClr val="D2E7F1"/>
          </a:solidFill>
          <a:ln w="10160">
            <a:solidFill>
              <a:srgbClr val="8CABBB"/>
            </a:solidFill>
          </a:ln>
        </p:spPr>
        <p:txBody>
          <a:bodyPr/>
          <a:lstStyle/>
          <a:p/>
        </p:txBody>
      </p:sp>
      <p:sp>
        <p:nvSpPr>
          <p:cNvPr id="4852" name="r1_o04850"/>
          <p:cNvSpPr/>
          <p:nvPr/>
        </p:nvSpPr>
        <p:spPr>
          <a:xfrm>
            <a:off x="3588779" y="830831"/>
            <a:ext cx="2244701" cy="211352"/>
          </a:xfrm>
          <a:prstGeom prst="ellipse">
            <a:avLst/>
          </a:prstGeom>
          <a:solidFill>
            <a:srgbClr val="F8FAFB"/>
          </a:solidFill>
          <a:ln w="10160">
            <a:solidFill>
              <a:srgbClr val="92A0A5"/>
            </a:solidFill>
          </a:ln>
        </p:spPr>
        <p:txBody>
          <a:bodyPr/>
          <a:lstStyle/>
          <a:p/>
        </p:txBody>
      </p:sp>
      <p:sp>
        <p:nvSpPr>
          <p:cNvPr id="4853" name="r1_o04851"/>
          <p:cNvSpPr/>
          <p:nvPr/>
        </p:nvSpPr>
        <p:spPr>
          <a:xfrm>
            <a:off x="3632506" y="1042183"/>
            <a:ext cx="0" cy="2237413"/>
          </a:xfrm>
          <a:prstGeom prst="line">
            <a:avLst/>
          </a:prstGeom>
          <a:noFill/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4854" name="r1_o04852"/>
          <p:cNvSpPr/>
          <p:nvPr/>
        </p:nvSpPr>
        <p:spPr>
          <a:xfrm>
            <a:off x="5775176" y="1049471"/>
            <a:ext cx="0" cy="2237413"/>
          </a:xfrm>
          <a:prstGeom prst="line">
            <a:avLst/>
          </a:prstGeom>
          <a:noFill/>
          <a:ln w="12700">
            <a:solidFill>
              <a:srgbClr val="B9CCD3"/>
            </a:solidFill>
          </a:ln>
        </p:spPr>
        <p:txBody>
          <a:bodyPr/>
          <a:lstStyle/>
          <a:p/>
        </p:txBody>
      </p:sp>
      <p:sp>
        <p:nvSpPr>
          <p:cNvPr id="4855" name="r1_o04853"/>
          <p:cNvSpPr/>
          <p:nvPr/>
        </p:nvSpPr>
        <p:spPr>
          <a:xfrm>
            <a:off x="3632506" y="3119260"/>
            <a:ext cx="2157245" cy="451855"/>
          </a:xfrm>
          <a:prstGeom prst="ellipse">
            <a:avLst/>
          </a:prstGeom>
          <a:noFill/>
          <a:ln w="12700">
            <a:solidFill>
              <a:srgbClr val="B3CBD6"/>
            </a:solidFill>
          </a:ln>
        </p:spPr>
        <p:txBody>
          <a:bodyPr/>
          <a:lstStyle/>
          <a:p/>
        </p:txBody>
      </p:sp>
      <p:sp>
        <p:nvSpPr>
          <p:cNvPr id="4856" name="r1_o04854"/>
          <p:cNvSpPr/>
          <p:nvPr/>
        </p:nvSpPr>
        <p:spPr>
          <a:xfrm>
            <a:off x="4122975" y="3272311"/>
            <a:ext cx="84822" cy="8482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57" name="r1_o04855"/>
          <p:cNvSpPr/>
          <p:nvPr/>
        </p:nvSpPr>
        <p:spPr>
          <a:xfrm>
            <a:off x="4134850" y="3282914"/>
            <a:ext cx="41223" cy="4122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58" name="r1_o04856"/>
          <p:cNvSpPr/>
          <p:nvPr/>
        </p:nvSpPr>
        <p:spPr>
          <a:xfrm>
            <a:off x="4134850" y="3282914"/>
            <a:ext cx="25765" cy="2576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59" name="r1_o04857"/>
          <p:cNvSpPr/>
          <p:nvPr/>
        </p:nvSpPr>
        <p:spPr>
          <a:xfrm>
            <a:off x="3865154" y="1890434"/>
            <a:ext cx="35256" cy="3525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0" name="r1_o04858"/>
          <p:cNvSpPr/>
          <p:nvPr/>
        </p:nvSpPr>
        <p:spPr>
          <a:xfrm>
            <a:off x="3870089" y="1894841"/>
            <a:ext cx="17135" cy="1713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1" name="r1_o04859"/>
          <p:cNvSpPr/>
          <p:nvPr/>
        </p:nvSpPr>
        <p:spPr>
          <a:xfrm>
            <a:off x="3870089" y="1894841"/>
            <a:ext cx="10709" cy="1070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2" name="r1_o04860"/>
          <p:cNvSpPr/>
          <p:nvPr/>
        </p:nvSpPr>
        <p:spPr>
          <a:xfrm>
            <a:off x="3857397" y="1886556"/>
            <a:ext cx="20096" cy="2009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3" name="r1_o04861"/>
          <p:cNvSpPr/>
          <p:nvPr/>
        </p:nvSpPr>
        <p:spPr>
          <a:xfrm>
            <a:off x="3860211" y="1889068"/>
            <a:ext cx="9767" cy="976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4" name="r1_o04862"/>
          <p:cNvSpPr/>
          <p:nvPr/>
        </p:nvSpPr>
        <p:spPr>
          <a:xfrm>
            <a:off x="3860211" y="1889068"/>
            <a:ext cx="6104" cy="61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5" name="r1_o04863"/>
          <p:cNvSpPr/>
          <p:nvPr/>
        </p:nvSpPr>
        <p:spPr>
          <a:xfrm>
            <a:off x="3888599" y="1905065"/>
            <a:ext cx="20096" cy="2009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6" name="r1_o04864"/>
          <p:cNvSpPr/>
          <p:nvPr/>
        </p:nvSpPr>
        <p:spPr>
          <a:xfrm>
            <a:off x="3891412" y="1907577"/>
            <a:ext cx="9767" cy="976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7" name="r1_o04865"/>
          <p:cNvSpPr/>
          <p:nvPr/>
        </p:nvSpPr>
        <p:spPr>
          <a:xfrm>
            <a:off x="3891412" y="1907577"/>
            <a:ext cx="6104" cy="61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8" name="r1_o04866"/>
          <p:cNvSpPr/>
          <p:nvPr/>
        </p:nvSpPr>
        <p:spPr>
          <a:xfrm>
            <a:off x="4972637" y="2302831"/>
            <a:ext cx="43582" cy="4358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9" name="r1_o04867"/>
          <p:cNvSpPr/>
          <p:nvPr/>
        </p:nvSpPr>
        <p:spPr>
          <a:xfrm>
            <a:off x="4978738" y="2308279"/>
            <a:ext cx="21181" cy="2118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0" name="r1_o04868"/>
          <p:cNvSpPr/>
          <p:nvPr/>
        </p:nvSpPr>
        <p:spPr>
          <a:xfrm>
            <a:off x="4978738" y="2308279"/>
            <a:ext cx="13238" cy="1323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1" name="r1_o04869"/>
          <p:cNvSpPr/>
          <p:nvPr/>
        </p:nvSpPr>
        <p:spPr>
          <a:xfrm>
            <a:off x="4963049" y="2298038"/>
            <a:ext cx="24842" cy="2484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2" name="r1_o04870"/>
          <p:cNvSpPr/>
          <p:nvPr/>
        </p:nvSpPr>
        <p:spPr>
          <a:xfrm>
            <a:off x="4966527" y="2301143"/>
            <a:ext cx="12073" cy="1207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3" name="r1_o04871"/>
          <p:cNvSpPr/>
          <p:nvPr/>
        </p:nvSpPr>
        <p:spPr>
          <a:xfrm>
            <a:off x="4966527" y="2301143"/>
            <a:ext cx="7546" cy="754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4" name="r1_o04872"/>
          <p:cNvSpPr/>
          <p:nvPr/>
        </p:nvSpPr>
        <p:spPr>
          <a:xfrm>
            <a:off x="5001619" y="2320918"/>
            <a:ext cx="24842" cy="2484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5" name="r1_o04873"/>
          <p:cNvSpPr/>
          <p:nvPr/>
        </p:nvSpPr>
        <p:spPr>
          <a:xfrm>
            <a:off x="5005096" y="2324023"/>
            <a:ext cx="12073" cy="1207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6" name="r1_o04874"/>
          <p:cNvSpPr/>
          <p:nvPr/>
        </p:nvSpPr>
        <p:spPr>
          <a:xfrm>
            <a:off x="5005096" y="2324023"/>
            <a:ext cx="7546" cy="754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7" name="r1_o04875"/>
          <p:cNvSpPr/>
          <p:nvPr/>
        </p:nvSpPr>
        <p:spPr>
          <a:xfrm>
            <a:off x="4067851" y="3026732"/>
            <a:ext cx="57382" cy="5738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8" name="r1_o04876"/>
          <p:cNvSpPr/>
          <p:nvPr/>
        </p:nvSpPr>
        <p:spPr>
          <a:xfrm>
            <a:off x="4075885" y="3033905"/>
            <a:ext cx="27888" cy="2788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9" name="r1_o04877"/>
          <p:cNvSpPr/>
          <p:nvPr/>
        </p:nvSpPr>
        <p:spPr>
          <a:xfrm>
            <a:off x="4075885" y="3033905"/>
            <a:ext cx="17430" cy="1743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0" name="r1_o04878"/>
          <p:cNvSpPr/>
          <p:nvPr/>
        </p:nvSpPr>
        <p:spPr>
          <a:xfrm>
            <a:off x="3724871" y="1918368"/>
            <a:ext cx="55449" cy="5544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1" name="r1_o04879"/>
          <p:cNvSpPr/>
          <p:nvPr/>
        </p:nvSpPr>
        <p:spPr>
          <a:xfrm>
            <a:off x="3732634" y="1925299"/>
            <a:ext cx="26948" cy="2694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2" name="r1_o04880"/>
          <p:cNvSpPr/>
          <p:nvPr/>
        </p:nvSpPr>
        <p:spPr>
          <a:xfrm>
            <a:off x="3732634" y="1925299"/>
            <a:ext cx="16843" cy="1684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3" name="r1_o04881"/>
          <p:cNvSpPr/>
          <p:nvPr/>
        </p:nvSpPr>
        <p:spPr>
          <a:xfrm>
            <a:off x="3712672" y="1912268"/>
            <a:ext cx="31606" cy="3160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4" name="r1_o04882"/>
          <p:cNvSpPr/>
          <p:nvPr/>
        </p:nvSpPr>
        <p:spPr>
          <a:xfrm>
            <a:off x="3717097" y="1916219"/>
            <a:ext cx="15360" cy="153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5" name="r1_o04883"/>
          <p:cNvSpPr/>
          <p:nvPr/>
        </p:nvSpPr>
        <p:spPr>
          <a:xfrm>
            <a:off x="3717097" y="1916219"/>
            <a:ext cx="9600" cy="960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6" name="r1_o04884"/>
          <p:cNvSpPr/>
          <p:nvPr/>
        </p:nvSpPr>
        <p:spPr>
          <a:xfrm>
            <a:off x="3761744" y="1941379"/>
            <a:ext cx="31606" cy="3160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7" name="r1_o04885"/>
          <p:cNvSpPr/>
          <p:nvPr/>
        </p:nvSpPr>
        <p:spPr>
          <a:xfrm>
            <a:off x="3766169" y="1945330"/>
            <a:ext cx="15360" cy="153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8" name="r1_o04886"/>
          <p:cNvSpPr/>
          <p:nvPr/>
        </p:nvSpPr>
        <p:spPr>
          <a:xfrm>
            <a:off x="3766169" y="1945330"/>
            <a:ext cx="9600" cy="960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9" name="r1_o04887"/>
          <p:cNvSpPr/>
          <p:nvPr/>
        </p:nvSpPr>
        <p:spPr>
          <a:xfrm>
            <a:off x="4418883" y="1594182"/>
            <a:ext cx="101542" cy="10154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0" name="r1_o04888"/>
          <p:cNvSpPr/>
          <p:nvPr/>
        </p:nvSpPr>
        <p:spPr>
          <a:xfrm>
            <a:off x="4433099" y="1606875"/>
            <a:ext cx="49350" cy="49350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1" name="r1_o04889"/>
          <p:cNvSpPr/>
          <p:nvPr/>
        </p:nvSpPr>
        <p:spPr>
          <a:xfrm>
            <a:off x="4433099" y="1606875"/>
            <a:ext cx="30843" cy="3084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2" name="r1_o04890"/>
          <p:cNvSpPr/>
          <p:nvPr/>
        </p:nvSpPr>
        <p:spPr>
          <a:xfrm>
            <a:off x="3814448" y="2617290"/>
            <a:ext cx="48417" cy="4841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3" name="r1_o04891"/>
          <p:cNvSpPr/>
          <p:nvPr/>
        </p:nvSpPr>
        <p:spPr>
          <a:xfrm>
            <a:off x="3821227" y="2623342"/>
            <a:ext cx="23531" cy="2353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4" name="r1_o04892"/>
          <p:cNvSpPr/>
          <p:nvPr/>
        </p:nvSpPr>
        <p:spPr>
          <a:xfrm>
            <a:off x="3821227" y="2623342"/>
            <a:ext cx="14707" cy="1470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5" name="r1_o04893"/>
          <p:cNvSpPr/>
          <p:nvPr/>
        </p:nvSpPr>
        <p:spPr>
          <a:xfrm>
            <a:off x="3803797" y="2611964"/>
            <a:ext cx="27598" cy="2759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6" name="r1_o04894"/>
          <p:cNvSpPr/>
          <p:nvPr/>
        </p:nvSpPr>
        <p:spPr>
          <a:xfrm>
            <a:off x="3807660" y="2615414"/>
            <a:ext cx="13412" cy="1341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7" name="r1_o04895"/>
          <p:cNvSpPr/>
          <p:nvPr/>
        </p:nvSpPr>
        <p:spPr>
          <a:xfrm>
            <a:off x="3807660" y="2615414"/>
            <a:ext cx="8383" cy="838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8" name="r1_o04896"/>
          <p:cNvSpPr/>
          <p:nvPr/>
        </p:nvSpPr>
        <p:spPr>
          <a:xfrm>
            <a:off x="3846646" y="2637383"/>
            <a:ext cx="27598" cy="2759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9" name="r1_o04897"/>
          <p:cNvSpPr/>
          <p:nvPr/>
        </p:nvSpPr>
        <p:spPr>
          <a:xfrm>
            <a:off x="3850509" y="2640833"/>
            <a:ext cx="13412" cy="1341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0" name="r1_o04898"/>
          <p:cNvSpPr/>
          <p:nvPr/>
        </p:nvSpPr>
        <p:spPr>
          <a:xfrm>
            <a:off x="3850509" y="2640833"/>
            <a:ext cx="8383" cy="838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1" name="r1_o04899"/>
          <p:cNvSpPr/>
          <p:nvPr/>
        </p:nvSpPr>
        <p:spPr>
          <a:xfrm>
            <a:off x="4364459" y="2757424"/>
            <a:ext cx="48093" cy="4809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2" name="r1_o04900"/>
          <p:cNvSpPr/>
          <p:nvPr/>
        </p:nvSpPr>
        <p:spPr>
          <a:xfrm>
            <a:off x="4371192" y="2763436"/>
            <a:ext cx="23373" cy="2337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3" name="r1_o04901"/>
          <p:cNvSpPr/>
          <p:nvPr/>
        </p:nvSpPr>
        <p:spPr>
          <a:xfrm>
            <a:off x="4371192" y="2763436"/>
            <a:ext cx="14608" cy="1460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4" name="r1_o04902"/>
          <p:cNvSpPr/>
          <p:nvPr/>
        </p:nvSpPr>
        <p:spPr>
          <a:xfrm>
            <a:off x="4353879" y="2752134"/>
            <a:ext cx="27413" cy="274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5" name="r1_o04903"/>
          <p:cNvSpPr/>
          <p:nvPr/>
        </p:nvSpPr>
        <p:spPr>
          <a:xfrm>
            <a:off x="4357717" y="2755560"/>
            <a:ext cx="13323" cy="1332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6" name="r1_o04904"/>
          <p:cNvSpPr/>
          <p:nvPr/>
        </p:nvSpPr>
        <p:spPr>
          <a:xfrm>
            <a:off x="4357717" y="2755560"/>
            <a:ext cx="8327" cy="83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7" name="r1_o04905"/>
          <p:cNvSpPr/>
          <p:nvPr/>
        </p:nvSpPr>
        <p:spPr>
          <a:xfrm>
            <a:off x="4396441" y="2777382"/>
            <a:ext cx="27413" cy="274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8" name="r1_o04906"/>
          <p:cNvSpPr/>
          <p:nvPr/>
        </p:nvSpPr>
        <p:spPr>
          <a:xfrm>
            <a:off x="4400279" y="2780809"/>
            <a:ext cx="13323" cy="1332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9" name="r1_o04907"/>
          <p:cNvSpPr/>
          <p:nvPr/>
        </p:nvSpPr>
        <p:spPr>
          <a:xfrm>
            <a:off x="4400279" y="2780809"/>
            <a:ext cx="8327" cy="83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0" name="r1_o04908"/>
          <p:cNvSpPr/>
          <p:nvPr/>
        </p:nvSpPr>
        <p:spPr>
          <a:xfrm>
            <a:off x="5488898" y="2541741"/>
            <a:ext cx="47481" cy="4748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1" name="r1_o04909"/>
          <p:cNvSpPr/>
          <p:nvPr/>
        </p:nvSpPr>
        <p:spPr>
          <a:xfrm>
            <a:off x="5495546" y="2547676"/>
            <a:ext cx="23076" cy="2307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2" name="r1_o04910"/>
          <p:cNvSpPr/>
          <p:nvPr/>
        </p:nvSpPr>
        <p:spPr>
          <a:xfrm>
            <a:off x="5495546" y="2547676"/>
            <a:ext cx="14422" cy="1442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3" name="r1_o04911"/>
          <p:cNvSpPr/>
          <p:nvPr/>
        </p:nvSpPr>
        <p:spPr>
          <a:xfrm>
            <a:off x="5552411" y="2333293"/>
            <a:ext cx="98886" cy="9888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4" name="r1_o04912"/>
          <p:cNvSpPr/>
          <p:nvPr/>
        </p:nvSpPr>
        <p:spPr>
          <a:xfrm>
            <a:off x="5566255" y="2345654"/>
            <a:ext cx="48059" cy="4805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5" name="r1_o04913"/>
          <p:cNvSpPr/>
          <p:nvPr/>
        </p:nvSpPr>
        <p:spPr>
          <a:xfrm>
            <a:off x="5566255" y="2345654"/>
            <a:ext cx="30037" cy="3003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6" name="r1_o04914"/>
          <p:cNvSpPr/>
          <p:nvPr/>
        </p:nvSpPr>
        <p:spPr>
          <a:xfrm>
            <a:off x="4850069" y="2836799"/>
            <a:ext cx="37479" cy="3747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7" name="r1_o04915"/>
          <p:cNvSpPr/>
          <p:nvPr/>
        </p:nvSpPr>
        <p:spPr>
          <a:xfrm>
            <a:off x="4855316" y="2841484"/>
            <a:ext cx="18215" cy="1821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8" name="r1_o04916"/>
          <p:cNvSpPr/>
          <p:nvPr/>
        </p:nvSpPr>
        <p:spPr>
          <a:xfrm>
            <a:off x="4855316" y="2841484"/>
            <a:ext cx="11384" cy="1138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9" name="r1_o04917"/>
          <p:cNvSpPr/>
          <p:nvPr/>
        </p:nvSpPr>
        <p:spPr>
          <a:xfrm>
            <a:off x="4841824" y="2832676"/>
            <a:ext cx="21363" cy="2136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0" name="r1_o04918"/>
          <p:cNvSpPr/>
          <p:nvPr/>
        </p:nvSpPr>
        <p:spPr>
          <a:xfrm>
            <a:off x="4844815" y="2835347"/>
            <a:ext cx="10383" cy="1038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1" name="r1_o04919"/>
          <p:cNvSpPr/>
          <p:nvPr/>
        </p:nvSpPr>
        <p:spPr>
          <a:xfrm>
            <a:off x="4844815" y="2835347"/>
            <a:ext cx="6489" cy="648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2" name="r1_o04920"/>
          <p:cNvSpPr/>
          <p:nvPr/>
        </p:nvSpPr>
        <p:spPr>
          <a:xfrm>
            <a:off x="4874993" y="2852353"/>
            <a:ext cx="21363" cy="2136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3" name="r1_o04921"/>
          <p:cNvSpPr/>
          <p:nvPr/>
        </p:nvSpPr>
        <p:spPr>
          <a:xfrm>
            <a:off x="4877984" y="2855023"/>
            <a:ext cx="10383" cy="1038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4" name="r1_o04922"/>
          <p:cNvSpPr/>
          <p:nvPr/>
        </p:nvSpPr>
        <p:spPr>
          <a:xfrm>
            <a:off x="4877984" y="2855023"/>
            <a:ext cx="6489" cy="648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5" name="r1_o04923"/>
          <p:cNvSpPr/>
          <p:nvPr/>
        </p:nvSpPr>
        <p:spPr>
          <a:xfrm>
            <a:off x="4380821" y="3104855"/>
            <a:ext cx="88289" cy="8828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6" name="r1_o04924"/>
          <p:cNvSpPr/>
          <p:nvPr/>
        </p:nvSpPr>
        <p:spPr>
          <a:xfrm>
            <a:off x="4393181" y="3115892"/>
            <a:ext cx="42909" cy="4290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7" name="r1_o04925"/>
          <p:cNvSpPr/>
          <p:nvPr/>
        </p:nvSpPr>
        <p:spPr>
          <a:xfrm>
            <a:off x="4393181" y="3115892"/>
            <a:ext cx="26818" cy="2681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8" name="r1_o04926"/>
          <p:cNvSpPr/>
          <p:nvPr/>
        </p:nvSpPr>
        <p:spPr>
          <a:xfrm>
            <a:off x="3879183" y="2750845"/>
            <a:ext cx="56846" cy="5684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9" name="r1_o04927"/>
          <p:cNvSpPr/>
          <p:nvPr/>
        </p:nvSpPr>
        <p:spPr>
          <a:xfrm>
            <a:off x="3887141" y="2757950"/>
            <a:ext cx="27627" cy="2762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0" name="r1_o04928"/>
          <p:cNvSpPr/>
          <p:nvPr/>
        </p:nvSpPr>
        <p:spPr>
          <a:xfrm>
            <a:off x="3887141" y="2757950"/>
            <a:ext cx="17267" cy="1726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1" name="r1_o04929"/>
          <p:cNvSpPr/>
          <p:nvPr/>
        </p:nvSpPr>
        <p:spPr>
          <a:xfrm>
            <a:off x="3866676" y="2744592"/>
            <a:ext cx="32402" cy="324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2" name="r1_o04930"/>
          <p:cNvSpPr/>
          <p:nvPr/>
        </p:nvSpPr>
        <p:spPr>
          <a:xfrm>
            <a:off x="3871213" y="2748642"/>
            <a:ext cx="15748" cy="1574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3" name="r1_o04931"/>
          <p:cNvSpPr/>
          <p:nvPr/>
        </p:nvSpPr>
        <p:spPr>
          <a:xfrm>
            <a:off x="3871213" y="2748642"/>
            <a:ext cx="9842" cy="984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4" name="r1_o04932"/>
          <p:cNvSpPr/>
          <p:nvPr/>
        </p:nvSpPr>
        <p:spPr>
          <a:xfrm>
            <a:off x="3916985" y="2774436"/>
            <a:ext cx="32402" cy="324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5" name="r1_o04933"/>
          <p:cNvSpPr/>
          <p:nvPr/>
        </p:nvSpPr>
        <p:spPr>
          <a:xfrm>
            <a:off x="3921522" y="2778486"/>
            <a:ext cx="15748" cy="1574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6" name="r1_o04934"/>
          <p:cNvSpPr/>
          <p:nvPr/>
        </p:nvSpPr>
        <p:spPr>
          <a:xfrm>
            <a:off x="3921522" y="2778486"/>
            <a:ext cx="9842" cy="984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7" name="r1_o04935"/>
          <p:cNvSpPr/>
          <p:nvPr/>
        </p:nvSpPr>
        <p:spPr>
          <a:xfrm>
            <a:off x="5370812" y="2385922"/>
            <a:ext cx="52483" cy="5248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8" name="r1_o04936"/>
          <p:cNvSpPr/>
          <p:nvPr/>
        </p:nvSpPr>
        <p:spPr>
          <a:xfrm>
            <a:off x="5378160" y="2392482"/>
            <a:ext cx="25507" cy="2550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9" name="r1_o04937"/>
          <p:cNvSpPr/>
          <p:nvPr/>
        </p:nvSpPr>
        <p:spPr>
          <a:xfrm>
            <a:off x="5378160" y="2392482"/>
            <a:ext cx="15942" cy="1594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0" name="r1_o04938"/>
          <p:cNvSpPr/>
          <p:nvPr/>
        </p:nvSpPr>
        <p:spPr>
          <a:xfrm>
            <a:off x="4720286" y="2376109"/>
            <a:ext cx="96389" cy="9638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1" name="r1_o04939"/>
          <p:cNvSpPr/>
          <p:nvPr/>
        </p:nvSpPr>
        <p:spPr>
          <a:xfrm>
            <a:off x="4733781" y="2388157"/>
            <a:ext cx="46845" cy="4684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2" name="r1_o04940"/>
          <p:cNvSpPr/>
          <p:nvPr/>
        </p:nvSpPr>
        <p:spPr>
          <a:xfrm>
            <a:off x="4733781" y="2388157"/>
            <a:ext cx="29278" cy="2927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3" name="r1_o04941"/>
          <p:cNvSpPr/>
          <p:nvPr/>
        </p:nvSpPr>
        <p:spPr>
          <a:xfrm>
            <a:off x="4696967" y="2772163"/>
            <a:ext cx="57947" cy="5794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4" name="r1_o04942"/>
          <p:cNvSpPr/>
          <p:nvPr/>
        </p:nvSpPr>
        <p:spPr>
          <a:xfrm>
            <a:off x="4705080" y="2779406"/>
            <a:ext cx="28162" cy="2816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5" name="r1_o04943"/>
          <p:cNvSpPr/>
          <p:nvPr/>
        </p:nvSpPr>
        <p:spPr>
          <a:xfrm>
            <a:off x="4705080" y="2779406"/>
            <a:ext cx="17602" cy="1760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6" name="r1_o04944"/>
          <p:cNvSpPr/>
          <p:nvPr/>
        </p:nvSpPr>
        <p:spPr>
          <a:xfrm>
            <a:off x="3702263" y="2062347"/>
            <a:ext cx="68414" cy="6841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7" name="r1_o04945"/>
          <p:cNvSpPr/>
          <p:nvPr/>
        </p:nvSpPr>
        <p:spPr>
          <a:xfrm>
            <a:off x="3711841" y="2070899"/>
            <a:ext cx="33249" cy="3324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8" name="r1_o04946"/>
          <p:cNvSpPr/>
          <p:nvPr/>
        </p:nvSpPr>
        <p:spPr>
          <a:xfrm>
            <a:off x="3711841" y="2070899"/>
            <a:ext cx="20781" cy="2078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9" name="r1_o04947"/>
          <p:cNvSpPr/>
          <p:nvPr/>
        </p:nvSpPr>
        <p:spPr>
          <a:xfrm>
            <a:off x="4448231" y="3045760"/>
            <a:ext cx="34261" cy="3426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0" name="r1_o04948"/>
          <p:cNvSpPr/>
          <p:nvPr/>
        </p:nvSpPr>
        <p:spPr>
          <a:xfrm>
            <a:off x="4453028" y="3050043"/>
            <a:ext cx="16651" cy="1665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1" name="r1_o04949"/>
          <p:cNvSpPr/>
          <p:nvPr/>
        </p:nvSpPr>
        <p:spPr>
          <a:xfrm>
            <a:off x="4453028" y="3050043"/>
            <a:ext cx="10407" cy="1040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2" name="r1_o04950"/>
          <p:cNvSpPr/>
          <p:nvPr/>
        </p:nvSpPr>
        <p:spPr>
          <a:xfrm>
            <a:off x="4440694" y="3041991"/>
            <a:ext cx="19529" cy="1952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3" name="r1_o04951"/>
          <p:cNvSpPr/>
          <p:nvPr/>
        </p:nvSpPr>
        <p:spPr>
          <a:xfrm>
            <a:off x="4443428" y="3044432"/>
            <a:ext cx="9491" cy="949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4" name="r1_o04952"/>
          <p:cNvSpPr/>
          <p:nvPr/>
        </p:nvSpPr>
        <p:spPr>
          <a:xfrm>
            <a:off x="4443428" y="3044432"/>
            <a:ext cx="5932" cy="593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5" name="r1_o04953"/>
          <p:cNvSpPr/>
          <p:nvPr/>
        </p:nvSpPr>
        <p:spPr>
          <a:xfrm>
            <a:off x="4471015" y="3059978"/>
            <a:ext cx="19529" cy="1952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6" name="r1_o04954"/>
          <p:cNvSpPr/>
          <p:nvPr/>
        </p:nvSpPr>
        <p:spPr>
          <a:xfrm>
            <a:off x="4473749" y="3062419"/>
            <a:ext cx="9491" cy="949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7" name="r1_o04955"/>
          <p:cNvSpPr/>
          <p:nvPr/>
        </p:nvSpPr>
        <p:spPr>
          <a:xfrm>
            <a:off x="4473749" y="3062419"/>
            <a:ext cx="5932" cy="593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8" name="r1_o04956"/>
          <p:cNvSpPr/>
          <p:nvPr/>
        </p:nvSpPr>
        <p:spPr>
          <a:xfrm>
            <a:off x="4475192" y="1719378"/>
            <a:ext cx="57571" cy="5757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9" name="r1_o04957"/>
          <p:cNvSpPr/>
          <p:nvPr/>
        </p:nvSpPr>
        <p:spPr>
          <a:xfrm>
            <a:off x="4483252" y="1726575"/>
            <a:ext cx="27979" cy="2797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0" name="r1_o04958"/>
          <p:cNvSpPr/>
          <p:nvPr/>
        </p:nvSpPr>
        <p:spPr>
          <a:xfrm>
            <a:off x="4483252" y="1726575"/>
            <a:ext cx="17487" cy="1748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1" name="r1_o04959"/>
          <p:cNvSpPr/>
          <p:nvPr/>
        </p:nvSpPr>
        <p:spPr>
          <a:xfrm>
            <a:off x="4462527" y="1713045"/>
            <a:ext cx="32815" cy="3281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2" name="r1_o04960"/>
          <p:cNvSpPr/>
          <p:nvPr/>
        </p:nvSpPr>
        <p:spPr>
          <a:xfrm>
            <a:off x="4467121" y="1717147"/>
            <a:ext cx="15948" cy="1594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3" name="r1_o04961"/>
          <p:cNvSpPr/>
          <p:nvPr/>
        </p:nvSpPr>
        <p:spPr>
          <a:xfrm>
            <a:off x="4467121" y="1717147"/>
            <a:ext cx="9968" cy="996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4" name="r1_o04962"/>
          <p:cNvSpPr/>
          <p:nvPr/>
        </p:nvSpPr>
        <p:spPr>
          <a:xfrm>
            <a:off x="4513477" y="1743270"/>
            <a:ext cx="32815" cy="3281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5" name="r1_o04963"/>
          <p:cNvSpPr/>
          <p:nvPr/>
        </p:nvSpPr>
        <p:spPr>
          <a:xfrm>
            <a:off x="4518071" y="1747372"/>
            <a:ext cx="15948" cy="1594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6" name="r1_o04964"/>
          <p:cNvSpPr/>
          <p:nvPr/>
        </p:nvSpPr>
        <p:spPr>
          <a:xfrm>
            <a:off x="4518071" y="1747372"/>
            <a:ext cx="9968" cy="996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7" name="r1_o04965"/>
          <p:cNvSpPr/>
          <p:nvPr/>
        </p:nvSpPr>
        <p:spPr>
          <a:xfrm>
            <a:off x="4093418" y="2907146"/>
            <a:ext cx="44499" cy="4449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8" name="r1_o04966"/>
          <p:cNvSpPr/>
          <p:nvPr/>
        </p:nvSpPr>
        <p:spPr>
          <a:xfrm>
            <a:off x="4099648" y="2912708"/>
            <a:ext cx="21626" cy="2162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9" name="r1_o04967"/>
          <p:cNvSpPr/>
          <p:nvPr/>
        </p:nvSpPr>
        <p:spPr>
          <a:xfrm>
            <a:off x="4099648" y="2912708"/>
            <a:ext cx="13516" cy="1351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0" name="r1_o04968"/>
          <p:cNvSpPr/>
          <p:nvPr/>
        </p:nvSpPr>
        <p:spPr>
          <a:xfrm>
            <a:off x="5204346" y="2059206"/>
            <a:ext cx="69126" cy="6912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1" name="r1_o04969"/>
          <p:cNvSpPr/>
          <p:nvPr/>
        </p:nvSpPr>
        <p:spPr>
          <a:xfrm>
            <a:off x="5214024" y="2067847"/>
            <a:ext cx="33595" cy="3359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2" name="r1_o04970"/>
          <p:cNvSpPr/>
          <p:nvPr/>
        </p:nvSpPr>
        <p:spPr>
          <a:xfrm>
            <a:off x="5214024" y="2067847"/>
            <a:ext cx="20997" cy="2099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3" name="r1_o04971"/>
          <p:cNvSpPr/>
          <p:nvPr/>
        </p:nvSpPr>
        <p:spPr>
          <a:xfrm>
            <a:off x="4154729" y="2207470"/>
            <a:ext cx="41336" cy="4133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4" name="r1_o04972"/>
          <p:cNvSpPr/>
          <p:nvPr/>
        </p:nvSpPr>
        <p:spPr>
          <a:xfrm>
            <a:off x="4160516" y="2212637"/>
            <a:ext cx="20089" cy="2008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5" name="r1_o04973"/>
          <p:cNvSpPr/>
          <p:nvPr/>
        </p:nvSpPr>
        <p:spPr>
          <a:xfrm>
            <a:off x="4160516" y="2212637"/>
            <a:ext cx="12556" cy="1255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6" name="r1_o04974"/>
          <p:cNvSpPr/>
          <p:nvPr/>
        </p:nvSpPr>
        <p:spPr>
          <a:xfrm>
            <a:off x="4145635" y="2202923"/>
            <a:ext cx="23562" cy="2356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7" name="r1_o04975"/>
          <p:cNvSpPr/>
          <p:nvPr/>
        </p:nvSpPr>
        <p:spPr>
          <a:xfrm>
            <a:off x="4148933" y="2205868"/>
            <a:ext cx="11451" cy="1145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8" name="r1_o04976"/>
          <p:cNvSpPr/>
          <p:nvPr/>
        </p:nvSpPr>
        <p:spPr>
          <a:xfrm>
            <a:off x="4148933" y="2205868"/>
            <a:ext cx="7157" cy="715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9" name="r1_o04977"/>
          <p:cNvSpPr/>
          <p:nvPr/>
        </p:nvSpPr>
        <p:spPr>
          <a:xfrm>
            <a:off x="4182217" y="2224624"/>
            <a:ext cx="23562" cy="2356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0" name="r1_o04978"/>
          <p:cNvSpPr/>
          <p:nvPr/>
        </p:nvSpPr>
        <p:spPr>
          <a:xfrm>
            <a:off x="4185516" y="2227569"/>
            <a:ext cx="11451" cy="1145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1" name="r1_o04979"/>
          <p:cNvSpPr/>
          <p:nvPr/>
        </p:nvSpPr>
        <p:spPr>
          <a:xfrm>
            <a:off x="4185516" y="2227569"/>
            <a:ext cx="7157" cy="715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2" name="r1_o04980"/>
          <p:cNvSpPr/>
          <p:nvPr/>
        </p:nvSpPr>
        <p:spPr>
          <a:xfrm>
            <a:off x="4863524" y="1964988"/>
            <a:ext cx="48699" cy="4869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3" name="r1_o04981"/>
          <p:cNvSpPr/>
          <p:nvPr/>
        </p:nvSpPr>
        <p:spPr>
          <a:xfrm>
            <a:off x="4870342" y="1971075"/>
            <a:ext cx="23668" cy="2366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4" name="r1_o04982"/>
          <p:cNvSpPr/>
          <p:nvPr/>
        </p:nvSpPr>
        <p:spPr>
          <a:xfrm>
            <a:off x="4870342" y="1971075"/>
            <a:ext cx="14792" cy="1479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5" name="r1_o04983"/>
          <p:cNvSpPr/>
          <p:nvPr/>
        </p:nvSpPr>
        <p:spPr>
          <a:xfrm>
            <a:off x="3879982" y="2400841"/>
            <a:ext cx="90820" cy="9082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6" name="r1_o04984"/>
          <p:cNvSpPr/>
          <p:nvPr/>
        </p:nvSpPr>
        <p:spPr>
          <a:xfrm>
            <a:off x="3892697" y="2412193"/>
            <a:ext cx="44139" cy="4413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7" name="r1_o04985"/>
          <p:cNvSpPr/>
          <p:nvPr/>
        </p:nvSpPr>
        <p:spPr>
          <a:xfrm>
            <a:off x="3892697" y="2412193"/>
            <a:ext cx="27587" cy="2758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8" name="r1_o04986"/>
          <p:cNvSpPr/>
          <p:nvPr/>
        </p:nvSpPr>
        <p:spPr>
          <a:xfrm>
            <a:off x="4705467" y="2799186"/>
            <a:ext cx="30988" cy="3098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9" name="r1_o04987"/>
          <p:cNvSpPr/>
          <p:nvPr/>
        </p:nvSpPr>
        <p:spPr>
          <a:xfrm>
            <a:off x="4709805" y="2803059"/>
            <a:ext cx="15060" cy="1506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0" name="r1_o04988"/>
          <p:cNvSpPr/>
          <p:nvPr/>
        </p:nvSpPr>
        <p:spPr>
          <a:xfrm>
            <a:off x="4709805" y="2803059"/>
            <a:ext cx="9413" cy="941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1" name="r1_o04989"/>
          <p:cNvSpPr/>
          <p:nvPr/>
        </p:nvSpPr>
        <p:spPr>
          <a:xfrm>
            <a:off x="4698649" y="2795777"/>
            <a:ext cx="17663" cy="1766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2" name="r1_o04990"/>
          <p:cNvSpPr/>
          <p:nvPr/>
        </p:nvSpPr>
        <p:spPr>
          <a:xfrm>
            <a:off x="4701122" y="2797985"/>
            <a:ext cx="8584" cy="858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3" name="r1_o04991"/>
          <p:cNvSpPr/>
          <p:nvPr/>
        </p:nvSpPr>
        <p:spPr>
          <a:xfrm>
            <a:off x="4701122" y="2797985"/>
            <a:ext cx="5365" cy="536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4" name="r1_o04992"/>
          <p:cNvSpPr/>
          <p:nvPr/>
        </p:nvSpPr>
        <p:spPr>
          <a:xfrm>
            <a:off x="4726074" y="2812046"/>
            <a:ext cx="17663" cy="1766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5" name="r1_o04993"/>
          <p:cNvSpPr/>
          <p:nvPr/>
        </p:nvSpPr>
        <p:spPr>
          <a:xfrm>
            <a:off x="4728546" y="2814254"/>
            <a:ext cx="8584" cy="858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6" name="r1_o04994"/>
          <p:cNvSpPr/>
          <p:nvPr/>
        </p:nvSpPr>
        <p:spPr>
          <a:xfrm>
            <a:off x="4728546" y="2814254"/>
            <a:ext cx="5365" cy="536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7" name="r1_o04995"/>
          <p:cNvSpPr/>
          <p:nvPr/>
        </p:nvSpPr>
        <p:spPr>
          <a:xfrm>
            <a:off x="3723569" y="1674475"/>
            <a:ext cx="45876" cy="4587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8" name="r1_o04996"/>
          <p:cNvSpPr/>
          <p:nvPr/>
        </p:nvSpPr>
        <p:spPr>
          <a:xfrm>
            <a:off x="3729991" y="1680210"/>
            <a:ext cx="22296" cy="2229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9" name="r1_o04997"/>
          <p:cNvSpPr/>
          <p:nvPr/>
        </p:nvSpPr>
        <p:spPr>
          <a:xfrm>
            <a:off x="3729991" y="1680210"/>
            <a:ext cx="13935" cy="1393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0" name="r1_o04998"/>
          <p:cNvSpPr/>
          <p:nvPr/>
        </p:nvSpPr>
        <p:spPr>
          <a:xfrm>
            <a:off x="3713476" y="1669429"/>
            <a:ext cx="26149" cy="2614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1" name="r1_o04999"/>
          <p:cNvSpPr/>
          <p:nvPr/>
        </p:nvSpPr>
        <p:spPr>
          <a:xfrm>
            <a:off x="3717137" y="1672698"/>
            <a:ext cx="12708" cy="1270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2" name="r1_o05000"/>
          <p:cNvSpPr/>
          <p:nvPr/>
        </p:nvSpPr>
        <p:spPr>
          <a:xfrm>
            <a:off x="3717137" y="1672698"/>
            <a:ext cx="7943" cy="794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3" name="r1_o05001"/>
          <p:cNvSpPr/>
          <p:nvPr/>
        </p:nvSpPr>
        <p:spPr>
          <a:xfrm>
            <a:off x="3754076" y="1693514"/>
            <a:ext cx="26149" cy="2614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4" name="r1_o05002"/>
          <p:cNvSpPr/>
          <p:nvPr/>
        </p:nvSpPr>
        <p:spPr>
          <a:xfrm>
            <a:off x="3757737" y="1696782"/>
            <a:ext cx="12708" cy="1270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5" name="r1_o05003"/>
          <p:cNvSpPr/>
          <p:nvPr/>
        </p:nvSpPr>
        <p:spPr>
          <a:xfrm>
            <a:off x="3757737" y="1696782"/>
            <a:ext cx="7943" cy="794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6" name="r1_o05004"/>
          <p:cNvSpPr/>
          <p:nvPr/>
        </p:nvSpPr>
        <p:spPr>
          <a:xfrm>
            <a:off x="5183261" y="2098097"/>
            <a:ext cx="29238" cy="2923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7" name="r1_o05005"/>
          <p:cNvSpPr/>
          <p:nvPr/>
        </p:nvSpPr>
        <p:spPr>
          <a:xfrm>
            <a:off x="5187354" y="2101751"/>
            <a:ext cx="14210" cy="1421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8" name="r1_o05006"/>
          <p:cNvSpPr/>
          <p:nvPr/>
        </p:nvSpPr>
        <p:spPr>
          <a:xfrm>
            <a:off x="5187354" y="2101751"/>
            <a:ext cx="8881" cy="888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9" name="r1_o05007"/>
          <p:cNvSpPr/>
          <p:nvPr/>
        </p:nvSpPr>
        <p:spPr>
          <a:xfrm>
            <a:off x="5176829" y="2094881"/>
            <a:ext cx="16665" cy="1666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0" name="r1_o05008"/>
          <p:cNvSpPr/>
          <p:nvPr/>
        </p:nvSpPr>
        <p:spPr>
          <a:xfrm>
            <a:off x="5179162" y="2096964"/>
            <a:ext cx="8099" cy="809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1" name="r1_o05009"/>
          <p:cNvSpPr/>
          <p:nvPr/>
        </p:nvSpPr>
        <p:spPr>
          <a:xfrm>
            <a:off x="5179162" y="2096964"/>
            <a:ext cx="5062" cy="506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2" name="r1_o05010"/>
          <p:cNvSpPr/>
          <p:nvPr/>
        </p:nvSpPr>
        <p:spPr>
          <a:xfrm>
            <a:off x="5202704" y="2110230"/>
            <a:ext cx="16665" cy="1666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3" name="r1_o05011"/>
          <p:cNvSpPr/>
          <p:nvPr/>
        </p:nvSpPr>
        <p:spPr>
          <a:xfrm>
            <a:off x="5205037" y="2112313"/>
            <a:ext cx="8099" cy="809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4" name="r1_o05012"/>
          <p:cNvSpPr/>
          <p:nvPr/>
        </p:nvSpPr>
        <p:spPr>
          <a:xfrm>
            <a:off x="5205037" y="2112313"/>
            <a:ext cx="5062" cy="506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5" name="r1_o05013"/>
          <p:cNvSpPr/>
          <p:nvPr/>
        </p:nvSpPr>
        <p:spPr>
          <a:xfrm>
            <a:off x="5366390" y="1819490"/>
            <a:ext cx="30118" cy="3011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6" name="r1_o05014"/>
          <p:cNvSpPr/>
          <p:nvPr/>
        </p:nvSpPr>
        <p:spPr>
          <a:xfrm>
            <a:off x="5370606" y="1823255"/>
            <a:ext cx="14637" cy="1463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7" name="r1_o05015"/>
          <p:cNvSpPr/>
          <p:nvPr/>
        </p:nvSpPr>
        <p:spPr>
          <a:xfrm>
            <a:off x="5370606" y="1823255"/>
            <a:ext cx="9148" cy="914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8" name="r1_o05016"/>
          <p:cNvSpPr/>
          <p:nvPr/>
        </p:nvSpPr>
        <p:spPr>
          <a:xfrm>
            <a:off x="5359764" y="1816177"/>
            <a:ext cx="17167" cy="1716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9" name="r1_o05017"/>
          <p:cNvSpPr/>
          <p:nvPr/>
        </p:nvSpPr>
        <p:spPr>
          <a:xfrm>
            <a:off x="5362168" y="1818323"/>
            <a:ext cx="8343" cy="834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0" name="r1_o05018"/>
          <p:cNvSpPr/>
          <p:nvPr/>
        </p:nvSpPr>
        <p:spPr>
          <a:xfrm>
            <a:off x="5362168" y="1818323"/>
            <a:ext cx="5214" cy="521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1" name="r1_o05019"/>
          <p:cNvSpPr/>
          <p:nvPr/>
        </p:nvSpPr>
        <p:spPr>
          <a:xfrm>
            <a:off x="5386418" y="1831989"/>
            <a:ext cx="17167" cy="1716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2" name="r1_o05020"/>
          <p:cNvSpPr/>
          <p:nvPr/>
        </p:nvSpPr>
        <p:spPr>
          <a:xfrm>
            <a:off x="5388822" y="1834135"/>
            <a:ext cx="8343" cy="834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3" name="r1_o05021"/>
          <p:cNvSpPr/>
          <p:nvPr/>
        </p:nvSpPr>
        <p:spPr>
          <a:xfrm>
            <a:off x="5388822" y="1834135"/>
            <a:ext cx="5214" cy="521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4" name="r1_o05022"/>
          <p:cNvSpPr/>
          <p:nvPr/>
        </p:nvSpPr>
        <p:spPr>
          <a:xfrm>
            <a:off x="5616987" y="2892400"/>
            <a:ext cx="46060" cy="4606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5" name="r1_o05023"/>
          <p:cNvSpPr/>
          <p:nvPr/>
        </p:nvSpPr>
        <p:spPr>
          <a:xfrm>
            <a:off x="5623436" y="2898157"/>
            <a:ext cx="22385" cy="2238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6" name="r1_o05024"/>
          <p:cNvSpPr/>
          <p:nvPr/>
        </p:nvSpPr>
        <p:spPr>
          <a:xfrm>
            <a:off x="5623436" y="2898157"/>
            <a:ext cx="13991" cy="1399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7" name="r1_o05025"/>
          <p:cNvSpPr/>
          <p:nvPr/>
        </p:nvSpPr>
        <p:spPr>
          <a:xfrm>
            <a:off x="5606854" y="2887333"/>
            <a:ext cx="26254" cy="2625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8" name="r1_o05026"/>
          <p:cNvSpPr/>
          <p:nvPr/>
        </p:nvSpPr>
        <p:spPr>
          <a:xfrm>
            <a:off x="5610530" y="2890615"/>
            <a:ext cx="12760" cy="127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9" name="r1_o05027"/>
          <p:cNvSpPr/>
          <p:nvPr/>
        </p:nvSpPr>
        <p:spPr>
          <a:xfrm>
            <a:off x="5610530" y="2890615"/>
            <a:ext cx="7975" cy="797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0" name="r1_o05028"/>
          <p:cNvSpPr/>
          <p:nvPr/>
        </p:nvSpPr>
        <p:spPr>
          <a:xfrm>
            <a:off x="5647617" y="2911515"/>
            <a:ext cx="26254" cy="2625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1" name="r1_o05029"/>
          <p:cNvSpPr/>
          <p:nvPr/>
        </p:nvSpPr>
        <p:spPr>
          <a:xfrm>
            <a:off x="5651293" y="2914797"/>
            <a:ext cx="12760" cy="127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2" name="r1_o05030"/>
          <p:cNvSpPr/>
          <p:nvPr/>
        </p:nvSpPr>
        <p:spPr>
          <a:xfrm>
            <a:off x="5651293" y="2914797"/>
            <a:ext cx="7975" cy="797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3" name="r1_o05031"/>
          <p:cNvSpPr/>
          <p:nvPr/>
        </p:nvSpPr>
        <p:spPr>
          <a:xfrm>
            <a:off x="4051930" y="3313834"/>
            <a:ext cx="31582" cy="3158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4" name="r1_o05032"/>
          <p:cNvSpPr/>
          <p:nvPr/>
        </p:nvSpPr>
        <p:spPr>
          <a:xfrm>
            <a:off x="4056352" y="3317782"/>
            <a:ext cx="15349" cy="1534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5" name="r1_o05033"/>
          <p:cNvSpPr/>
          <p:nvPr/>
        </p:nvSpPr>
        <p:spPr>
          <a:xfrm>
            <a:off x="4056352" y="3317782"/>
            <a:ext cx="9593" cy="959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6" name="r1_o05034"/>
          <p:cNvSpPr/>
          <p:nvPr/>
        </p:nvSpPr>
        <p:spPr>
          <a:xfrm>
            <a:off x="4044982" y="3310360"/>
            <a:ext cx="18002" cy="180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7" name="r1_o05035"/>
          <p:cNvSpPr/>
          <p:nvPr/>
        </p:nvSpPr>
        <p:spPr>
          <a:xfrm>
            <a:off x="4047502" y="3312610"/>
            <a:ext cx="8749" cy="874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8" name="r1_o05036"/>
          <p:cNvSpPr/>
          <p:nvPr/>
        </p:nvSpPr>
        <p:spPr>
          <a:xfrm>
            <a:off x="4047502" y="3312610"/>
            <a:ext cx="5468" cy="546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9" name="r1_o05037"/>
          <p:cNvSpPr/>
          <p:nvPr/>
        </p:nvSpPr>
        <p:spPr>
          <a:xfrm>
            <a:off x="4072932" y="3326941"/>
            <a:ext cx="18002" cy="180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0" name="r1_o05038"/>
          <p:cNvSpPr/>
          <p:nvPr/>
        </p:nvSpPr>
        <p:spPr>
          <a:xfrm>
            <a:off x="4075452" y="3329191"/>
            <a:ext cx="8749" cy="874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1" name="r1_o05039"/>
          <p:cNvSpPr/>
          <p:nvPr/>
        </p:nvSpPr>
        <p:spPr>
          <a:xfrm>
            <a:off x="4075452" y="3329191"/>
            <a:ext cx="5468" cy="546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2" name="r1_o05040"/>
          <p:cNvSpPr/>
          <p:nvPr/>
        </p:nvSpPr>
        <p:spPr>
          <a:xfrm>
            <a:off x="4904779" y="2382715"/>
            <a:ext cx="33657" cy="3365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3" name="r1_o05041"/>
          <p:cNvSpPr/>
          <p:nvPr/>
        </p:nvSpPr>
        <p:spPr>
          <a:xfrm>
            <a:off x="4909491" y="2386922"/>
            <a:ext cx="16357" cy="1635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4" name="r1_o05042"/>
          <p:cNvSpPr/>
          <p:nvPr/>
        </p:nvSpPr>
        <p:spPr>
          <a:xfrm>
            <a:off x="4909491" y="2386922"/>
            <a:ext cx="10223" cy="1022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5" name="r1_o05043"/>
          <p:cNvSpPr/>
          <p:nvPr/>
        </p:nvSpPr>
        <p:spPr>
          <a:xfrm>
            <a:off x="4897374" y="2379013"/>
            <a:ext cx="19184" cy="191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6" name="r1_o05044"/>
          <p:cNvSpPr/>
          <p:nvPr/>
        </p:nvSpPr>
        <p:spPr>
          <a:xfrm>
            <a:off x="4900060" y="2381411"/>
            <a:ext cx="9324" cy="932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7" name="r1_o05045"/>
          <p:cNvSpPr/>
          <p:nvPr/>
        </p:nvSpPr>
        <p:spPr>
          <a:xfrm>
            <a:off x="4900060" y="2381411"/>
            <a:ext cx="5827" cy="58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8" name="r1_o05046"/>
          <p:cNvSpPr/>
          <p:nvPr/>
        </p:nvSpPr>
        <p:spPr>
          <a:xfrm>
            <a:off x="4927160" y="2396683"/>
            <a:ext cx="19184" cy="191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9" name="r1_o05047"/>
          <p:cNvSpPr/>
          <p:nvPr/>
        </p:nvSpPr>
        <p:spPr>
          <a:xfrm>
            <a:off x="4929846" y="2399081"/>
            <a:ext cx="9324" cy="932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0" name="r1_o05048"/>
          <p:cNvSpPr/>
          <p:nvPr/>
        </p:nvSpPr>
        <p:spPr>
          <a:xfrm>
            <a:off x="4929846" y="2399081"/>
            <a:ext cx="5827" cy="58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1" name="r1_o05049"/>
          <p:cNvSpPr/>
          <p:nvPr/>
        </p:nvSpPr>
        <p:spPr>
          <a:xfrm>
            <a:off x="3939922" y="2547488"/>
            <a:ext cx="32838" cy="3283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2" name="r1_o05050"/>
          <p:cNvSpPr/>
          <p:nvPr/>
        </p:nvSpPr>
        <p:spPr>
          <a:xfrm>
            <a:off x="3944520" y="2551593"/>
            <a:ext cx="15959" cy="1595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3" name="r1_o05051"/>
          <p:cNvSpPr/>
          <p:nvPr/>
        </p:nvSpPr>
        <p:spPr>
          <a:xfrm>
            <a:off x="3944520" y="2551593"/>
            <a:ext cx="9975" cy="997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4" name="r1_o05052"/>
          <p:cNvSpPr/>
          <p:nvPr/>
        </p:nvSpPr>
        <p:spPr>
          <a:xfrm>
            <a:off x="3932698" y="2543876"/>
            <a:ext cx="18718" cy="187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5" name="r1_o05053"/>
          <p:cNvSpPr/>
          <p:nvPr/>
        </p:nvSpPr>
        <p:spPr>
          <a:xfrm>
            <a:off x="3935318" y="2546215"/>
            <a:ext cx="9097" cy="909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6" name="r1_o05054"/>
          <p:cNvSpPr/>
          <p:nvPr/>
        </p:nvSpPr>
        <p:spPr>
          <a:xfrm>
            <a:off x="3935318" y="2546215"/>
            <a:ext cx="5686" cy="568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7" name="r1_o05055"/>
          <p:cNvSpPr/>
          <p:nvPr/>
        </p:nvSpPr>
        <p:spPr>
          <a:xfrm>
            <a:off x="3961760" y="2561116"/>
            <a:ext cx="18718" cy="187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8" name="r1_o05056"/>
          <p:cNvSpPr/>
          <p:nvPr/>
        </p:nvSpPr>
        <p:spPr>
          <a:xfrm>
            <a:off x="3964380" y="2563456"/>
            <a:ext cx="9097" cy="909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9" name="r1_o05057"/>
          <p:cNvSpPr/>
          <p:nvPr/>
        </p:nvSpPr>
        <p:spPr>
          <a:xfrm>
            <a:off x="3964380" y="2563456"/>
            <a:ext cx="5686" cy="568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0" name="r1_o05058"/>
          <p:cNvSpPr/>
          <p:nvPr/>
        </p:nvSpPr>
        <p:spPr>
          <a:xfrm>
            <a:off x="4568838" y="2827369"/>
            <a:ext cx="42891" cy="4289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1" name="r1_o05059"/>
          <p:cNvSpPr/>
          <p:nvPr/>
        </p:nvSpPr>
        <p:spPr>
          <a:xfrm>
            <a:off x="4574843" y="2832730"/>
            <a:ext cx="20845" cy="2084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2" name="r1_o05060"/>
          <p:cNvSpPr/>
          <p:nvPr/>
        </p:nvSpPr>
        <p:spPr>
          <a:xfrm>
            <a:off x="4574843" y="2832730"/>
            <a:ext cx="13028" cy="1302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3" name="r1_o05061"/>
          <p:cNvSpPr/>
          <p:nvPr/>
        </p:nvSpPr>
        <p:spPr>
          <a:xfrm>
            <a:off x="4559402" y="2822651"/>
            <a:ext cx="24448" cy="2444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4" name="r1_o05062"/>
          <p:cNvSpPr/>
          <p:nvPr/>
        </p:nvSpPr>
        <p:spPr>
          <a:xfrm>
            <a:off x="4562825" y="2825707"/>
            <a:ext cx="11882" cy="1188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5" name="r1_o05063"/>
          <p:cNvSpPr/>
          <p:nvPr/>
        </p:nvSpPr>
        <p:spPr>
          <a:xfrm>
            <a:off x="4562825" y="2825707"/>
            <a:ext cx="7426" cy="742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6" name="r1_o05064"/>
          <p:cNvSpPr/>
          <p:nvPr/>
        </p:nvSpPr>
        <p:spPr>
          <a:xfrm>
            <a:off x="4597361" y="2845168"/>
            <a:ext cx="24448" cy="2444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7" name="r1_o05065"/>
          <p:cNvSpPr/>
          <p:nvPr/>
        </p:nvSpPr>
        <p:spPr>
          <a:xfrm>
            <a:off x="4600783" y="2848224"/>
            <a:ext cx="11882" cy="1188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8" name="r1_o05066"/>
          <p:cNvSpPr/>
          <p:nvPr/>
        </p:nvSpPr>
        <p:spPr>
          <a:xfrm>
            <a:off x="4600783" y="2848224"/>
            <a:ext cx="7426" cy="742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9" name="r1_o05067"/>
          <p:cNvSpPr/>
          <p:nvPr/>
        </p:nvSpPr>
        <p:spPr>
          <a:xfrm>
            <a:off x="4471342" y="2103519"/>
            <a:ext cx="55243" cy="5524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0" name="r1_o05068"/>
          <p:cNvSpPr/>
          <p:nvPr/>
        </p:nvSpPr>
        <p:spPr>
          <a:xfrm>
            <a:off x="4479076" y="2110425"/>
            <a:ext cx="26848" cy="2684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1" name="r1_o05069"/>
          <p:cNvSpPr/>
          <p:nvPr/>
        </p:nvSpPr>
        <p:spPr>
          <a:xfrm>
            <a:off x="4479076" y="2110425"/>
            <a:ext cx="16780" cy="1678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2" name="r1_o05070"/>
          <p:cNvSpPr/>
          <p:nvPr/>
        </p:nvSpPr>
        <p:spPr>
          <a:xfrm>
            <a:off x="4578838" y="1609136"/>
            <a:ext cx="49801" cy="4980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3" name="r1_o05071"/>
          <p:cNvSpPr/>
          <p:nvPr/>
        </p:nvSpPr>
        <p:spPr>
          <a:xfrm>
            <a:off x="4585810" y="1615361"/>
            <a:ext cx="24203" cy="2420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4" name="r1_o05072"/>
          <p:cNvSpPr/>
          <p:nvPr/>
        </p:nvSpPr>
        <p:spPr>
          <a:xfrm>
            <a:off x="4585810" y="1615361"/>
            <a:ext cx="15127" cy="1512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5" name="r1_o05073"/>
          <p:cNvSpPr/>
          <p:nvPr/>
        </p:nvSpPr>
        <p:spPr>
          <a:xfrm>
            <a:off x="4567882" y="1603658"/>
            <a:ext cx="28387" cy="2838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6" name="r1_o05074"/>
          <p:cNvSpPr/>
          <p:nvPr/>
        </p:nvSpPr>
        <p:spPr>
          <a:xfrm>
            <a:off x="4571856" y="1607206"/>
            <a:ext cx="13796" cy="1379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7" name="r1_o05075"/>
          <p:cNvSpPr/>
          <p:nvPr/>
        </p:nvSpPr>
        <p:spPr>
          <a:xfrm>
            <a:off x="4571856" y="1607206"/>
            <a:ext cx="8622" cy="86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8" name="r1_o05076"/>
          <p:cNvSpPr/>
          <p:nvPr/>
        </p:nvSpPr>
        <p:spPr>
          <a:xfrm>
            <a:off x="4611955" y="1629803"/>
            <a:ext cx="28387" cy="2838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9" name="r1_o05077"/>
          <p:cNvSpPr/>
          <p:nvPr/>
        </p:nvSpPr>
        <p:spPr>
          <a:xfrm>
            <a:off x="4615929" y="1633352"/>
            <a:ext cx="13796" cy="1379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0" name="r1_o05078"/>
          <p:cNvSpPr/>
          <p:nvPr/>
        </p:nvSpPr>
        <p:spPr>
          <a:xfrm>
            <a:off x="4615929" y="1633352"/>
            <a:ext cx="8622" cy="86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1" name="r1_o05079"/>
          <p:cNvSpPr/>
          <p:nvPr/>
        </p:nvSpPr>
        <p:spPr>
          <a:xfrm>
            <a:off x="4899351" y="1431194"/>
            <a:ext cx="68940" cy="6894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2" name="r1_o05080"/>
          <p:cNvSpPr/>
          <p:nvPr/>
        </p:nvSpPr>
        <p:spPr>
          <a:xfrm>
            <a:off x="4909003" y="1439812"/>
            <a:ext cx="33505" cy="3350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3" name="r1_o05081"/>
          <p:cNvSpPr/>
          <p:nvPr/>
        </p:nvSpPr>
        <p:spPr>
          <a:xfrm>
            <a:off x="4909003" y="1439812"/>
            <a:ext cx="20940" cy="2094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4" name="r1_o05082"/>
          <p:cNvSpPr/>
          <p:nvPr/>
        </p:nvSpPr>
        <p:spPr>
          <a:xfrm>
            <a:off x="3877156" y="3303624"/>
            <a:ext cx="43803" cy="4380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5" name="r1_o05083"/>
          <p:cNvSpPr/>
          <p:nvPr/>
        </p:nvSpPr>
        <p:spPr>
          <a:xfrm>
            <a:off x="3883288" y="3309100"/>
            <a:ext cx="21288" cy="2128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6" name="r1_o05084"/>
          <p:cNvSpPr/>
          <p:nvPr/>
        </p:nvSpPr>
        <p:spPr>
          <a:xfrm>
            <a:off x="3883288" y="3309100"/>
            <a:ext cx="13305" cy="1330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7" name="r1_o05085"/>
          <p:cNvSpPr/>
          <p:nvPr/>
        </p:nvSpPr>
        <p:spPr>
          <a:xfrm>
            <a:off x="3867519" y="3298806"/>
            <a:ext cx="24968" cy="2496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8" name="r1_o05086"/>
          <p:cNvSpPr/>
          <p:nvPr/>
        </p:nvSpPr>
        <p:spPr>
          <a:xfrm>
            <a:off x="3871014" y="3301927"/>
            <a:ext cx="12134" cy="1213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9" name="r1_o05087"/>
          <p:cNvSpPr/>
          <p:nvPr/>
        </p:nvSpPr>
        <p:spPr>
          <a:xfrm>
            <a:off x="3871014" y="3301927"/>
            <a:ext cx="7584" cy="758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0" name="r1_o05088"/>
          <p:cNvSpPr/>
          <p:nvPr/>
        </p:nvSpPr>
        <p:spPr>
          <a:xfrm>
            <a:off x="3906285" y="3321803"/>
            <a:ext cx="24968" cy="2496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1" name="r1_o05089"/>
          <p:cNvSpPr/>
          <p:nvPr/>
        </p:nvSpPr>
        <p:spPr>
          <a:xfrm>
            <a:off x="3909780" y="3324924"/>
            <a:ext cx="12134" cy="1213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2" name="r1_o05090"/>
          <p:cNvSpPr/>
          <p:nvPr/>
        </p:nvSpPr>
        <p:spPr>
          <a:xfrm>
            <a:off x="3909780" y="3324924"/>
            <a:ext cx="7584" cy="758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3" name="r1_o05091"/>
          <p:cNvSpPr/>
          <p:nvPr/>
        </p:nvSpPr>
        <p:spPr>
          <a:xfrm>
            <a:off x="5083646" y="1778850"/>
            <a:ext cx="74381" cy="7438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4" name="r1_o05092"/>
          <p:cNvSpPr/>
          <p:nvPr/>
        </p:nvSpPr>
        <p:spPr>
          <a:xfrm>
            <a:off x="5094060" y="1788148"/>
            <a:ext cx="36149" cy="3614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5" name="r1_o05093"/>
          <p:cNvSpPr/>
          <p:nvPr/>
        </p:nvSpPr>
        <p:spPr>
          <a:xfrm>
            <a:off x="5094060" y="1788148"/>
            <a:ext cx="22593" cy="2259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6" name="r1_o05094"/>
          <p:cNvSpPr/>
          <p:nvPr/>
        </p:nvSpPr>
        <p:spPr>
          <a:xfrm>
            <a:off x="5158538" y="2655093"/>
            <a:ext cx="79478" cy="79478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7" name="r1_o05095"/>
          <p:cNvSpPr/>
          <p:nvPr/>
        </p:nvSpPr>
        <p:spPr>
          <a:xfrm>
            <a:off x="5169665" y="2665028"/>
            <a:ext cx="38626" cy="3862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8" name="r1_o05096"/>
          <p:cNvSpPr/>
          <p:nvPr/>
        </p:nvSpPr>
        <p:spPr>
          <a:xfrm>
            <a:off x="5169665" y="2665028"/>
            <a:ext cx="24141" cy="2414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9" name="r1_o05097"/>
          <p:cNvSpPr/>
          <p:nvPr/>
        </p:nvSpPr>
        <p:spPr>
          <a:xfrm>
            <a:off x="5498683" y="2854887"/>
            <a:ext cx="57771" cy="5777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0" name="r1_o05098"/>
          <p:cNvSpPr/>
          <p:nvPr/>
        </p:nvSpPr>
        <p:spPr>
          <a:xfrm>
            <a:off x="5506771" y="2862109"/>
            <a:ext cx="28077" cy="2807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1" name="r1_o05099"/>
          <p:cNvSpPr/>
          <p:nvPr/>
        </p:nvSpPr>
        <p:spPr>
          <a:xfrm>
            <a:off x="5506771" y="2862109"/>
            <a:ext cx="17548" cy="1754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2" name="r1_o05100"/>
          <p:cNvSpPr/>
          <p:nvPr/>
        </p:nvSpPr>
        <p:spPr>
          <a:xfrm>
            <a:off x="5485973" y="2848532"/>
            <a:ext cx="32930" cy="329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3" name="r1_o05101"/>
          <p:cNvSpPr/>
          <p:nvPr/>
        </p:nvSpPr>
        <p:spPr>
          <a:xfrm>
            <a:off x="5490583" y="2852649"/>
            <a:ext cx="16004" cy="1600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4" name="r1_o05102"/>
          <p:cNvSpPr/>
          <p:nvPr/>
        </p:nvSpPr>
        <p:spPr>
          <a:xfrm>
            <a:off x="5490583" y="2852649"/>
            <a:ext cx="10002" cy="1000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5" name="r1_o05103"/>
          <p:cNvSpPr/>
          <p:nvPr/>
        </p:nvSpPr>
        <p:spPr>
          <a:xfrm>
            <a:off x="5537100" y="2878862"/>
            <a:ext cx="32930" cy="329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6" name="r1_o05104"/>
          <p:cNvSpPr/>
          <p:nvPr/>
        </p:nvSpPr>
        <p:spPr>
          <a:xfrm>
            <a:off x="5541711" y="2882979"/>
            <a:ext cx="16004" cy="1600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7" name="r1_o05105"/>
          <p:cNvSpPr/>
          <p:nvPr/>
        </p:nvSpPr>
        <p:spPr>
          <a:xfrm>
            <a:off x="5541711" y="2882979"/>
            <a:ext cx="10002" cy="1000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8" name="r1_o05106"/>
          <p:cNvSpPr/>
          <p:nvPr/>
        </p:nvSpPr>
        <p:spPr>
          <a:xfrm>
            <a:off x="4130506" y="1975626"/>
            <a:ext cx="57628" cy="5762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9" name="r1_o05107"/>
          <p:cNvSpPr/>
          <p:nvPr/>
        </p:nvSpPr>
        <p:spPr>
          <a:xfrm>
            <a:off x="4138574" y="1982829"/>
            <a:ext cx="28007" cy="2800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0" name="r1_o05108"/>
          <p:cNvSpPr/>
          <p:nvPr/>
        </p:nvSpPr>
        <p:spPr>
          <a:xfrm>
            <a:off x="4138574" y="1982829"/>
            <a:ext cx="17504" cy="1750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1" name="r1_o05109"/>
          <p:cNvSpPr/>
          <p:nvPr/>
        </p:nvSpPr>
        <p:spPr>
          <a:xfrm>
            <a:off x="4117828" y="1969287"/>
            <a:ext cx="32848" cy="3284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2" name="r1_o05110"/>
          <p:cNvSpPr/>
          <p:nvPr/>
        </p:nvSpPr>
        <p:spPr>
          <a:xfrm>
            <a:off x="4122426" y="1973393"/>
            <a:ext cx="15964" cy="1596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3" name="r1_o05111"/>
          <p:cNvSpPr/>
          <p:nvPr/>
        </p:nvSpPr>
        <p:spPr>
          <a:xfrm>
            <a:off x="4122426" y="1973393"/>
            <a:ext cx="9978" cy="99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4" name="r1_o05112"/>
          <p:cNvSpPr/>
          <p:nvPr/>
        </p:nvSpPr>
        <p:spPr>
          <a:xfrm>
            <a:off x="4168828" y="1999541"/>
            <a:ext cx="32848" cy="3284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5" name="r1_o05113"/>
          <p:cNvSpPr/>
          <p:nvPr/>
        </p:nvSpPr>
        <p:spPr>
          <a:xfrm>
            <a:off x="4173427" y="2003647"/>
            <a:ext cx="15964" cy="1596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6" name="r1_o05114"/>
          <p:cNvSpPr/>
          <p:nvPr/>
        </p:nvSpPr>
        <p:spPr>
          <a:xfrm>
            <a:off x="4173427" y="2003647"/>
            <a:ext cx="9978" cy="99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7" name="r1_o05115"/>
          <p:cNvSpPr/>
          <p:nvPr/>
        </p:nvSpPr>
        <p:spPr>
          <a:xfrm>
            <a:off x="4427940" y="3251550"/>
            <a:ext cx="44202" cy="4420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8" name="r1_o05116"/>
          <p:cNvSpPr/>
          <p:nvPr/>
        </p:nvSpPr>
        <p:spPr>
          <a:xfrm>
            <a:off x="4434128" y="3257075"/>
            <a:ext cx="21482" cy="2148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9" name="r1_o05117"/>
          <p:cNvSpPr/>
          <p:nvPr/>
        </p:nvSpPr>
        <p:spPr>
          <a:xfrm>
            <a:off x="4434128" y="3257075"/>
            <a:ext cx="13426" cy="1342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0" name="r1_o05118"/>
          <p:cNvSpPr/>
          <p:nvPr/>
        </p:nvSpPr>
        <p:spPr>
          <a:xfrm>
            <a:off x="4418215" y="3246687"/>
            <a:ext cx="25195" cy="2519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1" name="r1_o05119"/>
          <p:cNvSpPr/>
          <p:nvPr/>
        </p:nvSpPr>
        <p:spPr>
          <a:xfrm>
            <a:off x="4421742" y="3249837"/>
            <a:ext cx="12245" cy="122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2" name="r1_o05120"/>
          <p:cNvSpPr/>
          <p:nvPr/>
        </p:nvSpPr>
        <p:spPr>
          <a:xfrm>
            <a:off x="4421742" y="3249837"/>
            <a:ext cx="7653" cy="765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3" name="r1_o05121"/>
          <p:cNvSpPr/>
          <p:nvPr/>
        </p:nvSpPr>
        <p:spPr>
          <a:xfrm>
            <a:off x="4457334" y="3269894"/>
            <a:ext cx="25195" cy="2519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4" name="r1_o05122"/>
          <p:cNvSpPr/>
          <p:nvPr/>
        </p:nvSpPr>
        <p:spPr>
          <a:xfrm>
            <a:off x="4460862" y="3273043"/>
            <a:ext cx="12245" cy="122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5" name="r1_o05123"/>
          <p:cNvSpPr/>
          <p:nvPr/>
        </p:nvSpPr>
        <p:spPr>
          <a:xfrm>
            <a:off x="4460862" y="3273043"/>
            <a:ext cx="7653" cy="765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6" name="r1_o05124"/>
          <p:cNvSpPr/>
          <p:nvPr/>
        </p:nvSpPr>
        <p:spPr>
          <a:xfrm>
            <a:off x="4942079" y="3285517"/>
            <a:ext cx="37776" cy="3777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7" name="r1_o05125"/>
          <p:cNvSpPr/>
          <p:nvPr/>
        </p:nvSpPr>
        <p:spPr>
          <a:xfrm>
            <a:off x="4947368" y="3290239"/>
            <a:ext cx="18359" cy="1835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8" name="r1_o05126"/>
          <p:cNvSpPr/>
          <p:nvPr/>
        </p:nvSpPr>
        <p:spPr>
          <a:xfrm>
            <a:off x="4947368" y="3290239"/>
            <a:ext cx="11474" cy="1147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9" name="r1_o05127"/>
          <p:cNvSpPr/>
          <p:nvPr/>
        </p:nvSpPr>
        <p:spPr>
          <a:xfrm>
            <a:off x="4933768" y="3281362"/>
            <a:ext cx="21532" cy="2153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0" name="r1_o05128"/>
          <p:cNvSpPr/>
          <p:nvPr/>
        </p:nvSpPr>
        <p:spPr>
          <a:xfrm>
            <a:off x="4936783" y="3284053"/>
            <a:ext cx="10465" cy="1046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1" name="r1_o05129"/>
          <p:cNvSpPr/>
          <p:nvPr/>
        </p:nvSpPr>
        <p:spPr>
          <a:xfrm>
            <a:off x="4936783" y="3284053"/>
            <a:ext cx="6540" cy="65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2" name="r1_o05130"/>
          <p:cNvSpPr/>
          <p:nvPr/>
        </p:nvSpPr>
        <p:spPr>
          <a:xfrm>
            <a:off x="4967200" y="3301194"/>
            <a:ext cx="21532" cy="2153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3" name="r1_o05131"/>
          <p:cNvSpPr/>
          <p:nvPr/>
        </p:nvSpPr>
        <p:spPr>
          <a:xfrm>
            <a:off x="4970214" y="3303886"/>
            <a:ext cx="10465" cy="1046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4" name="r1_o05132"/>
          <p:cNvSpPr/>
          <p:nvPr/>
        </p:nvSpPr>
        <p:spPr>
          <a:xfrm>
            <a:off x="4970214" y="3303886"/>
            <a:ext cx="6540" cy="65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5" name="r1_o05133"/>
          <p:cNvSpPr/>
          <p:nvPr/>
        </p:nvSpPr>
        <p:spPr>
          <a:xfrm>
            <a:off x="5351686" y="1756521"/>
            <a:ext cx="99617" cy="9961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6" name="r1_o05134"/>
          <p:cNvSpPr/>
          <p:nvPr/>
        </p:nvSpPr>
        <p:spPr>
          <a:xfrm>
            <a:off x="5365632" y="1768973"/>
            <a:ext cx="48414" cy="48414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7" name="r1_o05135"/>
          <p:cNvSpPr/>
          <p:nvPr/>
        </p:nvSpPr>
        <p:spPr>
          <a:xfrm>
            <a:off x="5365632" y="1768973"/>
            <a:ext cx="30259" cy="3025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8" name="r1_o05136"/>
          <p:cNvSpPr/>
          <p:nvPr/>
        </p:nvSpPr>
        <p:spPr>
          <a:xfrm>
            <a:off x="5364432" y="1995346"/>
            <a:ext cx="79470" cy="7947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9" name="r1_o05137"/>
          <p:cNvSpPr/>
          <p:nvPr/>
        </p:nvSpPr>
        <p:spPr>
          <a:xfrm>
            <a:off x="5375558" y="2005280"/>
            <a:ext cx="38623" cy="3862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0" name="r1_o05138"/>
          <p:cNvSpPr/>
          <p:nvPr/>
        </p:nvSpPr>
        <p:spPr>
          <a:xfrm>
            <a:off x="5375558" y="2005280"/>
            <a:ext cx="24139" cy="2413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1" name="r1_o05139"/>
          <p:cNvSpPr/>
          <p:nvPr/>
        </p:nvSpPr>
        <p:spPr>
          <a:xfrm>
            <a:off x="5370158" y="2742584"/>
            <a:ext cx="50376" cy="5037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2" name="r1_o05140"/>
          <p:cNvSpPr/>
          <p:nvPr/>
        </p:nvSpPr>
        <p:spPr>
          <a:xfrm>
            <a:off x="5377211" y="2748881"/>
            <a:ext cx="24483" cy="2448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3" name="r1_o05141"/>
          <p:cNvSpPr/>
          <p:nvPr/>
        </p:nvSpPr>
        <p:spPr>
          <a:xfrm>
            <a:off x="5377211" y="2748881"/>
            <a:ext cx="15302" cy="1530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4" name="r1_o05142"/>
          <p:cNvSpPr/>
          <p:nvPr/>
        </p:nvSpPr>
        <p:spPr>
          <a:xfrm>
            <a:off x="5359075" y="2737043"/>
            <a:ext cx="28714" cy="2871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5" name="r1_o05143"/>
          <p:cNvSpPr/>
          <p:nvPr/>
        </p:nvSpPr>
        <p:spPr>
          <a:xfrm>
            <a:off x="5363095" y="2740632"/>
            <a:ext cx="13955" cy="1395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6" name="r1_o05144"/>
          <p:cNvSpPr/>
          <p:nvPr/>
        </p:nvSpPr>
        <p:spPr>
          <a:xfrm>
            <a:off x="5363095" y="2740632"/>
            <a:ext cx="8722" cy="87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7" name="r1_o05145"/>
          <p:cNvSpPr/>
          <p:nvPr/>
        </p:nvSpPr>
        <p:spPr>
          <a:xfrm>
            <a:off x="5403658" y="2763490"/>
            <a:ext cx="28714" cy="2871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8" name="r1_o05146"/>
          <p:cNvSpPr/>
          <p:nvPr/>
        </p:nvSpPr>
        <p:spPr>
          <a:xfrm>
            <a:off x="5407678" y="2767079"/>
            <a:ext cx="13955" cy="1395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9" name="r1_o05147"/>
          <p:cNvSpPr/>
          <p:nvPr/>
        </p:nvSpPr>
        <p:spPr>
          <a:xfrm>
            <a:off x="5407678" y="2767079"/>
            <a:ext cx="8722" cy="87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0" name="r1_o05148"/>
          <p:cNvSpPr/>
          <p:nvPr/>
        </p:nvSpPr>
        <p:spPr>
          <a:xfrm>
            <a:off x="5317655" y="2577202"/>
            <a:ext cx="68653" cy="6865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1" name="r1_o05149"/>
          <p:cNvSpPr/>
          <p:nvPr/>
        </p:nvSpPr>
        <p:spPr>
          <a:xfrm>
            <a:off x="5327267" y="2585783"/>
            <a:ext cx="33365" cy="3336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2" name="r1_o05150"/>
          <p:cNvSpPr/>
          <p:nvPr/>
        </p:nvSpPr>
        <p:spPr>
          <a:xfrm>
            <a:off x="5327267" y="2585783"/>
            <a:ext cx="20853" cy="2085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3" name="r1_o05151"/>
          <p:cNvSpPr/>
          <p:nvPr/>
        </p:nvSpPr>
        <p:spPr>
          <a:xfrm>
            <a:off x="4672550" y="2443477"/>
            <a:ext cx="36989" cy="3698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4" name="r1_o05152"/>
          <p:cNvSpPr/>
          <p:nvPr/>
        </p:nvSpPr>
        <p:spPr>
          <a:xfrm>
            <a:off x="4677729" y="2448101"/>
            <a:ext cx="17977" cy="1797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5" name="r1_o05153"/>
          <p:cNvSpPr/>
          <p:nvPr/>
        </p:nvSpPr>
        <p:spPr>
          <a:xfrm>
            <a:off x="4677729" y="2448101"/>
            <a:ext cx="11236" cy="1123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6" name="r1_o05154"/>
          <p:cNvSpPr/>
          <p:nvPr/>
        </p:nvSpPr>
        <p:spPr>
          <a:xfrm>
            <a:off x="4664413" y="2439408"/>
            <a:ext cx="21084" cy="210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7" name="r1_o05155"/>
          <p:cNvSpPr/>
          <p:nvPr/>
        </p:nvSpPr>
        <p:spPr>
          <a:xfrm>
            <a:off x="4667364" y="2442044"/>
            <a:ext cx="10247" cy="1024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8" name="r1_o05156"/>
          <p:cNvSpPr/>
          <p:nvPr/>
        </p:nvSpPr>
        <p:spPr>
          <a:xfrm>
            <a:off x="4667364" y="2442044"/>
            <a:ext cx="6404" cy="64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9" name="r1_o05157"/>
          <p:cNvSpPr/>
          <p:nvPr/>
        </p:nvSpPr>
        <p:spPr>
          <a:xfrm>
            <a:off x="4697148" y="2458828"/>
            <a:ext cx="21084" cy="210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0" name="r1_o05158"/>
          <p:cNvSpPr/>
          <p:nvPr/>
        </p:nvSpPr>
        <p:spPr>
          <a:xfrm>
            <a:off x="4700100" y="2461463"/>
            <a:ext cx="10247" cy="1024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1" name="r1_o05159"/>
          <p:cNvSpPr/>
          <p:nvPr/>
        </p:nvSpPr>
        <p:spPr>
          <a:xfrm>
            <a:off x="4700100" y="2461463"/>
            <a:ext cx="6404" cy="64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2" name="r1_o05160"/>
          <p:cNvSpPr/>
          <p:nvPr/>
        </p:nvSpPr>
        <p:spPr>
          <a:xfrm>
            <a:off x="3815617" y="2829678"/>
            <a:ext cx="68200" cy="6820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3" name="r1_o05161"/>
          <p:cNvSpPr/>
          <p:nvPr/>
        </p:nvSpPr>
        <p:spPr>
          <a:xfrm>
            <a:off x="3825165" y="2838203"/>
            <a:ext cx="33145" cy="3314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4" name="r1_o05162"/>
          <p:cNvSpPr/>
          <p:nvPr/>
        </p:nvSpPr>
        <p:spPr>
          <a:xfrm>
            <a:off x="3825165" y="2838203"/>
            <a:ext cx="20716" cy="2071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5" name="r1_o05163"/>
          <p:cNvSpPr/>
          <p:nvPr/>
        </p:nvSpPr>
        <p:spPr>
          <a:xfrm>
            <a:off x="3916032" y="3022719"/>
            <a:ext cx="60732" cy="6073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6" name="r1_o05164"/>
          <p:cNvSpPr/>
          <p:nvPr/>
        </p:nvSpPr>
        <p:spPr>
          <a:xfrm>
            <a:off x="3924534" y="3030311"/>
            <a:ext cx="29516" cy="2951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7" name="r1_o05165"/>
          <p:cNvSpPr/>
          <p:nvPr/>
        </p:nvSpPr>
        <p:spPr>
          <a:xfrm>
            <a:off x="3924534" y="3030311"/>
            <a:ext cx="18447" cy="1844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8" name="r1_o05166"/>
          <p:cNvSpPr/>
          <p:nvPr/>
        </p:nvSpPr>
        <p:spPr>
          <a:xfrm>
            <a:off x="5270875" y="2365611"/>
            <a:ext cx="95525" cy="9552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9" name="r1_o05167"/>
          <p:cNvSpPr/>
          <p:nvPr/>
        </p:nvSpPr>
        <p:spPr>
          <a:xfrm>
            <a:off x="5284249" y="2377552"/>
            <a:ext cx="46425" cy="4642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0" name="r1_o05168"/>
          <p:cNvSpPr/>
          <p:nvPr/>
        </p:nvSpPr>
        <p:spPr>
          <a:xfrm>
            <a:off x="5284249" y="2377552"/>
            <a:ext cx="29016" cy="2901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1" name="r1_o05169"/>
          <p:cNvSpPr/>
          <p:nvPr/>
        </p:nvSpPr>
        <p:spPr>
          <a:xfrm>
            <a:off x="4508914" y="2106135"/>
            <a:ext cx="52187" cy="5218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2" name="r1_o05170"/>
          <p:cNvSpPr/>
          <p:nvPr/>
        </p:nvSpPr>
        <p:spPr>
          <a:xfrm>
            <a:off x="4516220" y="2112658"/>
            <a:ext cx="25363" cy="2536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3" name="r1_o05171"/>
          <p:cNvSpPr/>
          <p:nvPr/>
        </p:nvSpPr>
        <p:spPr>
          <a:xfrm>
            <a:off x="4516220" y="2112658"/>
            <a:ext cx="15852" cy="1585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4" name="r1_o05172"/>
          <p:cNvSpPr/>
          <p:nvPr/>
        </p:nvSpPr>
        <p:spPr>
          <a:xfrm>
            <a:off x="4497433" y="2100394"/>
            <a:ext cx="29746" cy="2974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5" name="r1_o05173"/>
          <p:cNvSpPr/>
          <p:nvPr/>
        </p:nvSpPr>
        <p:spPr>
          <a:xfrm>
            <a:off x="4501598" y="2104113"/>
            <a:ext cx="14457" cy="1445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6" name="r1_o05174"/>
          <p:cNvSpPr/>
          <p:nvPr/>
        </p:nvSpPr>
        <p:spPr>
          <a:xfrm>
            <a:off x="4501598" y="2104113"/>
            <a:ext cx="9035" cy="903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7" name="r1_o05175"/>
          <p:cNvSpPr/>
          <p:nvPr/>
        </p:nvSpPr>
        <p:spPr>
          <a:xfrm>
            <a:off x="4543618" y="2127792"/>
            <a:ext cx="29746" cy="2974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8" name="r1_o05176"/>
          <p:cNvSpPr/>
          <p:nvPr/>
        </p:nvSpPr>
        <p:spPr>
          <a:xfrm>
            <a:off x="4547783" y="2131511"/>
            <a:ext cx="14457" cy="1445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9" name="r1_o05177"/>
          <p:cNvSpPr/>
          <p:nvPr/>
        </p:nvSpPr>
        <p:spPr>
          <a:xfrm>
            <a:off x="4547783" y="2131511"/>
            <a:ext cx="9035" cy="903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0" name="r1_o05178"/>
          <p:cNvSpPr/>
          <p:nvPr/>
        </p:nvSpPr>
        <p:spPr>
          <a:xfrm>
            <a:off x="5181866" y="1889627"/>
            <a:ext cx="46544" cy="4654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1" name="r1_o05179"/>
          <p:cNvSpPr/>
          <p:nvPr/>
        </p:nvSpPr>
        <p:spPr>
          <a:xfrm>
            <a:off x="5188382" y="1895445"/>
            <a:ext cx="22620" cy="2262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2" name="r1_o05180"/>
          <p:cNvSpPr/>
          <p:nvPr/>
        </p:nvSpPr>
        <p:spPr>
          <a:xfrm>
            <a:off x="5188382" y="1895445"/>
            <a:ext cx="14138" cy="1413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3" name="r1_o05181"/>
          <p:cNvSpPr/>
          <p:nvPr/>
        </p:nvSpPr>
        <p:spPr>
          <a:xfrm>
            <a:off x="5171626" y="1884507"/>
            <a:ext cx="26530" cy="265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4" name="r1_o05182"/>
          <p:cNvSpPr/>
          <p:nvPr/>
        </p:nvSpPr>
        <p:spPr>
          <a:xfrm>
            <a:off x="5175340" y="1887823"/>
            <a:ext cx="12894" cy="1289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5" name="r1_o05183"/>
          <p:cNvSpPr/>
          <p:nvPr/>
        </p:nvSpPr>
        <p:spPr>
          <a:xfrm>
            <a:off x="5175340" y="1887823"/>
            <a:ext cx="8059" cy="805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6" name="r1_o05184"/>
          <p:cNvSpPr/>
          <p:nvPr/>
        </p:nvSpPr>
        <p:spPr>
          <a:xfrm>
            <a:off x="5212818" y="1908943"/>
            <a:ext cx="26530" cy="265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7" name="r1_o05185"/>
          <p:cNvSpPr/>
          <p:nvPr/>
        </p:nvSpPr>
        <p:spPr>
          <a:xfrm>
            <a:off x="5216532" y="1912259"/>
            <a:ext cx="12894" cy="1289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8" name="r1_o05186"/>
          <p:cNvSpPr/>
          <p:nvPr/>
        </p:nvSpPr>
        <p:spPr>
          <a:xfrm>
            <a:off x="5216532" y="1912259"/>
            <a:ext cx="8059" cy="805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9" name="r1_o05187"/>
          <p:cNvSpPr/>
          <p:nvPr/>
        </p:nvSpPr>
        <p:spPr>
          <a:xfrm>
            <a:off x="5343419" y="2119035"/>
            <a:ext cx="52282" cy="5228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0" name="r1_o05188"/>
          <p:cNvSpPr/>
          <p:nvPr/>
        </p:nvSpPr>
        <p:spPr>
          <a:xfrm>
            <a:off x="5350738" y="2125570"/>
            <a:ext cx="25409" cy="2540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1" name="r1_o05189"/>
          <p:cNvSpPr/>
          <p:nvPr/>
        </p:nvSpPr>
        <p:spPr>
          <a:xfrm>
            <a:off x="5350738" y="2125570"/>
            <a:ext cx="15881" cy="1588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2" name="r1_o05190"/>
          <p:cNvSpPr/>
          <p:nvPr/>
        </p:nvSpPr>
        <p:spPr>
          <a:xfrm>
            <a:off x="5331917" y="2113284"/>
            <a:ext cx="29801" cy="2980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3" name="r1_o05191"/>
          <p:cNvSpPr/>
          <p:nvPr/>
        </p:nvSpPr>
        <p:spPr>
          <a:xfrm>
            <a:off x="5336089" y="2117009"/>
            <a:ext cx="14483" cy="1448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4" name="r1_o05192"/>
          <p:cNvSpPr/>
          <p:nvPr/>
        </p:nvSpPr>
        <p:spPr>
          <a:xfrm>
            <a:off x="5336089" y="2117009"/>
            <a:ext cx="9052" cy="90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5" name="r1_o05193"/>
          <p:cNvSpPr/>
          <p:nvPr/>
        </p:nvSpPr>
        <p:spPr>
          <a:xfrm>
            <a:off x="5378187" y="2140732"/>
            <a:ext cx="29801" cy="2980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6" name="r1_o05194"/>
          <p:cNvSpPr/>
          <p:nvPr/>
        </p:nvSpPr>
        <p:spPr>
          <a:xfrm>
            <a:off x="5382359" y="2144457"/>
            <a:ext cx="14483" cy="1448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7" name="r1_o05195"/>
          <p:cNvSpPr/>
          <p:nvPr/>
        </p:nvSpPr>
        <p:spPr>
          <a:xfrm>
            <a:off x="5382359" y="2144457"/>
            <a:ext cx="9052" cy="90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8" name="r1_o05196"/>
          <p:cNvSpPr/>
          <p:nvPr/>
        </p:nvSpPr>
        <p:spPr>
          <a:xfrm>
            <a:off x="4458305" y="2680382"/>
            <a:ext cx="58102" cy="5810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9" name="r1_o05197"/>
          <p:cNvSpPr/>
          <p:nvPr/>
        </p:nvSpPr>
        <p:spPr>
          <a:xfrm>
            <a:off x="4466440" y="2687644"/>
            <a:ext cx="28238" cy="2823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0" name="r1_o05198"/>
          <p:cNvSpPr/>
          <p:nvPr/>
        </p:nvSpPr>
        <p:spPr>
          <a:xfrm>
            <a:off x="4466440" y="2687644"/>
            <a:ext cx="17649" cy="1764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1" name="r1_o05199"/>
          <p:cNvSpPr/>
          <p:nvPr/>
        </p:nvSpPr>
        <p:spPr>
          <a:xfrm>
            <a:off x="4445523" y="2673990"/>
            <a:ext cx="33118" cy="331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2" name="r1_o05200"/>
          <p:cNvSpPr/>
          <p:nvPr/>
        </p:nvSpPr>
        <p:spPr>
          <a:xfrm>
            <a:off x="4450160" y="2678130"/>
            <a:ext cx="16095" cy="1609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3" name="r1_o05201"/>
          <p:cNvSpPr/>
          <p:nvPr/>
        </p:nvSpPr>
        <p:spPr>
          <a:xfrm>
            <a:off x="4450160" y="2678130"/>
            <a:ext cx="10060" cy="1006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4" name="r1_o05202"/>
          <p:cNvSpPr/>
          <p:nvPr/>
        </p:nvSpPr>
        <p:spPr>
          <a:xfrm>
            <a:off x="4496943" y="2704494"/>
            <a:ext cx="33118" cy="3311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5" name="r1_o05203"/>
          <p:cNvSpPr/>
          <p:nvPr/>
        </p:nvSpPr>
        <p:spPr>
          <a:xfrm>
            <a:off x="4501580" y="2708634"/>
            <a:ext cx="16095" cy="1609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6" name="r1_o05204"/>
          <p:cNvSpPr/>
          <p:nvPr/>
        </p:nvSpPr>
        <p:spPr>
          <a:xfrm>
            <a:off x="4501580" y="2708634"/>
            <a:ext cx="10060" cy="1006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7" name="r1_o05205"/>
          <p:cNvSpPr/>
          <p:nvPr/>
        </p:nvSpPr>
        <p:spPr>
          <a:xfrm>
            <a:off x="3900223" y="2070766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08" name="r1_o05206"/>
          <p:cNvSpPr/>
          <p:nvPr/>
        </p:nvSpPr>
        <p:spPr>
          <a:xfrm>
            <a:off x="3826980" y="2302749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09" name="r1_o05207"/>
          <p:cNvSpPr/>
          <p:nvPr/>
        </p:nvSpPr>
        <p:spPr>
          <a:xfrm>
            <a:off x="4473514" y="2324172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0" name="r1_o05208"/>
          <p:cNvSpPr/>
          <p:nvPr/>
        </p:nvSpPr>
        <p:spPr>
          <a:xfrm>
            <a:off x="4306358" y="2240491"/>
            <a:ext cx="95319" cy="8130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1" name="r1_o05209"/>
          <p:cNvSpPr/>
          <p:nvPr/>
        </p:nvSpPr>
        <p:spPr>
          <a:xfrm>
            <a:off x="4640663" y="2407844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2" name="r1_o05210"/>
          <p:cNvSpPr/>
          <p:nvPr/>
        </p:nvSpPr>
        <p:spPr>
          <a:xfrm>
            <a:off x="4951486" y="2496277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3" name="r1_o05211"/>
          <p:cNvSpPr/>
          <p:nvPr/>
        </p:nvSpPr>
        <p:spPr>
          <a:xfrm flipH="1" flipV="1">
            <a:off x="4546758" y="2092189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4" name="r1_o05212"/>
          <p:cNvSpPr/>
          <p:nvPr/>
        </p:nvSpPr>
        <p:spPr>
          <a:xfrm flipH="1" flipV="1">
            <a:off x="4832700" y="2336074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5" name="r1_o05213"/>
          <p:cNvSpPr/>
          <p:nvPr/>
        </p:nvSpPr>
        <p:spPr>
          <a:xfrm>
            <a:off x="3851861" y="2147297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6" name="r1_o05214"/>
          <p:cNvSpPr/>
          <p:nvPr/>
        </p:nvSpPr>
        <p:spPr>
          <a:xfrm>
            <a:off x="4282884" y="2161579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7" name="r1_o05215"/>
          <p:cNvSpPr/>
          <p:nvPr/>
        </p:nvSpPr>
        <p:spPr>
          <a:xfrm flipH="1" flipV="1">
            <a:off x="4115735" y="2077907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8" name="r1_o05216"/>
          <p:cNvSpPr/>
          <p:nvPr/>
        </p:nvSpPr>
        <p:spPr>
          <a:xfrm>
            <a:off x="4067372" y="2154438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19" name="r1_o05217"/>
          <p:cNvSpPr/>
          <p:nvPr/>
        </p:nvSpPr>
        <p:spPr>
          <a:xfrm>
            <a:off x="4785744" y="2178241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0" name="r1_o05218"/>
          <p:cNvSpPr/>
          <p:nvPr/>
        </p:nvSpPr>
        <p:spPr>
          <a:xfrm>
            <a:off x="4689026" y="2331313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1" name="r1_o05219"/>
          <p:cNvSpPr/>
          <p:nvPr/>
        </p:nvSpPr>
        <p:spPr>
          <a:xfrm flipH="1" flipV="1">
            <a:off x="3803498" y="2223828"/>
            <a:ext cx="23481" cy="7892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2" name="r1_o05220"/>
          <p:cNvSpPr/>
          <p:nvPr/>
        </p:nvSpPr>
        <p:spPr>
          <a:xfrm flipH="1" flipV="1">
            <a:off x="4450033" y="2245251"/>
            <a:ext cx="23481" cy="7892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3" name="r1_o05221"/>
          <p:cNvSpPr/>
          <p:nvPr/>
        </p:nvSpPr>
        <p:spPr>
          <a:xfrm>
            <a:off x="4665544" y="2252392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4" name="r1_o05222"/>
          <p:cNvSpPr/>
          <p:nvPr/>
        </p:nvSpPr>
        <p:spPr>
          <a:xfrm>
            <a:off x="4784337" y="2412605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5" name="r1_o05223"/>
          <p:cNvSpPr/>
          <p:nvPr/>
        </p:nvSpPr>
        <p:spPr>
          <a:xfrm>
            <a:off x="4498395" y="2168720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6" name="r1_o05224"/>
          <p:cNvSpPr/>
          <p:nvPr/>
        </p:nvSpPr>
        <p:spPr>
          <a:xfrm>
            <a:off x="4832700" y="2336074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7" name="r1_o05225"/>
          <p:cNvSpPr/>
          <p:nvPr/>
        </p:nvSpPr>
        <p:spPr>
          <a:xfrm>
            <a:off x="4258003" y="2317031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8" name="r1_o05226"/>
          <p:cNvSpPr/>
          <p:nvPr/>
        </p:nvSpPr>
        <p:spPr>
          <a:xfrm>
            <a:off x="4425151" y="2400703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29" name="r1_o05227"/>
          <p:cNvSpPr/>
          <p:nvPr/>
        </p:nvSpPr>
        <p:spPr>
          <a:xfrm>
            <a:off x="4520463" y="2481995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0" name="r1_o05228"/>
          <p:cNvSpPr/>
          <p:nvPr/>
        </p:nvSpPr>
        <p:spPr>
          <a:xfrm>
            <a:off x="4353314" y="2398323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1" name="r1_o05229"/>
          <p:cNvSpPr/>
          <p:nvPr/>
        </p:nvSpPr>
        <p:spPr>
          <a:xfrm>
            <a:off x="3875335" y="2226209"/>
            <a:ext cx="95319" cy="8130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2" name="r1_o05230"/>
          <p:cNvSpPr/>
          <p:nvPr/>
        </p:nvSpPr>
        <p:spPr>
          <a:xfrm flipH="1" flipV="1">
            <a:off x="4665544" y="2252392"/>
            <a:ext cx="23481" cy="7892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3" name="r1_o05231"/>
          <p:cNvSpPr/>
          <p:nvPr/>
        </p:nvSpPr>
        <p:spPr>
          <a:xfrm flipH="1" flipV="1">
            <a:off x="4234521" y="2238110"/>
            <a:ext cx="23481" cy="7892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4" name="r1_o05232"/>
          <p:cNvSpPr/>
          <p:nvPr/>
        </p:nvSpPr>
        <p:spPr>
          <a:xfrm>
            <a:off x="3972061" y="2073146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5" name="r1_o05233"/>
          <p:cNvSpPr/>
          <p:nvPr/>
        </p:nvSpPr>
        <p:spPr>
          <a:xfrm>
            <a:off x="4546758" y="2092189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6" name="r1_o05234"/>
          <p:cNvSpPr/>
          <p:nvPr/>
        </p:nvSpPr>
        <p:spPr>
          <a:xfrm>
            <a:off x="3684712" y="2063625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7" name="r1_o05235"/>
          <p:cNvSpPr/>
          <p:nvPr/>
        </p:nvSpPr>
        <p:spPr>
          <a:xfrm>
            <a:off x="4042491" y="2309890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8" name="r1_o05236"/>
          <p:cNvSpPr/>
          <p:nvPr/>
        </p:nvSpPr>
        <p:spPr>
          <a:xfrm>
            <a:off x="3923698" y="2149678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39" name="r1_o05237"/>
          <p:cNvSpPr/>
          <p:nvPr/>
        </p:nvSpPr>
        <p:spPr>
          <a:xfrm>
            <a:off x="4090847" y="2233350"/>
            <a:ext cx="95319" cy="8130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0" name="r1_o05238"/>
          <p:cNvSpPr/>
          <p:nvPr/>
        </p:nvSpPr>
        <p:spPr>
          <a:xfrm>
            <a:off x="4331246" y="2085048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1" name="r1_o05239"/>
          <p:cNvSpPr/>
          <p:nvPr/>
        </p:nvSpPr>
        <p:spPr>
          <a:xfrm flipH="1" flipV="1">
            <a:off x="3970654" y="2307510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2" name="r1_o05240"/>
          <p:cNvSpPr/>
          <p:nvPr/>
        </p:nvSpPr>
        <p:spPr>
          <a:xfrm>
            <a:off x="4618595" y="2094569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3" name="r1_o05241"/>
          <p:cNvSpPr/>
          <p:nvPr/>
        </p:nvSpPr>
        <p:spPr>
          <a:xfrm>
            <a:off x="3922291" y="2384041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4" name="r1_o05242"/>
          <p:cNvSpPr/>
          <p:nvPr/>
        </p:nvSpPr>
        <p:spPr>
          <a:xfrm flipH="1" flipV="1">
            <a:off x="4401677" y="2321792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5" name="r1_o05243"/>
          <p:cNvSpPr/>
          <p:nvPr/>
        </p:nvSpPr>
        <p:spPr>
          <a:xfrm>
            <a:off x="4115735" y="2077907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6" name="r1_o05244"/>
          <p:cNvSpPr/>
          <p:nvPr/>
        </p:nvSpPr>
        <p:spPr>
          <a:xfrm flipH="1" flipV="1">
            <a:off x="4498395" y="2168720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7" name="r1_o05245"/>
          <p:cNvSpPr/>
          <p:nvPr/>
        </p:nvSpPr>
        <p:spPr>
          <a:xfrm>
            <a:off x="3970654" y="2307510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8" name="r1_o05246"/>
          <p:cNvSpPr/>
          <p:nvPr/>
        </p:nvSpPr>
        <p:spPr>
          <a:xfrm>
            <a:off x="4186165" y="2314651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49" name="r1_o05247"/>
          <p:cNvSpPr/>
          <p:nvPr/>
        </p:nvSpPr>
        <p:spPr>
          <a:xfrm flipH="1" flipV="1">
            <a:off x="4784337" y="2412605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0" name="r1_o05248"/>
          <p:cNvSpPr/>
          <p:nvPr/>
        </p:nvSpPr>
        <p:spPr>
          <a:xfrm>
            <a:off x="4450033" y="2245251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1" name="r1_o05249"/>
          <p:cNvSpPr/>
          <p:nvPr/>
        </p:nvSpPr>
        <p:spPr>
          <a:xfrm>
            <a:off x="4234521" y="2238110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2" name="r1_o05250"/>
          <p:cNvSpPr/>
          <p:nvPr/>
        </p:nvSpPr>
        <p:spPr>
          <a:xfrm flipH="1" flipV="1">
            <a:off x="3684712" y="2063625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3" name="r1_o05251"/>
          <p:cNvSpPr/>
          <p:nvPr/>
        </p:nvSpPr>
        <p:spPr>
          <a:xfrm>
            <a:off x="4403084" y="2087428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4" name="r1_o05252"/>
          <p:cNvSpPr/>
          <p:nvPr/>
        </p:nvSpPr>
        <p:spPr>
          <a:xfrm flipH="1" flipV="1">
            <a:off x="4617188" y="2328933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5" name="r1_o05253"/>
          <p:cNvSpPr/>
          <p:nvPr/>
        </p:nvSpPr>
        <p:spPr>
          <a:xfrm flipH="1" flipV="1">
            <a:off x="4186165" y="2314651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6" name="r1_o05254"/>
          <p:cNvSpPr/>
          <p:nvPr/>
        </p:nvSpPr>
        <p:spPr>
          <a:xfrm flipH="1" flipV="1">
            <a:off x="4353314" y="2398323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7" name="r1_o05255"/>
          <p:cNvSpPr/>
          <p:nvPr/>
        </p:nvSpPr>
        <p:spPr>
          <a:xfrm>
            <a:off x="4354721" y="2163960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8" name="r1_o05256"/>
          <p:cNvSpPr/>
          <p:nvPr/>
        </p:nvSpPr>
        <p:spPr>
          <a:xfrm>
            <a:off x="4521870" y="2247632"/>
            <a:ext cx="95319" cy="8130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59" name="r1_o05257"/>
          <p:cNvSpPr/>
          <p:nvPr/>
        </p:nvSpPr>
        <p:spPr>
          <a:xfrm>
            <a:off x="4209640" y="2393563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0" name="r1_o05258"/>
          <p:cNvSpPr/>
          <p:nvPr/>
        </p:nvSpPr>
        <p:spPr>
          <a:xfrm>
            <a:off x="4713907" y="2175861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1" name="r1_o05259"/>
          <p:cNvSpPr/>
          <p:nvPr/>
        </p:nvSpPr>
        <p:spPr>
          <a:xfrm>
            <a:off x="4617188" y="2328933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2" name="r1_o05260"/>
          <p:cNvSpPr/>
          <p:nvPr/>
        </p:nvSpPr>
        <p:spPr>
          <a:xfrm>
            <a:off x="4904537" y="2338454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3" name="r1_o05261"/>
          <p:cNvSpPr/>
          <p:nvPr/>
        </p:nvSpPr>
        <p:spPr>
          <a:xfrm>
            <a:off x="4089440" y="2467713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4" name="r1_o05262"/>
          <p:cNvSpPr/>
          <p:nvPr/>
        </p:nvSpPr>
        <p:spPr>
          <a:xfrm flipH="1" flipV="1">
            <a:off x="4713907" y="2175861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5" name="r1_o05263"/>
          <p:cNvSpPr/>
          <p:nvPr/>
        </p:nvSpPr>
        <p:spPr>
          <a:xfrm>
            <a:off x="4856174" y="2414985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6" name="r1_o05264"/>
          <p:cNvSpPr/>
          <p:nvPr/>
        </p:nvSpPr>
        <p:spPr>
          <a:xfrm flipH="1" flipV="1">
            <a:off x="4568826" y="2405464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7" name="r1_o05265"/>
          <p:cNvSpPr/>
          <p:nvPr/>
        </p:nvSpPr>
        <p:spPr>
          <a:xfrm flipH="1" flipV="1">
            <a:off x="4881056" y="2259533"/>
            <a:ext cx="23481" cy="7892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8" name="r1_o05266"/>
          <p:cNvSpPr/>
          <p:nvPr/>
        </p:nvSpPr>
        <p:spPr>
          <a:xfrm>
            <a:off x="4737381" y="2254773"/>
            <a:ext cx="95319" cy="8130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69" name="r1_o05267"/>
          <p:cNvSpPr/>
          <p:nvPr/>
        </p:nvSpPr>
        <p:spPr>
          <a:xfrm flipH="1" flipV="1">
            <a:off x="3900223" y="2070766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0" name="r1_o05268"/>
          <p:cNvSpPr/>
          <p:nvPr/>
        </p:nvSpPr>
        <p:spPr>
          <a:xfrm>
            <a:off x="3756549" y="2066005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1" name="r1_o05269"/>
          <p:cNvSpPr/>
          <p:nvPr/>
        </p:nvSpPr>
        <p:spPr>
          <a:xfrm>
            <a:off x="4570233" y="2171101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2" name="r1_o05270"/>
          <p:cNvSpPr/>
          <p:nvPr/>
        </p:nvSpPr>
        <p:spPr>
          <a:xfrm>
            <a:off x="4187572" y="2080287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3" name="r1_o05271"/>
          <p:cNvSpPr/>
          <p:nvPr/>
        </p:nvSpPr>
        <p:spPr>
          <a:xfrm flipH="1" flipV="1">
            <a:off x="4067372" y="2154438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4" name="r1_o05272"/>
          <p:cNvSpPr/>
          <p:nvPr/>
        </p:nvSpPr>
        <p:spPr>
          <a:xfrm>
            <a:off x="4139209" y="2156819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5" name="r1_o05273"/>
          <p:cNvSpPr/>
          <p:nvPr/>
        </p:nvSpPr>
        <p:spPr>
          <a:xfrm>
            <a:off x="4568826" y="2405464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6" name="r1_o05274"/>
          <p:cNvSpPr/>
          <p:nvPr/>
        </p:nvSpPr>
        <p:spPr>
          <a:xfrm>
            <a:off x="4401677" y="2321792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7" name="r1_o05275"/>
          <p:cNvSpPr/>
          <p:nvPr/>
        </p:nvSpPr>
        <p:spPr>
          <a:xfrm>
            <a:off x="4019010" y="2230969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8" name="r1_o05276"/>
          <p:cNvSpPr/>
          <p:nvPr/>
        </p:nvSpPr>
        <p:spPr>
          <a:xfrm flipH="1" flipV="1">
            <a:off x="4331246" y="2085048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79" name="r1_o05277"/>
          <p:cNvSpPr/>
          <p:nvPr/>
        </p:nvSpPr>
        <p:spPr>
          <a:xfrm flipH="1" flipV="1">
            <a:off x="4999849" y="2419746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0" name="r1_o05278"/>
          <p:cNvSpPr/>
          <p:nvPr/>
        </p:nvSpPr>
        <p:spPr>
          <a:xfrm flipH="1" flipV="1">
            <a:off x="3851861" y="2147297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1" name="r1_o05279"/>
          <p:cNvSpPr/>
          <p:nvPr/>
        </p:nvSpPr>
        <p:spPr>
          <a:xfrm>
            <a:off x="3803498" y="2223828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2" name="r1_o05280"/>
          <p:cNvSpPr/>
          <p:nvPr/>
        </p:nvSpPr>
        <p:spPr>
          <a:xfrm flipH="1" flipV="1">
            <a:off x="4137803" y="2391182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3" name="r1_o05281"/>
          <p:cNvSpPr/>
          <p:nvPr/>
        </p:nvSpPr>
        <p:spPr>
          <a:xfrm>
            <a:off x="3708186" y="2142537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4" name="r1_o05282"/>
          <p:cNvSpPr/>
          <p:nvPr/>
        </p:nvSpPr>
        <p:spPr>
          <a:xfrm>
            <a:off x="4304952" y="2474854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5" name="r1_o05283"/>
          <p:cNvSpPr/>
          <p:nvPr/>
        </p:nvSpPr>
        <p:spPr>
          <a:xfrm flipH="1" flipV="1">
            <a:off x="4019010" y="2230969"/>
            <a:ext cx="23481" cy="78921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6" name="r1_o05284"/>
          <p:cNvSpPr/>
          <p:nvPr/>
        </p:nvSpPr>
        <p:spPr>
          <a:xfrm>
            <a:off x="4735975" y="2489136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7" name="r1_o05285"/>
          <p:cNvSpPr/>
          <p:nvPr/>
        </p:nvSpPr>
        <p:spPr>
          <a:xfrm>
            <a:off x="3994128" y="2386422"/>
            <a:ext cx="95312" cy="8129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8" name="r1_o05286"/>
          <p:cNvSpPr/>
          <p:nvPr/>
        </p:nvSpPr>
        <p:spPr>
          <a:xfrm flipH="1" flipV="1">
            <a:off x="4282884" y="2161579"/>
            <a:ext cx="23475" cy="78912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89" name="r1_o05287"/>
          <p:cNvSpPr/>
          <p:nvPr/>
        </p:nvSpPr>
        <p:spPr>
          <a:xfrm>
            <a:off x="4137803" y="2391182"/>
            <a:ext cx="71837" cy="238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290" name="r1_o05288"/>
          <p:cNvSpPr/>
          <p:nvPr/>
        </p:nvSpPr>
        <p:spPr>
          <a:xfrm>
            <a:off x="3662848" y="204176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1" name="r1_o05289"/>
          <p:cNvSpPr/>
          <p:nvPr/>
        </p:nvSpPr>
        <p:spPr>
          <a:xfrm>
            <a:off x="3668970" y="204722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2" name="r1_o05290"/>
          <p:cNvSpPr/>
          <p:nvPr/>
        </p:nvSpPr>
        <p:spPr>
          <a:xfrm>
            <a:off x="3668970" y="204722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3" name="r1_o05291"/>
          <p:cNvSpPr/>
          <p:nvPr/>
        </p:nvSpPr>
        <p:spPr>
          <a:xfrm>
            <a:off x="3690397" y="206712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4" name="r1_o05292"/>
          <p:cNvSpPr/>
          <p:nvPr/>
        </p:nvSpPr>
        <p:spPr>
          <a:xfrm>
            <a:off x="3694315" y="207062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5" name="r1_o05293"/>
          <p:cNvSpPr/>
          <p:nvPr/>
        </p:nvSpPr>
        <p:spPr>
          <a:xfrm>
            <a:off x="3694315" y="207062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6" name="r1_o05294"/>
          <p:cNvSpPr/>
          <p:nvPr/>
        </p:nvSpPr>
        <p:spPr>
          <a:xfrm>
            <a:off x="3734685" y="204414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7" name="r1_o05295"/>
          <p:cNvSpPr/>
          <p:nvPr/>
        </p:nvSpPr>
        <p:spPr>
          <a:xfrm>
            <a:off x="3740807" y="204960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8" name="r1_o05296"/>
          <p:cNvSpPr/>
          <p:nvPr/>
        </p:nvSpPr>
        <p:spPr>
          <a:xfrm>
            <a:off x="3740807" y="204960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9" name="r1_o05297"/>
          <p:cNvSpPr/>
          <p:nvPr/>
        </p:nvSpPr>
        <p:spPr>
          <a:xfrm>
            <a:off x="3762234" y="206950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0" name="r1_o05298"/>
          <p:cNvSpPr/>
          <p:nvPr/>
        </p:nvSpPr>
        <p:spPr>
          <a:xfrm>
            <a:off x="3766152" y="207300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1" name="r1_o05299"/>
          <p:cNvSpPr/>
          <p:nvPr/>
        </p:nvSpPr>
        <p:spPr>
          <a:xfrm>
            <a:off x="3766152" y="207300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2" name="r1_o05300"/>
          <p:cNvSpPr/>
          <p:nvPr/>
        </p:nvSpPr>
        <p:spPr>
          <a:xfrm>
            <a:off x="3878359" y="204890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3" name="r1_o05301"/>
          <p:cNvSpPr/>
          <p:nvPr/>
        </p:nvSpPr>
        <p:spPr>
          <a:xfrm>
            <a:off x="3884481" y="205436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4" name="r1_o05302"/>
          <p:cNvSpPr/>
          <p:nvPr/>
        </p:nvSpPr>
        <p:spPr>
          <a:xfrm>
            <a:off x="3884481" y="205436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5" name="r1_o05303"/>
          <p:cNvSpPr/>
          <p:nvPr/>
        </p:nvSpPr>
        <p:spPr>
          <a:xfrm>
            <a:off x="3905908" y="207426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6" name="r1_o05304"/>
          <p:cNvSpPr/>
          <p:nvPr/>
        </p:nvSpPr>
        <p:spPr>
          <a:xfrm>
            <a:off x="3909826" y="207776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7" name="r1_o05305"/>
          <p:cNvSpPr/>
          <p:nvPr/>
        </p:nvSpPr>
        <p:spPr>
          <a:xfrm>
            <a:off x="3909826" y="207776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8" name="r1_o05306"/>
          <p:cNvSpPr/>
          <p:nvPr/>
        </p:nvSpPr>
        <p:spPr>
          <a:xfrm>
            <a:off x="3950197" y="205128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9" name="r1_o05307"/>
          <p:cNvSpPr/>
          <p:nvPr/>
        </p:nvSpPr>
        <p:spPr>
          <a:xfrm>
            <a:off x="3956319" y="205674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0" name="r1_o05308"/>
          <p:cNvSpPr/>
          <p:nvPr/>
        </p:nvSpPr>
        <p:spPr>
          <a:xfrm>
            <a:off x="3956319" y="205674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1" name="r1_o05309"/>
          <p:cNvSpPr/>
          <p:nvPr/>
        </p:nvSpPr>
        <p:spPr>
          <a:xfrm>
            <a:off x="3977745" y="207664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2" name="r1_o05310"/>
          <p:cNvSpPr/>
          <p:nvPr/>
        </p:nvSpPr>
        <p:spPr>
          <a:xfrm>
            <a:off x="3981663" y="208014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3" name="r1_o05311"/>
          <p:cNvSpPr/>
          <p:nvPr/>
        </p:nvSpPr>
        <p:spPr>
          <a:xfrm>
            <a:off x="3981663" y="208014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4" name="r1_o05312"/>
          <p:cNvSpPr/>
          <p:nvPr/>
        </p:nvSpPr>
        <p:spPr>
          <a:xfrm>
            <a:off x="4093871" y="205604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5" name="r1_o05313"/>
          <p:cNvSpPr/>
          <p:nvPr/>
        </p:nvSpPr>
        <p:spPr>
          <a:xfrm>
            <a:off x="4099993" y="206150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6" name="r1_o05314"/>
          <p:cNvSpPr/>
          <p:nvPr/>
        </p:nvSpPr>
        <p:spPr>
          <a:xfrm>
            <a:off x="4099993" y="206150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7" name="r1_o05315"/>
          <p:cNvSpPr/>
          <p:nvPr/>
        </p:nvSpPr>
        <p:spPr>
          <a:xfrm>
            <a:off x="4121420" y="208140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8" name="r1_o05316"/>
          <p:cNvSpPr/>
          <p:nvPr/>
        </p:nvSpPr>
        <p:spPr>
          <a:xfrm>
            <a:off x="4125338" y="208490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9" name="r1_o05317"/>
          <p:cNvSpPr/>
          <p:nvPr/>
        </p:nvSpPr>
        <p:spPr>
          <a:xfrm>
            <a:off x="4125338" y="208490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0" name="r1_o05318"/>
          <p:cNvSpPr/>
          <p:nvPr/>
        </p:nvSpPr>
        <p:spPr>
          <a:xfrm>
            <a:off x="4165708" y="205842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1" name="r1_o05319"/>
          <p:cNvSpPr/>
          <p:nvPr/>
        </p:nvSpPr>
        <p:spPr>
          <a:xfrm>
            <a:off x="4171830" y="206388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2" name="r1_o05320"/>
          <p:cNvSpPr/>
          <p:nvPr/>
        </p:nvSpPr>
        <p:spPr>
          <a:xfrm>
            <a:off x="4171830" y="206388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3" name="r1_o05321"/>
          <p:cNvSpPr/>
          <p:nvPr/>
        </p:nvSpPr>
        <p:spPr>
          <a:xfrm>
            <a:off x="4193257" y="208378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4" name="r1_o05322"/>
          <p:cNvSpPr/>
          <p:nvPr/>
        </p:nvSpPr>
        <p:spPr>
          <a:xfrm>
            <a:off x="4197175" y="208728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5" name="r1_o05323"/>
          <p:cNvSpPr/>
          <p:nvPr/>
        </p:nvSpPr>
        <p:spPr>
          <a:xfrm>
            <a:off x="4197175" y="208728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6" name="r1_o05324"/>
          <p:cNvSpPr/>
          <p:nvPr/>
        </p:nvSpPr>
        <p:spPr>
          <a:xfrm>
            <a:off x="4309383" y="206318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7" name="r1_o05325"/>
          <p:cNvSpPr/>
          <p:nvPr/>
        </p:nvSpPr>
        <p:spPr>
          <a:xfrm>
            <a:off x="4315504" y="206865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8" name="r1_o05326"/>
          <p:cNvSpPr/>
          <p:nvPr/>
        </p:nvSpPr>
        <p:spPr>
          <a:xfrm>
            <a:off x="4315504" y="206865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9" name="r1_o05327"/>
          <p:cNvSpPr/>
          <p:nvPr/>
        </p:nvSpPr>
        <p:spPr>
          <a:xfrm>
            <a:off x="4336931" y="208854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0" name="r1_o05328"/>
          <p:cNvSpPr/>
          <p:nvPr/>
        </p:nvSpPr>
        <p:spPr>
          <a:xfrm>
            <a:off x="4340849" y="209204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1" name="r1_o05329"/>
          <p:cNvSpPr/>
          <p:nvPr/>
        </p:nvSpPr>
        <p:spPr>
          <a:xfrm>
            <a:off x="4340849" y="209204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2" name="r1_o05330"/>
          <p:cNvSpPr/>
          <p:nvPr/>
        </p:nvSpPr>
        <p:spPr>
          <a:xfrm>
            <a:off x="4381220" y="206556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3" name="r1_o05331"/>
          <p:cNvSpPr/>
          <p:nvPr/>
        </p:nvSpPr>
        <p:spPr>
          <a:xfrm>
            <a:off x="4387342" y="207103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4" name="r1_o05332"/>
          <p:cNvSpPr/>
          <p:nvPr/>
        </p:nvSpPr>
        <p:spPr>
          <a:xfrm>
            <a:off x="4387342" y="207103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5" name="r1_o05333"/>
          <p:cNvSpPr/>
          <p:nvPr/>
        </p:nvSpPr>
        <p:spPr>
          <a:xfrm>
            <a:off x="4408768" y="209092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6" name="r1_o05334"/>
          <p:cNvSpPr/>
          <p:nvPr/>
        </p:nvSpPr>
        <p:spPr>
          <a:xfrm>
            <a:off x="4412686" y="209442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7" name="r1_o05335"/>
          <p:cNvSpPr/>
          <p:nvPr/>
        </p:nvSpPr>
        <p:spPr>
          <a:xfrm>
            <a:off x="4412686" y="209442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8" name="r1_o05336"/>
          <p:cNvSpPr/>
          <p:nvPr/>
        </p:nvSpPr>
        <p:spPr>
          <a:xfrm>
            <a:off x="4524894" y="207032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9" name="r1_o05337"/>
          <p:cNvSpPr/>
          <p:nvPr/>
        </p:nvSpPr>
        <p:spPr>
          <a:xfrm>
            <a:off x="4531016" y="207579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0" name="r1_o05338"/>
          <p:cNvSpPr/>
          <p:nvPr/>
        </p:nvSpPr>
        <p:spPr>
          <a:xfrm>
            <a:off x="4531016" y="207579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1" name="r1_o05339"/>
          <p:cNvSpPr/>
          <p:nvPr/>
        </p:nvSpPr>
        <p:spPr>
          <a:xfrm>
            <a:off x="4552443" y="209568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2" name="r1_o05340"/>
          <p:cNvSpPr/>
          <p:nvPr/>
        </p:nvSpPr>
        <p:spPr>
          <a:xfrm>
            <a:off x="4556361" y="209918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3" name="r1_o05341"/>
          <p:cNvSpPr/>
          <p:nvPr/>
        </p:nvSpPr>
        <p:spPr>
          <a:xfrm>
            <a:off x="4556361" y="209918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4" name="r1_o05342"/>
          <p:cNvSpPr/>
          <p:nvPr/>
        </p:nvSpPr>
        <p:spPr>
          <a:xfrm>
            <a:off x="4596731" y="207270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5" name="r1_o05343"/>
          <p:cNvSpPr/>
          <p:nvPr/>
        </p:nvSpPr>
        <p:spPr>
          <a:xfrm>
            <a:off x="4602853" y="207817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6" name="r1_o05344"/>
          <p:cNvSpPr/>
          <p:nvPr/>
        </p:nvSpPr>
        <p:spPr>
          <a:xfrm>
            <a:off x="4602853" y="207817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7" name="r1_o05345"/>
          <p:cNvSpPr/>
          <p:nvPr/>
        </p:nvSpPr>
        <p:spPr>
          <a:xfrm>
            <a:off x="4624280" y="209806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8" name="r1_o05346"/>
          <p:cNvSpPr/>
          <p:nvPr/>
        </p:nvSpPr>
        <p:spPr>
          <a:xfrm>
            <a:off x="4628198" y="210156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9" name="r1_o05347"/>
          <p:cNvSpPr/>
          <p:nvPr/>
        </p:nvSpPr>
        <p:spPr>
          <a:xfrm>
            <a:off x="4628198" y="210156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0" name="r1_o05348"/>
          <p:cNvSpPr/>
          <p:nvPr/>
        </p:nvSpPr>
        <p:spPr>
          <a:xfrm>
            <a:off x="3686322" y="212067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1" name="r1_o05349"/>
          <p:cNvSpPr/>
          <p:nvPr/>
        </p:nvSpPr>
        <p:spPr>
          <a:xfrm>
            <a:off x="3692444" y="212613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2" name="r1_o05350"/>
          <p:cNvSpPr/>
          <p:nvPr/>
        </p:nvSpPr>
        <p:spPr>
          <a:xfrm>
            <a:off x="3692444" y="212613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3" name="r1_o05351"/>
          <p:cNvSpPr/>
          <p:nvPr/>
        </p:nvSpPr>
        <p:spPr>
          <a:xfrm>
            <a:off x="3713871" y="214603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4" name="r1_o05352"/>
          <p:cNvSpPr/>
          <p:nvPr/>
        </p:nvSpPr>
        <p:spPr>
          <a:xfrm>
            <a:off x="3717789" y="214953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5" name="r1_o05353"/>
          <p:cNvSpPr/>
          <p:nvPr/>
        </p:nvSpPr>
        <p:spPr>
          <a:xfrm>
            <a:off x="3717789" y="214953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6" name="r1_o05354"/>
          <p:cNvSpPr/>
          <p:nvPr/>
        </p:nvSpPr>
        <p:spPr>
          <a:xfrm>
            <a:off x="3829997" y="212543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7" name="r1_o05355"/>
          <p:cNvSpPr/>
          <p:nvPr/>
        </p:nvSpPr>
        <p:spPr>
          <a:xfrm>
            <a:off x="3836119" y="213089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8" name="r1_o05356"/>
          <p:cNvSpPr/>
          <p:nvPr/>
        </p:nvSpPr>
        <p:spPr>
          <a:xfrm>
            <a:off x="3836119" y="213089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9" name="r1_o05357"/>
          <p:cNvSpPr/>
          <p:nvPr/>
        </p:nvSpPr>
        <p:spPr>
          <a:xfrm>
            <a:off x="3901834" y="212781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0" name="r1_o05358"/>
          <p:cNvSpPr/>
          <p:nvPr/>
        </p:nvSpPr>
        <p:spPr>
          <a:xfrm>
            <a:off x="3907956" y="213328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1" name="r1_o05359"/>
          <p:cNvSpPr/>
          <p:nvPr/>
        </p:nvSpPr>
        <p:spPr>
          <a:xfrm>
            <a:off x="3907956" y="213328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2" name="r1_o05360"/>
          <p:cNvSpPr/>
          <p:nvPr/>
        </p:nvSpPr>
        <p:spPr>
          <a:xfrm>
            <a:off x="4045508" y="213257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3" name="r1_o05361"/>
          <p:cNvSpPr/>
          <p:nvPr/>
        </p:nvSpPr>
        <p:spPr>
          <a:xfrm>
            <a:off x="4051630" y="213804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4" name="r1_o05362"/>
          <p:cNvSpPr/>
          <p:nvPr/>
        </p:nvSpPr>
        <p:spPr>
          <a:xfrm>
            <a:off x="4051630" y="213804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5" name="r1_o05363"/>
          <p:cNvSpPr/>
          <p:nvPr/>
        </p:nvSpPr>
        <p:spPr>
          <a:xfrm>
            <a:off x="4117346" y="213495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6" name="r1_o05364"/>
          <p:cNvSpPr/>
          <p:nvPr/>
        </p:nvSpPr>
        <p:spPr>
          <a:xfrm>
            <a:off x="4123467" y="214042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7" name="r1_o05365"/>
          <p:cNvSpPr/>
          <p:nvPr/>
        </p:nvSpPr>
        <p:spPr>
          <a:xfrm>
            <a:off x="4123467" y="214042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8" name="r1_o05366"/>
          <p:cNvSpPr/>
          <p:nvPr/>
        </p:nvSpPr>
        <p:spPr>
          <a:xfrm>
            <a:off x="4261020" y="213971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9" name="r1_o05367"/>
          <p:cNvSpPr/>
          <p:nvPr/>
        </p:nvSpPr>
        <p:spPr>
          <a:xfrm>
            <a:off x="4267142" y="214518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0" name="r1_o05368"/>
          <p:cNvSpPr/>
          <p:nvPr/>
        </p:nvSpPr>
        <p:spPr>
          <a:xfrm>
            <a:off x="4267142" y="214518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1" name="r1_o05369"/>
          <p:cNvSpPr/>
          <p:nvPr/>
        </p:nvSpPr>
        <p:spPr>
          <a:xfrm>
            <a:off x="4332857" y="214209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2" name="r1_o05370"/>
          <p:cNvSpPr/>
          <p:nvPr/>
        </p:nvSpPr>
        <p:spPr>
          <a:xfrm>
            <a:off x="4338979" y="214756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3" name="r1_o05371"/>
          <p:cNvSpPr/>
          <p:nvPr/>
        </p:nvSpPr>
        <p:spPr>
          <a:xfrm>
            <a:off x="4338979" y="214756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4" name="r1_o05372"/>
          <p:cNvSpPr/>
          <p:nvPr/>
        </p:nvSpPr>
        <p:spPr>
          <a:xfrm>
            <a:off x="4476531" y="214685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5" name="r1_o05373"/>
          <p:cNvSpPr/>
          <p:nvPr/>
        </p:nvSpPr>
        <p:spPr>
          <a:xfrm>
            <a:off x="4482653" y="215232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6" name="r1_o05374"/>
          <p:cNvSpPr/>
          <p:nvPr/>
        </p:nvSpPr>
        <p:spPr>
          <a:xfrm>
            <a:off x="4482653" y="215232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7" name="r1_o05375"/>
          <p:cNvSpPr/>
          <p:nvPr/>
        </p:nvSpPr>
        <p:spPr>
          <a:xfrm>
            <a:off x="4548369" y="214923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8" name="r1_o05376"/>
          <p:cNvSpPr/>
          <p:nvPr/>
        </p:nvSpPr>
        <p:spPr>
          <a:xfrm>
            <a:off x="4554490" y="215470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9" name="r1_o05377"/>
          <p:cNvSpPr/>
          <p:nvPr/>
        </p:nvSpPr>
        <p:spPr>
          <a:xfrm>
            <a:off x="4554490" y="215470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0" name="r1_o05378"/>
          <p:cNvSpPr/>
          <p:nvPr/>
        </p:nvSpPr>
        <p:spPr>
          <a:xfrm>
            <a:off x="4692043" y="215399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1" name="r1_o05379"/>
          <p:cNvSpPr/>
          <p:nvPr/>
        </p:nvSpPr>
        <p:spPr>
          <a:xfrm>
            <a:off x="4698165" y="215946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2" name="r1_o05380"/>
          <p:cNvSpPr/>
          <p:nvPr/>
        </p:nvSpPr>
        <p:spPr>
          <a:xfrm>
            <a:off x="4698165" y="215946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3" name="r1_o05381"/>
          <p:cNvSpPr/>
          <p:nvPr/>
        </p:nvSpPr>
        <p:spPr>
          <a:xfrm>
            <a:off x="4763880" y="215637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4" name="r1_o05382"/>
          <p:cNvSpPr/>
          <p:nvPr/>
        </p:nvSpPr>
        <p:spPr>
          <a:xfrm>
            <a:off x="4770002" y="216184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5" name="r1_o05383"/>
          <p:cNvSpPr/>
          <p:nvPr/>
        </p:nvSpPr>
        <p:spPr>
          <a:xfrm>
            <a:off x="4770002" y="216184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6" name="r1_o05384"/>
          <p:cNvSpPr/>
          <p:nvPr/>
        </p:nvSpPr>
        <p:spPr>
          <a:xfrm>
            <a:off x="4791429" y="218174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7" name="r1_o05385"/>
          <p:cNvSpPr/>
          <p:nvPr/>
        </p:nvSpPr>
        <p:spPr>
          <a:xfrm>
            <a:off x="4795347" y="218523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8" name="r1_o05386"/>
          <p:cNvSpPr/>
          <p:nvPr/>
        </p:nvSpPr>
        <p:spPr>
          <a:xfrm>
            <a:off x="4795347" y="218523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9" name="r1_o05387"/>
          <p:cNvSpPr/>
          <p:nvPr/>
        </p:nvSpPr>
        <p:spPr>
          <a:xfrm>
            <a:off x="3781634" y="220196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0" name="r1_o05388"/>
          <p:cNvSpPr/>
          <p:nvPr/>
        </p:nvSpPr>
        <p:spPr>
          <a:xfrm>
            <a:off x="3787756" y="220743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1" name="r1_o05389"/>
          <p:cNvSpPr/>
          <p:nvPr/>
        </p:nvSpPr>
        <p:spPr>
          <a:xfrm>
            <a:off x="3787756" y="220743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2" name="r1_o05390"/>
          <p:cNvSpPr/>
          <p:nvPr/>
        </p:nvSpPr>
        <p:spPr>
          <a:xfrm>
            <a:off x="3853471" y="22043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3" name="r1_o05391"/>
          <p:cNvSpPr/>
          <p:nvPr/>
        </p:nvSpPr>
        <p:spPr>
          <a:xfrm>
            <a:off x="3859593" y="22098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4" name="r1_o05392"/>
          <p:cNvSpPr/>
          <p:nvPr/>
        </p:nvSpPr>
        <p:spPr>
          <a:xfrm>
            <a:off x="3859593" y="22098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5" name="r1_o05393"/>
          <p:cNvSpPr/>
          <p:nvPr/>
        </p:nvSpPr>
        <p:spPr>
          <a:xfrm>
            <a:off x="3997146" y="220910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6" name="r1_o05394"/>
          <p:cNvSpPr/>
          <p:nvPr/>
        </p:nvSpPr>
        <p:spPr>
          <a:xfrm>
            <a:off x="4003268" y="221457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7" name="r1_o05395"/>
          <p:cNvSpPr/>
          <p:nvPr/>
        </p:nvSpPr>
        <p:spPr>
          <a:xfrm>
            <a:off x="4003268" y="221457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8" name="r1_o05396"/>
          <p:cNvSpPr/>
          <p:nvPr/>
        </p:nvSpPr>
        <p:spPr>
          <a:xfrm>
            <a:off x="4068983" y="221148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9" name="r1_o05397"/>
          <p:cNvSpPr/>
          <p:nvPr/>
        </p:nvSpPr>
        <p:spPr>
          <a:xfrm>
            <a:off x="4075105" y="221695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0" name="r1_o05398"/>
          <p:cNvSpPr/>
          <p:nvPr/>
        </p:nvSpPr>
        <p:spPr>
          <a:xfrm>
            <a:off x="4075105" y="221695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1" name="r1_o05399"/>
          <p:cNvSpPr/>
          <p:nvPr/>
        </p:nvSpPr>
        <p:spPr>
          <a:xfrm>
            <a:off x="4212657" y="221624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2" name="r1_o05400"/>
          <p:cNvSpPr/>
          <p:nvPr/>
        </p:nvSpPr>
        <p:spPr>
          <a:xfrm>
            <a:off x="4218779" y="222171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3" name="r1_o05401"/>
          <p:cNvSpPr/>
          <p:nvPr/>
        </p:nvSpPr>
        <p:spPr>
          <a:xfrm>
            <a:off x="4218779" y="222171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4" name="r1_o05402"/>
          <p:cNvSpPr/>
          <p:nvPr/>
        </p:nvSpPr>
        <p:spPr>
          <a:xfrm>
            <a:off x="4284494" y="221862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5" name="r1_o05403"/>
          <p:cNvSpPr/>
          <p:nvPr/>
        </p:nvSpPr>
        <p:spPr>
          <a:xfrm>
            <a:off x="4290616" y="222409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6" name="r1_o05404"/>
          <p:cNvSpPr/>
          <p:nvPr/>
        </p:nvSpPr>
        <p:spPr>
          <a:xfrm>
            <a:off x="4290616" y="222409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7" name="r1_o05405"/>
          <p:cNvSpPr/>
          <p:nvPr/>
        </p:nvSpPr>
        <p:spPr>
          <a:xfrm>
            <a:off x="4428169" y="222338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8" name="r1_o05406"/>
          <p:cNvSpPr/>
          <p:nvPr/>
        </p:nvSpPr>
        <p:spPr>
          <a:xfrm>
            <a:off x="4434291" y="222885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9" name="r1_o05407"/>
          <p:cNvSpPr/>
          <p:nvPr/>
        </p:nvSpPr>
        <p:spPr>
          <a:xfrm>
            <a:off x="4434291" y="222885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0" name="r1_o05408"/>
          <p:cNvSpPr/>
          <p:nvPr/>
        </p:nvSpPr>
        <p:spPr>
          <a:xfrm>
            <a:off x="4500006" y="222576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1" name="r1_o05409"/>
          <p:cNvSpPr/>
          <p:nvPr/>
        </p:nvSpPr>
        <p:spPr>
          <a:xfrm>
            <a:off x="4506128" y="223123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2" name="r1_o05410"/>
          <p:cNvSpPr/>
          <p:nvPr/>
        </p:nvSpPr>
        <p:spPr>
          <a:xfrm>
            <a:off x="4506128" y="223123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3" name="r1_o05411"/>
          <p:cNvSpPr/>
          <p:nvPr/>
        </p:nvSpPr>
        <p:spPr>
          <a:xfrm>
            <a:off x="4643680" y="223052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4" name="r1_o05412"/>
          <p:cNvSpPr/>
          <p:nvPr/>
        </p:nvSpPr>
        <p:spPr>
          <a:xfrm>
            <a:off x="4649802" y="223599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5" name="r1_o05413"/>
          <p:cNvSpPr/>
          <p:nvPr/>
        </p:nvSpPr>
        <p:spPr>
          <a:xfrm>
            <a:off x="4649802" y="223599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6" name="r1_o05414"/>
          <p:cNvSpPr/>
          <p:nvPr/>
        </p:nvSpPr>
        <p:spPr>
          <a:xfrm>
            <a:off x="4715517" y="223290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7" name="r1_o05415"/>
          <p:cNvSpPr/>
          <p:nvPr/>
        </p:nvSpPr>
        <p:spPr>
          <a:xfrm>
            <a:off x="4721639" y="223837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8" name="r1_o05416"/>
          <p:cNvSpPr/>
          <p:nvPr/>
        </p:nvSpPr>
        <p:spPr>
          <a:xfrm>
            <a:off x="4721639" y="223837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9" name="r1_o05417"/>
          <p:cNvSpPr/>
          <p:nvPr/>
        </p:nvSpPr>
        <p:spPr>
          <a:xfrm>
            <a:off x="4859192" y="223766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0" name="r1_o05418"/>
          <p:cNvSpPr/>
          <p:nvPr/>
        </p:nvSpPr>
        <p:spPr>
          <a:xfrm>
            <a:off x="4865314" y="224313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1" name="r1_o05419"/>
          <p:cNvSpPr/>
          <p:nvPr/>
        </p:nvSpPr>
        <p:spPr>
          <a:xfrm>
            <a:off x="4865314" y="224313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2" name="r1_o05420"/>
          <p:cNvSpPr/>
          <p:nvPr/>
        </p:nvSpPr>
        <p:spPr>
          <a:xfrm>
            <a:off x="4886740" y="226303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3" name="r1_o05421"/>
          <p:cNvSpPr/>
          <p:nvPr/>
        </p:nvSpPr>
        <p:spPr>
          <a:xfrm>
            <a:off x="4890658" y="226653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4" name="r1_o05422"/>
          <p:cNvSpPr/>
          <p:nvPr/>
        </p:nvSpPr>
        <p:spPr>
          <a:xfrm>
            <a:off x="4890658" y="226653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5" name="r1_o05423"/>
          <p:cNvSpPr/>
          <p:nvPr/>
        </p:nvSpPr>
        <p:spPr>
          <a:xfrm>
            <a:off x="3805116" y="228088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6" name="r1_o05424"/>
          <p:cNvSpPr/>
          <p:nvPr/>
        </p:nvSpPr>
        <p:spPr>
          <a:xfrm>
            <a:off x="3811237" y="228635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7" name="r1_o05425"/>
          <p:cNvSpPr/>
          <p:nvPr/>
        </p:nvSpPr>
        <p:spPr>
          <a:xfrm>
            <a:off x="3811237" y="228635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8" name="r1_o05426"/>
          <p:cNvSpPr/>
          <p:nvPr/>
        </p:nvSpPr>
        <p:spPr>
          <a:xfrm>
            <a:off x="3832664" y="230624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9" name="r1_o05427"/>
          <p:cNvSpPr/>
          <p:nvPr/>
        </p:nvSpPr>
        <p:spPr>
          <a:xfrm>
            <a:off x="3836582" y="230974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0" name="r1_o05428"/>
          <p:cNvSpPr/>
          <p:nvPr/>
        </p:nvSpPr>
        <p:spPr>
          <a:xfrm>
            <a:off x="3836582" y="230974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1" name="r1_o05429"/>
          <p:cNvSpPr/>
          <p:nvPr/>
        </p:nvSpPr>
        <p:spPr>
          <a:xfrm>
            <a:off x="3948790" y="228564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2" name="r1_o05430"/>
          <p:cNvSpPr/>
          <p:nvPr/>
        </p:nvSpPr>
        <p:spPr>
          <a:xfrm>
            <a:off x="3954912" y="229111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3" name="r1_o05431"/>
          <p:cNvSpPr/>
          <p:nvPr/>
        </p:nvSpPr>
        <p:spPr>
          <a:xfrm>
            <a:off x="3954912" y="229111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4" name="r1_o05432"/>
          <p:cNvSpPr/>
          <p:nvPr/>
        </p:nvSpPr>
        <p:spPr>
          <a:xfrm>
            <a:off x="4020627" y="228802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5" name="r1_o05433"/>
          <p:cNvSpPr/>
          <p:nvPr/>
        </p:nvSpPr>
        <p:spPr>
          <a:xfrm>
            <a:off x="4026749" y="229349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6" name="r1_o05434"/>
          <p:cNvSpPr/>
          <p:nvPr/>
        </p:nvSpPr>
        <p:spPr>
          <a:xfrm>
            <a:off x="4026749" y="229349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7" name="r1_o05435"/>
          <p:cNvSpPr/>
          <p:nvPr/>
        </p:nvSpPr>
        <p:spPr>
          <a:xfrm>
            <a:off x="4164301" y="229278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8" name="r1_o05436"/>
          <p:cNvSpPr/>
          <p:nvPr/>
        </p:nvSpPr>
        <p:spPr>
          <a:xfrm>
            <a:off x="4170423" y="229825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9" name="r1_o05437"/>
          <p:cNvSpPr/>
          <p:nvPr/>
        </p:nvSpPr>
        <p:spPr>
          <a:xfrm>
            <a:off x="4170423" y="229825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0" name="r1_o05438"/>
          <p:cNvSpPr/>
          <p:nvPr/>
        </p:nvSpPr>
        <p:spPr>
          <a:xfrm>
            <a:off x="4236139" y="229516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1" name="r1_o05439"/>
          <p:cNvSpPr/>
          <p:nvPr/>
        </p:nvSpPr>
        <p:spPr>
          <a:xfrm>
            <a:off x="4242260" y="230063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2" name="r1_o05440"/>
          <p:cNvSpPr/>
          <p:nvPr/>
        </p:nvSpPr>
        <p:spPr>
          <a:xfrm>
            <a:off x="4242260" y="230063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3" name="r1_o05441"/>
          <p:cNvSpPr/>
          <p:nvPr/>
        </p:nvSpPr>
        <p:spPr>
          <a:xfrm>
            <a:off x="4379813" y="229992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4" name="r1_o05442"/>
          <p:cNvSpPr/>
          <p:nvPr/>
        </p:nvSpPr>
        <p:spPr>
          <a:xfrm>
            <a:off x="4385935" y="230539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5" name="r1_o05443"/>
          <p:cNvSpPr/>
          <p:nvPr/>
        </p:nvSpPr>
        <p:spPr>
          <a:xfrm>
            <a:off x="4385935" y="230539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6" name="r1_o05444"/>
          <p:cNvSpPr/>
          <p:nvPr/>
        </p:nvSpPr>
        <p:spPr>
          <a:xfrm>
            <a:off x="4451650" y="230230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7" name="r1_o05445"/>
          <p:cNvSpPr/>
          <p:nvPr/>
        </p:nvSpPr>
        <p:spPr>
          <a:xfrm>
            <a:off x="4457772" y="230777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8" name="r1_o05446"/>
          <p:cNvSpPr/>
          <p:nvPr/>
        </p:nvSpPr>
        <p:spPr>
          <a:xfrm>
            <a:off x="4457772" y="230777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9" name="r1_o05447"/>
          <p:cNvSpPr/>
          <p:nvPr/>
        </p:nvSpPr>
        <p:spPr>
          <a:xfrm>
            <a:off x="4595324" y="230706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0" name="r1_o05448"/>
          <p:cNvSpPr/>
          <p:nvPr/>
        </p:nvSpPr>
        <p:spPr>
          <a:xfrm>
            <a:off x="4601446" y="231253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1" name="r1_o05449"/>
          <p:cNvSpPr/>
          <p:nvPr/>
        </p:nvSpPr>
        <p:spPr>
          <a:xfrm>
            <a:off x="4601446" y="231253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2" name="r1_o05450"/>
          <p:cNvSpPr/>
          <p:nvPr/>
        </p:nvSpPr>
        <p:spPr>
          <a:xfrm>
            <a:off x="4667162" y="230944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3" name="r1_o05451"/>
          <p:cNvSpPr/>
          <p:nvPr/>
        </p:nvSpPr>
        <p:spPr>
          <a:xfrm>
            <a:off x="4673284" y="231491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4" name="r1_o05452"/>
          <p:cNvSpPr/>
          <p:nvPr/>
        </p:nvSpPr>
        <p:spPr>
          <a:xfrm>
            <a:off x="4673284" y="231491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5" name="r1_o05453"/>
          <p:cNvSpPr/>
          <p:nvPr/>
        </p:nvSpPr>
        <p:spPr>
          <a:xfrm>
            <a:off x="4810836" y="231421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6" name="r1_o05454"/>
          <p:cNvSpPr/>
          <p:nvPr/>
        </p:nvSpPr>
        <p:spPr>
          <a:xfrm>
            <a:off x="4816958" y="231967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7" name="r1_o05455"/>
          <p:cNvSpPr/>
          <p:nvPr/>
        </p:nvSpPr>
        <p:spPr>
          <a:xfrm>
            <a:off x="4816958" y="231967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8" name="r1_o05456"/>
          <p:cNvSpPr/>
          <p:nvPr/>
        </p:nvSpPr>
        <p:spPr>
          <a:xfrm>
            <a:off x="4882673" y="231659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9" name="r1_o05457"/>
          <p:cNvSpPr/>
          <p:nvPr/>
        </p:nvSpPr>
        <p:spPr>
          <a:xfrm>
            <a:off x="4888795" y="232205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0" name="r1_o05458"/>
          <p:cNvSpPr/>
          <p:nvPr/>
        </p:nvSpPr>
        <p:spPr>
          <a:xfrm>
            <a:off x="4888795" y="232205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1" name="r1_o05459"/>
          <p:cNvSpPr/>
          <p:nvPr/>
        </p:nvSpPr>
        <p:spPr>
          <a:xfrm>
            <a:off x="3900427" y="236217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2" name="r1_o05460"/>
          <p:cNvSpPr/>
          <p:nvPr/>
        </p:nvSpPr>
        <p:spPr>
          <a:xfrm>
            <a:off x="3906549" y="236764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3" name="r1_o05461"/>
          <p:cNvSpPr/>
          <p:nvPr/>
        </p:nvSpPr>
        <p:spPr>
          <a:xfrm>
            <a:off x="3906549" y="236764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4" name="r1_o05462"/>
          <p:cNvSpPr/>
          <p:nvPr/>
        </p:nvSpPr>
        <p:spPr>
          <a:xfrm>
            <a:off x="3927976" y="238753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5" name="r1_o05463"/>
          <p:cNvSpPr/>
          <p:nvPr/>
        </p:nvSpPr>
        <p:spPr>
          <a:xfrm>
            <a:off x="3931894" y="239103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6" name="r1_o05464"/>
          <p:cNvSpPr/>
          <p:nvPr/>
        </p:nvSpPr>
        <p:spPr>
          <a:xfrm>
            <a:off x="3931894" y="239103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7" name="r1_o05465"/>
          <p:cNvSpPr/>
          <p:nvPr/>
        </p:nvSpPr>
        <p:spPr>
          <a:xfrm>
            <a:off x="3972264" y="236455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8" name="r1_o05466"/>
          <p:cNvSpPr/>
          <p:nvPr/>
        </p:nvSpPr>
        <p:spPr>
          <a:xfrm>
            <a:off x="3978386" y="237002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9" name="r1_o05467"/>
          <p:cNvSpPr/>
          <p:nvPr/>
        </p:nvSpPr>
        <p:spPr>
          <a:xfrm>
            <a:off x="3978386" y="237002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0" name="r1_o05468"/>
          <p:cNvSpPr/>
          <p:nvPr/>
        </p:nvSpPr>
        <p:spPr>
          <a:xfrm>
            <a:off x="4115939" y="236931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1" name="r1_o05469"/>
          <p:cNvSpPr/>
          <p:nvPr/>
        </p:nvSpPr>
        <p:spPr>
          <a:xfrm>
            <a:off x="4122061" y="237478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2" name="r1_o05470"/>
          <p:cNvSpPr/>
          <p:nvPr/>
        </p:nvSpPr>
        <p:spPr>
          <a:xfrm>
            <a:off x="4122061" y="237478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3" name="r1_o05471"/>
          <p:cNvSpPr/>
          <p:nvPr/>
        </p:nvSpPr>
        <p:spPr>
          <a:xfrm>
            <a:off x="4187776" y="237169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4" name="r1_o05472"/>
          <p:cNvSpPr/>
          <p:nvPr/>
        </p:nvSpPr>
        <p:spPr>
          <a:xfrm>
            <a:off x="4193898" y="237716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5" name="r1_o05473"/>
          <p:cNvSpPr/>
          <p:nvPr/>
        </p:nvSpPr>
        <p:spPr>
          <a:xfrm>
            <a:off x="4193898" y="237716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6" name="r1_o05474"/>
          <p:cNvSpPr/>
          <p:nvPr/>
        </p:nvSpPr>
        <p:spPr>
          <a:xfrm>
            <a:off x="4331450" y="237645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7" name="r1_o05475"/>
          <p:cNvSpPr/>
          <p:nvPr/>
        </p:nvSpPr>
        <p:spPr>
          <a:xfrm>
            <a:off x="4337572" y="238192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8" name="r1_o05476"/>
          <p:cNvSpPr/>
          <p:nvPr/>
        </p:nvSpPr>
        <p:spPr>
          <a:xfrm>
            <a:off x="4337572" y="238192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9" name="r1_o05477"/>
          <p:cNvSpPr/>
          <p:nvPr/>
        </p:nvSpPr>
        <p:spPr>
          <a:xfrm>
            <a:off x="4403287" y="237884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0" name="r1_o05478"/>
          <p:cNvSpPr/>
          <p:nvPr/>
        </p:nvSpPr>
        <p:spPr>
          <a:xfrm>
            <a:off x="4409409" y="238430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1" name="r1_o05479"/>
          <p:cNvSpPr/>
          <p:nvPr/>
        </p:nvSpPr>
        <p:spPr>
          <a:xfrm>
            <a:off x="4409409" y="238430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2" name="r1_o05480"/>
          <p:cNvSpPr/>
          <p:nvPr/>
        </p:nvSpPr>
        <p:spPr>
          <a:xfrm>
            <a:off x="4546962" y="238360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3" name="r1_o05481"/>
          <p:cNvSpPr/>
          <p:nvPr/>
        </p:nvSpPr>
        <p:spPr>
          <a:xfrm>
            <a:off x="4553084" y="238906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4" name="r1_o05482"/>
          <p:cNvSpPr/>
          <p:nvPr/>
        </p:nvSpPr>
        <p:spPr>
          <a:xfrm>
            <a:off x="4553084" y="238906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5" name="r1_o05483"/>
          <p:cNvSpPr/>
          <p:nvPr/>
        </p:nvSpPr>
        <p:spPr>
          <a:xfrm>
            <a:off x="4618799" y="238598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6" name="r1_o05484"/>
          <p:cNvSpPr/>
          <p:nvPr/>
        </p:nvSpPr>
        <p:spPr>
          <a:xfrm>
            <a:off x="4624921" y="239144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7" name="r1_o05485"/>
          <p:cNvSpPr/>
          <p:nvPr/>
        </p:nvSpPr>
        <p:spPr>
          <a:xfrm>
            <a:off x="4624921" y="239144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8" name="r1_o05486"/>
          <p:cNvSpPr/>
          <p:nvPr/>
        </p:nvSpPr>
        <p:spPr>
          <a:xfrm>
            <a:off x="4762473" y="239074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9" name="r1_o05487"/>
          <p:cNvSpPr/>
          <p:nvPr/>
        </p:nvSpPr>
        <p:spPr>
          <a:xfrm>
            <a:off x="4768595" y="239620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0" name="r1_o05488"/>
          <p:cNvSpPr/>
          <p:nvPr/>
        </p:nvSpPr>
        <p:spPr>
          <a:xfrm>
            <a:off x="4768595" y="239620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1" name="r1_o05489"/>
          <p:cNvSpPr/>
          <p:nvPr/>
        </p:nvSpPr>
        <p:spPr>
          <a:xfrm>
            <a:off x="4834310" y="239312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2" name="r1_o05490"/>
          <p:cNvSpPr/>
          <p:nvPr/>
        </p:nvSpPr>
        <p:spPr>
          <a:xfrm>
            <a:off x="4840432" y="239858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3" name="r1_o05491"/>
          <p:cNvSpPr/>
          <p:nvPr/>
        </p:nvSpPr>
        <p:spPr>
          <a:xfrm>
            <a:off x="4840432" y="239858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4" name="r1_o05492"/>
          <p:cNvSpPr/>
          <p:nvPr/>
        </p:nvSpPr>
        <p:spPr>
          <a:xfrm>
            <a:off x="4977985" y="239788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5" name="r1_o05493"/>
          <p:cNvSpPr/>
          <p:nvPr/>
        </p:nvSpPr>
        <p:spPr>
          <a:xfrm>
            <a:off x="4984107" y="240334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6" name="r1_o05494"/>
          <p:cNvSpPr/>
          <p:nvPr/>
        </p:nvSpPr>
        <p:spPr>
          <a:xfrm>
            <a:off x="4984107" y="240334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7" name="r1_o05495"/>
          <p:cNvSpPr/>
          <p:nvPr/>
        </p:nvSpPr>
        <p:spPr>
          <a:xfrm>
            <a:off x="5005533" y="242324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8" name="r1_o05496"/>
          <p:cNvSpPr/>
          <p:nvPr/>
        </p:nvSpPr>
        <p:spPr>
          <a:xfrm>
            <a:off x="5009451" y="242674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9" name="r1_o05497"/>
          <p:cNvSpPr/>
          <p:nvPr/>
        </p:nvSpPr>
        <p:spPr>
          <a:xfrm>
            <a:off x="5009451" y="242674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0" name="r1_o05498"/>
          <p:cNvSpPr/>
          <p:nvPr/>
        </p:nvSpPr>
        <p:spPr>
          <a:xfrm>
            <a:off x="4067576" y="244584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1" name="r1_o05499"/>
          <p:cNvSpPr/>
          <p:nvPr/>
        </p:nvSpPr>
        <p:spPr>
          <a:xfrm>
            <a:off x="4073698" y="245131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2" name="r1_o05500"/>
          <p:cNvSpPr/>
          <p:nvPr/>
        </p:nvSpPr>
        <p:spPr>
          <a:xfrm>
            <a:off x="4073698" y="245131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3" name="r1_o05501"/>
          <p:cNvSpPr/>
          <p:nvPr/>
        </p:nvSpPr>
        <p:spPr>
          <a:xfrm>
            <a:off x="4095125" y="247121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4" name="r1_o05502"/>
          <p:cNvSpPr/>
          <p:nvPr/>
        </p:nvSpPr>
        <p:spPr>
          <a:xfrm>
            <a:off x="4099043" y="247471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5" name="r1_o05503"/>
          <p:cNvSpPr/>
          <p:nvPr/>
        </p:nvSpPr>
        <p:spPr>
          <a:xfrm>
            <a:off x="4099043" y="247471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6" name="r1_o05504"/>
          <p:cNvSpPr/>
          <p:nvPr/>
        </p:nvSpPr>
        <p:spPr>
          <a:xfrm>
            <a:off x="4139413" y="244823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7" name="r1_o05505"/>
          <p:cNvSpPr/>
          <p:nvPr/>
        </p:nvSpPr>
        <p:spPr>
          <a:xfrm>
            <a:off x="4145535" y="245369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8" name="r1_o05506"/>
          <p:cNvSpPr/>
          <p:nvPr/>
        </p:nvSpPr>
        <p:spPr>
          <a:xfrm>
            <a:off x="4145535" y="245369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9" name="r1_o05507"/>
          <p:cNvSpPr/>
          <p:nvPr/>
        </p:nvSpPr>
        <p:spPr>
          <a:xfrm>
            <a:off x="4166962" y="247359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0" name="r1_o05508"/>
          <p:cNvSpPr/>
          <p:nvPr/>
        </p:nvSpPr>
        <p:spPr>
          <a:xfrm>
            <a:off x="4170880" y="247709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1" name="r1_o05509"/>
          <p:cNvSpPr/>
          <p:nvPr/>
        </p:nvSpPr>
        <p:spPr>
          <a:xfrm>
            <a:off x="4170880" y="247709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2" name="r1_o05510"/>
          <p:cNvSpPr/>
          <p:nvPr/>
        </p:nvSpPr>
        <p:spPr>
          <a:xfrm>
            <a:off x="4283088" y="245299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3" name="r1_o05511"/>
          <p:cNvSpPr/>
          <p:nvPr/>
        </p:nvSpPr>
        <p:spPr>
          <a:xfrm>
            <a:off x="4289210" y="245845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4" name="r1_o05512"/>
          <p:cNvSpPr/>
          <p:nvPr/>
        </p:nvSpPr>
        <p:spPr>
          <a:xfrm>
            <a:off x="4289210" y="245845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5" name="r1_o05513"/>
          <p:cNvSpPr/>
          <p:nvPr/>
        </p:nvSpPr>
        <p:spPr>
          <a:xfrm>
            <a:off x="4310636" y="247835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6" name="r1_o05514"/>
          <p:cNvSpPr/>
          <p:nvPr/>
        </p:nvSpPr>
        <p:spPr>
          <a:xfrm>
            <a:off x="4314554" y="248185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7" name="r1_o05515"/>
          <p:cNvSpPr/>
          <p:nvPr/>
        </p:nvSpPr>
        <p:spPr>
          <a:xfrm>
            <a:off x="4314554" y="248185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8" name="r1_o05516"/>
          <p:cNvSpPr/>
          <p:nvPr/>
        </p:nvSpPr>
        <p:spPr>
          <a:xfrm>
            <a:off x="4354925" y="245537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9" name="r1_o05517"/>
          <p:cNvSpPr/>
          <p:nvPr/>
        </p:nvSpPr>
        <p:spPr>
          <a:xfrm>
            <a:off x="4361047" y="246083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0" name="r1_o05518"/>
          <p:cNvSpPr/>
          <p:nvPr/>
        </p:nvSpPr>
        <p:spPr>
          <a:xfrm>
            <a:off x="4361047" y="246083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1" name="r1_o05519"/>
          <p:cNvSpPr/>
          <p:nvPr/>
        </p:nvSpPr>
        <p:spPr>
          <a:xfrm>
            <a:off x="4382473" y="248073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2" name="r1_o05520"/>
          <p:cNvSpPr/>
          <p:nvPr/>
        </p:nvSpPr>
        <p:spPr>
          <a:xfrm>
            <a:off x="4386391" y="248423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3" name="r1_o05521"/>
          <p:cNvSpPr/>
          <p:nvPr/>
        </p:nvSpPr>
        <p:spPr>
          <a:xfrm>
            <a:off x="4386391" y="248423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4" name="r1_o05522"/>
          <p:cNvSpPr/>
          <p:nvPr/>
        </p:nvSpPr>
        <p:spPr>
          <a:xfrm>
            <a:off x="4498599" y="246013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5" name="r1_o05523"/>
          <p:cNvSpPr/>
          <p:nvPr/>
        </p:nvSpPr>
        <p:spPr>
          <a:xfrm>
            <a:off x="4504721" y="246559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6" name="r1_o05524"/>
          <p:cNvSpPr/>
          <p:nvPr/>
        </p:nvSpPr>
        <p:spPr>
          <a:xfrm>
            <a:off x="4504721" y="246559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7" name="r1_o05525"/>
          <p:cNvSpPr/>
          <p:nvPr/>
        </p:nvSpPr>
        <p:spPr>
          <a:xfrm>
            <a:off x="4526148" y="248549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8" name="r1_o05526"/>
          <p:cNvSpPr/>
          <p:nvPr/>
        </p:nvSpPr>
        <p:spPr>
          <a:xfrm>
            <a:off x="4530066" y="248899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9" name="r1_o05527"/>
          <p:cNvSpPr/>
          <p:nvPr/>
        </p:nvSpPr>
        <p:spPr>
          <a:xfrm>
            <a:off x="4530066" y="248899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0" name="r1_o05528"/>
          <p:cNvSpPr/>
          <p:nvPr/>
        </p:nvSpPr>
        <p:spPr>
          <a:xfrm>
            <a:off x="4570436" y="246251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1" name="r1_o05529"/>
          <p:cNvSpPr/>
          <p:nvPr/>
        </p:nvSpPr>
        <p:spPr>
          <a:xfrm>
            <a:off x="4576558" y="246797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2" name="r1_o05530"/>
          <p:cNvSpPr/>
          <p:nvPr/>
        </p:nvSpPr>
        <p:spPr>
          <a:xfrm>
            <a:off x="4576558" y="246797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3" name="r1_o05531"/>
          <p:cNvSpPr/>
          <p:nvPr/>
        </p:nvSpPr>
        <p:spPr>
          <a:xfrm>
            <a:off x="4597985" y="248787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4" name="r1_o05532"/>
          <p:cNvSpPr/>
          <p:nvPr/>
        </p:nvSpPr>
        <p:spPr>
          <a:xfrm>
            <a:off x="4601903" y="249137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5" name="r1_o05533"/>
          <p:cNvSpPr/>
          <p:nvPr/>
        </p:nvSpPr>
        <p:spPr>
          <a:xfrm>
            <a:off x="4601903" y="249137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6" name="r1_o05534"/>
          <p:cNvSpPr/>
          <p:nvPr/>
        </p:nvSpPr>
        <p:spPr>
          <a:xfrm>
            <a:off x="4714111" y="246727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7" name="r1_o05535"/>
          <p:cNvSpPr/>
          <p:nvPr/>
        </p:nvSpPr>
        <p:spPr>
          <a:xfrm>
            <a:off x="4720233" y="247273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8" name="r1_o05536"/>
          <p:cNvSpPr/>
          <p:nvPr/>
        </p:nvSpPr>
        <p:spPr>
          <a:xfrm>
            <a:off x="4720233" y="247273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9" name="r1_o05537"/>
          <p:cNvSpPr/>
          <p:nvPr/>
        </p:nvSpPr>
        <p:spPr>
          <a:xfrm>
            <a:off x="4741659" y="249263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0" name="r1_o05538"/>
          <p:cNvSpPr/>
          <p:nvPr/>
        </p:nvSpPr>
        <p:spPr>
          <a:xfrm>
            <a:off x="4745577" y="249613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1" name="r1_o05539"/>
          <p:cNvSpPr/>
          <p:nvPr/>
        </p:nvSpPr>
        <p:spPr>
          <a:xfrm>
            <a:off x="4745577" y="249613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2" name="r1_o05540"/>
          <p:cNvSpPr/>
          <p:nvPr/>
        </p:nvSpPr>
        <p:spPr>
          <a:xfrm>
            <a:off x="4785948" y="246965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3" name="r1_o05541"/>
          <p:cNvSpPr/>
          <p:nvPr/>
        </p:nvSpPr>
        <p:spPr>
          <a:xfrm>
            <a:off x="4792070" y="247511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4" name="r1_o05542"/>
          <p:cNvSpPr/>
          <p:nvPr/>
        </p:nvSpPr>
        <p:spPr>
          <a:xfrm>
            <a:off x="4792070" y="247511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5" name="r1_o05543"/>
          <p:cNvSpPr/>
          <p:nvPr/>
        </p:nvSpPr>
        <p:spPr>
          <a:xfrm>
            <a:off x="4813496" y="249501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6" name="r1_o05544"/>
          <p:cNvSpPr/>
          <p:nvPr/>
        </p:nvSpPr>
        <p:spPr>
          <a:xfrm>
            <a:off x="4817414" y="249851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7" name="r1_o05545"/>
          <p:cNvSpPr/>
          <p:nvPr/>
        </p:nvSpPr>
        <p:spPr>
          <a:xfrm>
            <a:off x="4817414" y="249851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8" name="r1_o05546"/>
          <p:cNvSpPr/>
          <p:nvPr/>
        </p:nvSpPr>
        <p:spPr>
          <a:xfrm>
            <a:off x="4929622" y="247441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9" name="r1_o05547"/>
          <p:cNvSpPr/>
          <p:nvPr/>
        </p:nvSpPr>
        <p:spPr>
          <a:xfrm>
            <a:off x="4935744" y="247987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0" name="r1_o05548"/>
          <p:cNvSpPr/>
          <p:nvPr/>
        </p:nvSpPr>
        <p:spPr>
          <a:xfrm>
            <a:off x="4935744" y="247987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1" name="r1_o05549"/>
          <p:cNvSpPr/>
          <p:nvPr/>
        </p:nvSpPr>
        <p:spPr>
          <a:xfrm>
            <a:off x="4957171" y="249977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2" name="r1_o05550"/>
          <p:cNvSpPr/>
          <p:nvPr/>
        </p:nvSpPr>
        <p:spPr>
          <a:xfrm>
            <a:off x="4961089" y="250327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3" name="r1_o05551"/>
          <p:cNvSpPr/>
          <p:nvPr/>
        </p:nvSpPr>
        <p:spPr>
          <a:xfrm>
            <a:off x="4961089" y="250327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4" name="r1_o05552"/>
          <p:cNvSpPr/>
          <p:nvPr/>
        </p:nvSpPr>
        <p:spPr>
          <a:xfrm>
            <a:off x="5001459" y="247679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5" name="r1_o05553"/>
          <p:cNvSpPr/>
          <p:nvPr/>
        </p:nvSpPr>
        <p:spPr>
          <a:xfrm>
            <a:off x="5007581" y="248226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6" name="r1_o05554"/>
          <p:cNvSpPr/>
          <p:nvPr/>
        </p:nvSpPr>
        <p:spPr>
          <a:xfrm>
            <a:off x="5007581" y="248226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7" name="r1_o05555"/>
          <p:cNvSpPr/>
          <p:nvPr/>
        </p:nvSpPr>
        <p:spPr>
          <a:xfrm>
            <a:off x="5029008" y="250215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8" name="r1_o05556"/>
          <p:cNvSpPr/>
          <p:nvPr/>
        </p:nvSpPr>
        <p:spPr>
          <a:xfrm>
            <a:off x="5032926" y="250565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9" name="r1_o05557"/>
          <p:cNvSpPr/>
          <p:nvPr/>
        </p:nvSpPr>
        <p:spPr>
          <a:xfrm>
            <a:off x="5032926" y="250565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60" name="r1_o05558"/>
          <p:cNvSpPr/>
          <p:nvPr/>
        </p:nvSpPr>
        <p:spPr>
          <a:xfrm flipV="1">
            <a:off x="4551817" y="2486643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1" name="r1_o05559"/>
          <p:cNvSpPr/>
          <p:nvPr/>
        </p:nvSpPr>
        <p:spPr>
          <a:xfrm>
            <a:off x="4624436" y="2753224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2" name="r1_o05560"/>
          <p:cNvSpPr/>
          <p:nvPr/>
        </p:nvSpPr>
        <p:spPr>
          <a:xfrm>
            <a:off x="5114604" y="2437644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3" name="r1_o05561"/>
          <p:cNvSpPr/>
          <p:nvPr/>
        </p:nvSpPr>
        <p:spPr>
          <a:xfrm>
            <a:off x="4945156" y="2453974"/>
            <a:ext cx="114985" cy="1873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4" name="r1_o05562"/>
          <p:cNvSpPr/>
          <p:nvPr/>
        </p:nvSpPr>
        <p:spPr>
          <a:xfrm>
            <a:off x="5284042" y="2421309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5" name="r1_o05563"/>
          <p:cNvSpPr/>
          <p:nvPr/>
        </p:nvSpPr>
        <p:spPr>
          <a:xfrm flipV="1">
            <a:off x="5562407" y="2299781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6" name="r1_o05564"/>
          <p:cNvSpPr/>
          <p:nvPr/>
        </p:nvSpPr>
        <p:spPr>
          <a:xfrm flipH="1" flipV="1">
            <a:off x="5041986" y="2206128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7" name="r1_o05565"/>
          <p:cNvSpPr/>
          <p:nvPr/>
        </p:nvSpPr>
        <p:spPr>
          <a:xfrm flipH="1" flipV="1">
            <a:off x="5386920" y="2262322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8" name="r1_o05566"/>
          <p:cNvSpPr/>
          <p:nvPr/>
        </p:nvSpPr>
        <p:spPr>
          <a:xfrm flipV="1">
            <a:off x="4557866" y="2575502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69" name="r1_o05567"/>
          <p:cNvSpPr/>
          <p:nvPr/>
        </p:nvSpPr>
        <p:spPr>
          <a:xfrm flipV="1">
            <a:off x="4884645" y="2365115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0" name="r1_o05568"/>
          <p:cNvSpPr/>
          <p:nvPr/>
        </p:nvSpPr>
        <p:spPr>
          <a:xfrm flipH="1" flipV="1">
            <a:off x="4715207" y="2416514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1" name="r1_o05569"/>
          <p:cNvSpPr/>
          <p:nvPr/>
        </p:nvSpPr>
        <p:spPr>
          <a:xfrm flipV="1">
            <a:off x="4721255" y="2470309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2" name="r1_o05570"/>
          <p:cNvSpPr/>
          <p:nvPr/>
        </p:nvSpPr>
        <p:spPr>
          <a:xfrm>
            <a:off x="5265887" y="2154729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3" name="r1_o05571"/>
          <p:cNvSpPr/>
          <p:nvPr/>
        </p:nvSpPr>
        <p:spPr>
          <a:xfrm>
            <a:off x="5277994" y="2332450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4" name="r1_o05572"/>
          <p:cNvSpPr/>
          <p:nvPr/>
        </p:nvSpPr>
        <p:spPr>
          <a:xfrm flipH="1" flipV="1">
            <a:off x="4563914" y="2699425"/>
            <a:ext cx="60522" cy="5379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5" name="r1_o05573"/>
          <p:cNvSpPr/>
          <p:nvPr/>
        </p:nvSpPr>
        <p:spPr>
          <a:xfrm flipH="1" flipV="1">
            <a:off x="5054083" y="2383845"/>
            <a:ext cx="60522" cy="5379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6" name="r1_o05574"/>
          <p:cNvSpPr/>
          <p:nvPr/>
        </p:nvSpPr>
        <p:spPr>
          <a:xfrm flipV="1">
            <a:off x="5217472" y="2243587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7" name="r1_o05575"/>
          <p:cNvSpPr/>
          <p:nvPr/>
        </p:nvSpPr>
        <p:spPr>
          <a:xfrm flipV="1">
            <a:off x="5392969" y="2316116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8" name="r1_o05576"/>
          <p:cNvSpPr/>
          <p:nvPr/>
        </p:nvSpPr>
        <p:spPr>
          <a:xfrm flipV="1">
            <a:off x="5048034" y="2259922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79" name="r1_o05577"/>
          <p:cNvSpPr/>
          <p:nvPr/>
        </p:nvSpPr>
        <p:spPr>
          <a:xfrm flipV="1">
            <a:off x="5386920" y="2227257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0" name="r1_o05578"/>
          <p:cNvSpPr/>
          <p:nvPr/>
        </p:nvSpPr>
        <p:spPr>
          <a:xfrm>
            <a:off x="4951215" y="2542837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1" name="r1_o05579"/>
          <p:cNvSpPr/>
          <p:nvPr/>
        </p:nvSpPr>
        <p:spPr>
          <a:xfrm>
            <a:off x="5120653" y="2526503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2" name="r1_o05580"/>
          <p:cNvSpPr/>
          <p:nvPr/>
        </p:nvSpPr>
        <p:spPr>
          <a:xfrm flipV="1">
            <a:off x="5235628" y="2510168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3" name="r1_o05581"/>
          <p:cNvSpPr/>
          <p:nvPr/>
        </p:nvSpPr>
        <p:spPr>
          <a:xfrm flipV="1">
            <a:off x="5066190" y="2526503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4" name="r1_o05582"/>
          <p:cNvSpPr/>
          <p:nvPr/>
        </p:nvSpPr>
        <p:spPr>
          <a:xfrm>
            <a:off x="4618377" y="2664361"/>
            <a:ext cx="114985" cy="1873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5" name="r1_o05583"/>
          <p:cNvSpPr/>
          <p:nvPr/>
        </p:nvSpPr>
        <p:spPr>
          <a:xfrm flipH="1" flipV="1">
            <a:off x="5217472" y="2278652"/>
            <a:ext cx="60522" cy="5379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6" name="r1_o05584"/>
          <p:cNvSpPr/>
          <p:nvPr/>
        </p:nvSpPr>
        <p:spPr>
          <a:xfrm flipH="1" flipV="1">
            <a:off x="4890693" y="2489039"/>
            <a:ext cx="60522" cy="5379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7" name="r1_o05585"/>
          <p:cNvSpPr/>
          <p:nvPr/>
        </p:nvSpPr>
        <p:spPr>
          <a:xfrm>
            <a:off x="4606281" y="2486643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8" name="r1_o05586"/>
          <p:cNvSpPr/>
          <p:nvPr/>
        </p:nvSpPr>
        <p:spPr>
          <a:xfrm flipV="1">
            <a:off x="5041986" y="2171063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89" name="r1_o05587"/>
          <p:cNvSpPr/>
          <p:nvPr/>
        </p:nvSpPr>
        <p:spPr>
          <a:xfrm flipV="1">
            <a:off x="4388428" y="2591836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0" name="r1_o05588"/>
          <p:cNvSpPr/>
          <p:nvPr/>
        </p:nvSpPr>
        <p:spPr>
          <a:xfrm>
            <a:off x="4787826" y="2648030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1" name="r1_o05589"/>
          <p:cNvSpPr/>
          <p:nvPr/>
        </p:nvSpPr>
        <p:spPr>
          <a:xfrm>
            <a:off x="4612329" y="2575502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2" name="r1_o05590"/>
          <p:cNvSpPr/>
          <p:nvPr/>
        </p:nvSpPr>
        <p:spPr>
          <a:xfrm>
            <a:off x="4781767" y="2559167"/>
            <a:ext cx="114985" cy="1873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3" name="r1_o05591"/>
          <p:cNvSpPr/>
          <p:nvPr/>
        </p:nvSpPr>
        <p:spPr>
          <a:xfrm flipV="1">
            <a:off x="4878596" y="2276256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4" name="r1_o05592"/>
          <p:cNvSpPr/>
          <p:nvPr/>
        </p:nvSpPr>
        <p:spPr>
          <a:xfrm flipH="1" flipV="1">
            <a:off x="4733362" y="2683095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5" name="r1_o05593"/>
          <p:cNvSpPr/>
          <p:nvPr/>
        </p:nvSpPr>
        <p:spPr>
          <a:xfrm>
            <a:off x="5096449" y="2171063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6" name="r1_o05594"/>
          <p:cNvSpPr/>
          <p:nvPr/>
        </p:nvSpPr>
        <p:spPr>
          <a:xfrm flipV="1">
            <a:off x="4739411" y="2736889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7" name="r1_o05595"/>
          <p:cNvSpPr/>
          <p:nvPr/>
        </p:nvSpPr>
        <p:spPr>
          <a:xfrm flipH="1" flipV="1">
            <a:off x="5060141" y="2472708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8" name="r1_o05596"/>
          <p:cNvSpPr/>
          <p:nvPr/>
        </p:nvSpPr>
        <p:spPr>
          <a:xfrm flipV="1">
            <a:off x="4715207" y="2381450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599" name="r1_o05597"/>
          <p:cNvSpPr/>
          <p:nvPr/>
        </p:nvSpPr>
        <p:spPr>
          <a:xfrm flipH="1" flipV="1">
            <a:off x="5048034" y="2294986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0" name="r1_o05598"/>
          <p:cNvSpPr/>
          <p:nvPr/>
        </p:nvSpPr>
        <p:spPr>
          <a:xfrm flipV="1">
            <a:off x="4733362" y="2648030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1" name="r1_o05599"/>
          <p:cNvSpPr/>
          <p:nvPr/>
        </p:nvSpPr>
        <p:spPr>
          <a:xfrm flipV="1">
            <a:off x="4896752" y="2542837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2" name="r1_o05600"/>
          <p:cNvSpPr/>
          <p:nvPr/>
        </p:nvSpPr>
        <p:spPr>
          <a:xfrm flipH="1" flipV="1">
            <a:off x="5392969" y="2351180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3" name="r1_o05601"/>
          <p:cNvSpPr/>
          <p:nvPr/>
        </p:nvSpPr>
        <p:spPr>
          <a:xfrm flipV="1">
            <a:off x="5054083" y="2348781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4" name="r1_o05602"/>
          <p:cNvSpPr/>
          <p:nvPr/>
        </p:nvSpPr>
        <p:spPr>
          <a:xfrm flipV="1">
            <a:off x="4890693" y="2453974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5" name="r1_o05603"/>
          <p:cNvSpPr/>
          <p:nvPr/>
        </p:nvSpPr>
        <p:spPr>
          <a:xfrm flipH="1" flipV="1">
            <a:off x="4388428" y="2626901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6" name="r1_o05604"/>
          <p:cNvSpPr/>
          <p:nvPr/>
        </p:nvSpPr>
        <p:spPr>
          <a:xfrm>
            <a:off x="4933059" y="2276256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7" name="r1_o05605"/>
          <p:cNvSpPr/>
          <p:nvPr/>
        </p:nvSpPr>
        <p:spPr>
          <a:xfrm flipH="1" flipV="1">
            <a:off x="5223531" y="2367515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8" name="r1_o05606"/>
          <p:cNvSpPr/>
          <p:nvPr/>
        </p:nvSpPr>
        <p:spPr>
          <a:xfrm flipH="1" flipV="1">
            <a:off x="4896752" y="2577902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09" name="r1_o05607"/>
          <p:cNvSpPr/>
          <p:nvPr/>
        </p:nvSpPr>
        <p:spPr>
          <a:xfrm flipH="1" flipV="1">
            <a:off x="5066190" y="2561567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0" name="r1_o05608"/>
          <p:cNvSpPr/>
          <p:nvPr/>
        </p:nvSpPr>
        <p:spPr>
          <a:xfrm>
            <a:off x="4939108" y="2365115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1" name="r1_o05609"/>
          <p:cNvSpPr/>
          <p:nvPr/>
        </p:nvSpPr>
        <p:spPr>
          <a:xfrm>
            <a:off x="5108546" y="2348781"/>
            <a:ext cx="114985" cy="1873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2" name="r1_o05610"/>
          <p:cNvSpPr/>
          <p:nvPr/>
        </p:nvSpPr>
        <p:spPr>
          <a:xfrm>
            <a:off x="4957263" y="2631696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3" name="r1_o05611"/>
          <p:cNvSpPr/>
          <p:nvPr/>
        </p:nvSpPr>
        <p:spPr>
          <a:xfrm flipV="1">
            <a:off x="5211424" y="2154729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4" name="r1_o05612"/>
          <p:cNvSpPr/>
          <p:nvPr/>
        </p:nvSpPr>
        <p:spPr>
          <a:xfrm flipV="1">
            <a:off x="5223531" y="2332450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5" name="r1_o05613"/>
          <p:cNvSpPr/>
          <p:nvPr/>
        </p:nvSpPr>
        <p:spPr>
          <a:xfrm>
            <a:off x="5441383" y="2227257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6" name="r1_o05614"/>
          <p:cNvSpPr/>
          <p:nvPr/>
        </p:nvSpPr>
        <p:spPr>
          <a:xfrm flipV="1">
            <a:off x="4908849" y="2720555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7" name="r1_o05615"/>
          <p:cNvSpPr/>
          <p:nvPr/>
        </p:nvSpPr>
        <p:spPr>
          <a:xfrm flipH="1" flipV="1">
            <a:off x="5211424" y="2189793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8" name="r1_o05616"/>
          <p:cNvSpPr/>
          <p:nvPr/>
        </p:nvSpPr>
        <p:spPr>
          <a:xfrm>
            <a:off x="5447432" y="2316116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19" name="r1_o05617"/>
          <p:cNvSpPr/>
          <p:nvPr/>
        </p:nvSpPr>
        <p:spPr>
          <a:xfrm flipH="1" flipV="1">
            <a:off x="5229579" y="2456374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0" name="r1_o05618"/>
          <p:cNvSpPr/>
          <p:nvPr/>
        </p:nvSpPr>
        <p:spPr>
          <a:xfrm flipH="1" flipV="1">
            <a:off x="5380862" y="2173459"/>
            <a:ext cx="60522" cy="5379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1" name="r1_o05619"/>
          <p:cNvSpPr/>
          <p:nvPr/>
        </p:nvSpPr>
        <p:spPr>
          <a:xfrm>
            <a:off x="5271935" y="2243587"/>
            <a:ext cx="114985" cy="1873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2" name="r1_o05620"/>
          <p:cNvSpPr/>
          <p:nvPr/>
        </p:nvSpPr>
        <p:spPr>
          <a:xfrm flipH="1" flipV="1">
            <a:off x="4551817" y="2521708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3" name="r1_o05621"/>
          <p:cNvSpPr/>
          <p:nvPr/>
        </p:nvSpPr>
        <p:spPr>
          <a:xfrm>
            <a:off x="4442891" y="2591836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4" name="r1_o05622"/>
          <p:cNvSpPr/>
          <p:nvPr/>
        </p:nvSpPr>
        <p:spPr>
          <a:xfrm>
            <a:off x="5102497" y="2259922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5" name="r1_o05623"/>
          <p:cNvSpPr/>
          <p:nvPr/>
        </p:nvSpPr>
        <p:spPr>
          <a:xfrm>
            <a:off x="4769670" y="2381450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6" name="r1_o05624"/>
          <p:cNvSpPr/>
          <p:nvPr/>
        </p:nvSpPr>
        <p:spPr>
          <a:xfrm flipH="1" flipV="1">
            <a:off x="4721255" y="2505373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7" name="r1_o05625"/>
          <p:cNvSpPr/>
          <p:nvPr/>
        </p:nvSpPr>
        <p:spPr>
          <a:xfrm>
            <a:off x="4775718" y="2470309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8" name="r1_o05626"/>
          <p:cNvSpPr/>
          <p:nvPr/>
        </p:nvSpPr>
        <p:spPr>
          <a:xfrm flipV="1">
            <a:off x="5229579" y="2421309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29" name="r1_o05627"/>
          <p:cNvSpPr/>
          <p:nvPr/>
        </p:nvSpPr>
        <p:spPr>
          <a:xfrm flipV="1">
            <a:off x="5060141" y="2437644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0" name="r1_o05628"/>
          <p:cNvSpPr/>
          <p:nvPr/>
        </p:nvSpPr>
        <p:spPr>
          <a:xfrm flipV="1">
            <a:off x="4727304" y="2559167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1" name="r1_o05629"/>
          <p:cNvSpPr/>
          <p:nvPr/>
        </p:nvSpPr>
        <p:spPr>
          <a:xfrm flipH="1" flipV="1">
            <a:off x="4878596" y="2311321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2" name="r1_o05630"/>
          <p:cNvSpPr/>
          <p:nvPr/>
        </p:nvSpPr>
        <p:spPr>
          <a:xfrm flipH="1" flipV="1">
            <a:off x="5556358" y="2245987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3" name="r1_o05631"/>
          <p:cNvSpPr/>
          <p:nvPr/>
        </p:nvSpPr>
        <p:spPr>
          <a:xfrm flipH="1" flipV="1">
            <a:off x="4557866" y="2610566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4" name="r1_o05632"/>
          <p:cNvSpPr/>
          <p:nvPr/>
        </p:nvSpPr>
        <p:spPr>
          <a:xfrm flipV="1">
            <a:off x="4563914" y="2664361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5" name="r1_o05633"/>
          <p:cNvSpPr/>
          <p:nvPr/>
        </p:nvSpPr>
        <p:spPr>
          <a:xfrm flipH="1" flipV="1">
            <a:off x="4902800" y="2666760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6" name="r1_o05634"/>
          <p:cNvSpPr/>
          <p:nvPr/>
        </p:nvSpPr>
        <p:spPr>
          <a:xfrm>
            <a:off x="4448940" y="2680695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7" name="r1_o05635"/>
          <p:cNvSpPr/>
          <p:nvPr/>
        </p:nvSpPr>
        <p:spPr>
          <a:xfrm flipV="1">
            <a:off x="5072238" y="2615361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8" name="r1_o05636"/>
          <p:cNvSpPr/>
          <p:nvPr/>
        </p:nvSpPr>
        <p:spPr>
          <a:xfrm flipH="1" flipV="1">
            <a:off x="4727304" y="2594232"/>
            <a:ext cx="60522" cy="5379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39" name="r1_o05637"/>
          <p:cNvSpPr/>
          <p:nvPr/>
        </p:nvSpPr>
        <p:spPr>
          <a:xfrm flipV="1">
            <a:off x="5399017" y="2404975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40" name="r1_o05638"/>
          <p:cNvSpPr/>
          <p:nvPr/>
        </p:nvSpPr>
        <p:spPr>
          <a:xfrm>
            <a:off x="4793874" y="2736889"/>
            <a:ext cx="114975" cy="18730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41" name="r1_o05639"/>
          <p:cNvSpPr/>
          <p:nvPr/>
        </p:nvSpPr>
        <p:spPr>
          <a:xfrm flipH="1" flipV="1">
            <a:off x="4884645" y="2400180"/>
            <a:ext cx="60512" cy="5379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42" name="r1_o05640"/>
          <p:cNvSpPr/>
          <p:nvPr/>
        </p:nvSpPr>
        <p:spPr>
          <a:xfrm flipV="1">
            <a:off x="4902800" y="2631696"/>
            <a:ext cx="54463" cy="3506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643" name="r1_o05641"/>
          <p:cNvSpPr/>
          <p:nvPr/>
        </p:nvSpPr>
        <p:spPr>
          <a:xfrm>
            <a:off x="5244023" y="213286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4" name="r1_o05642"/>
          <p:cNvSpPr/>
          <p:nvPr/>
        </p:nvSpPr>
        <p:spPr>
          <a:xfrm>
            <a:off x="5250145" y="213833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5" name="r1_o05643"/>
          <p:cNvSpPr/>
          <p:nvPr/>
        </p:nvSpPr>
        <p:spPr>
          <a:xfrm>
            <a:off x="5250145" y="213833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6" name="r1_o05644"/>
          <p:cNvSpPr/>
          <p:nvPr/>
        </p:nvSpPr>
        <p:spPr>
          <a:xfrm>
            <a:off x="5271572" y="215822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7" name="r1_o05645"/>
          <p:cNvSpPr/>
          <p:nvPr/>
        </p:nvSpPr>
        <p:spPr>
          <a:xfrm>
            <a:off x="5275490" y="216172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8" name="r1_o05646"/>
          <p:cNvSpPr/>
          <p:nvPr/>
        </p:nvSpPr>
        <p:spPr>
          <a:xfrm>
            <a:off x="5275490" y="216172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9" name="r1_o05647"/>
          <p:cNvSpPr/>
          <p:nvPr/>
        </p:nvSpPr>
        <p:spPr>
          <a:xfrm>
            <a:off x="5074585" y="214919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0" name="r1_o05648"/>
          <p:cNvSpPr/>
          <p:nvPr/>
        </p:nvSpPr>
        <p:spPr>
          <a:xfrm>
            <a:off x="5080707" y="215466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1" name="r1_o05649"/>
          <p:cNvSpPr/>
          <p:nvPr/>
        </p:nvSpPr>
        <p:spPr>
          <a:xfrm>
            <a:off x="5080707" y="215466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2" name="r1_o05650"/>
          <p:cNvSpPr/>
          <p:nvPr/>
        </p:nvSpPr>
        <p:spPr>
          <a:xfrm>
            <a:off x="5102134" y="217456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3" name="r1_o05651"/>
          <p:cNvSpPr/>
          <p:nvPr/>
        </p:nvSpPr>
        <p:spPr>
          <a:xfrm>
            <a:off x="5106052" y="217806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4" name="r1_o05652"/>
          <p:cNvSpPr/>
          <p:nvPr/>
        </p:nvSpPr>
        <p:spPr>
          <a:xfrm>
            <a:off x="5106052" y="217806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5" name="r1_o05653"/>
          <p:cNvSpPr/>
          <p:nvPr/>
        </p:nvSpPr>
        <p:spPr>
          <a:xfrm>
            <a:off x="5358998" y="215159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6" name="r1_o05654"/>
          <p:cNvSpPr/>
          <p:nvPr/>
        </p:nvSpPr>
        <p:spPr>
          <a:xfrm>
            <a:off x="5365120" y="215706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7" name="r1_o05655"/>
          <p:cNvSpPr/>
          <p:nvPr/>
        </p:nvSpPr>
        <p:spPr>
          <a:xfrm>
            <a:off x="5365120" y="215706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8" name="r1_o05656"/>
          <p:cNvSpPr/>
          <p:nvPr/>
        </p:nvSpPr>
        <p:spPr>
          <a:xfrm>
            <a:off x="5386546" y="217695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9" name="r1_o05657"/>
          <p:cNvSpPr/>
          <p:nvPr/>
        </p:nvSpPr>
        <p:spPr>
          <a:xfrm>
            <a:off x="5390464" y="218045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0" name="r1_o05658"/>
          <p:cNvSpPr/>
          <p:nvPr/>
        </p:nvSpPr>
        <p:spPr>
          <a:xfrm>
            <a:off x="5390464" y="218045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1" name="r1_o05659"/>
          <p:cNvSpPr/>
          <p:nvPr/>
        </p:nvSpPr>
        <p:spPr>
          <a:xfrm>
            <a:off x="5189560" y="216792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2" name="r1_o05660"/>
          <p:cNvSpPr/>
          <p:nvPr/>
        </p:nvSpPr>
        <p:spPr>
          <a:xfrm>
            <a:off x="5195682" y="217339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3" name="r1_o05661"/>
          <p:cNvSpPr/>
          <p:nvPr/>
        </p:nvSpPr>
        <p:spPr>
          <a:xfrm>
            <a:off x="5195682" y="217339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4" name="r1_o05662"/>
          <p:cNvSpPr/>
          <p:nvPr/>
        </p:nvSpPr>
        <p:spPr>
          <a:xfrm>
            <a:off x="5020122" y="218426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5" name="r1_o05663"/>
          <p:cNvSpPr/>
          <p:nvPr/>
        </p:nvSpPr>
        <p:spPr>
          <a:xfrm>
            <a:off x="5026244" y="218973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6" name="r1_o05664"/>
          <p:cNvSpPr/>
          <p:nvPr/>
        </p:nvSpPr>
        <p:spPr>
          <a:xfrm>
            <a:off x="5026244" y="218973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7" name="r1_o05665"/>
          <p:cNvSpPr/>
          <p:nvPr/>
        </p:nvSpPr>
        <p:spPr>
          <a:xfrm>
            <a:off x="5047670" y="220962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8" name="r1_o05666"/>
          <p:cNvSpPr/>
          <p:nvPr/>
        </p:nvSpPr>
        <p:spPr>
          <a:xfrm>
            <a:off x="5051588" y="221312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9" name="r1_o05667"/>
          <p:cNvSpPr/>
          <p:nvPr/>
        </p:nvSpPr>
        <p:spPr>
          <a:xfrm>
            <a:off x="5051588" y="221312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0" name="r1_o05668"/>
          <p:cNvSpPr/>
          <p:nvPr/>
        </p:nvSpPr>
        <p:spPr>
          <a:xfrm>
            <a:off x="5419519" y="220539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1" name="r1_o05669"/>
          <p:cNvSpPr/>
          <p:nvPr/>
        </p:nvSpPr>
        <p:spPr>
          <a:xfrm>
            <a:off x="5425641" y="221085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2" name="r1_o05670"/>
          <p:cNvSpPr/>
          <p:nvPr/>
        </p:nvSpPr>
        <p:spPr>
          <a:xfrm>
            <a:off x="5425641" y="221085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3" name="r1_o05671"/>
          <p:cNvSpPr/>
          <p:nvPr/>
        </p:nvSpPr>
        <p:spPr>
          <a:xfrm>
            <a:off x="5250071" y="222172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4" name="r1_o05672"/>
          <p:cNvSpPr/>
          <p:nvPr/>
        </p:nvSpPr>
        <p:spPr>
          <a:xfrm>
            <a:off x="5256193" y="222718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5" name="r1_o05673"/>
          <p:cNvSpPr/>
          <p:nvPr/>
        </p:nvSpPr>
        <p:spPr>
          <a:xfrm>
            <a:off x="5256193" y="222718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6" name="r1_o05674"/>
          <p:cNvSpPr/>
          <p:nvPr/>
        </p:nvSpPr>
        <p:spPr>
          <a:xfrm>
            <a:off x="5534494" y="222412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7" name="r1_o05675"/>
          <p:cNvSpPr/>
          <p:nvPr/>
        </p:nvSpPr>
        <p:spPr>
          <a:xfrm>
            <a:off x="5540616" y="222958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8" name="r1_o05676"/>
          <p:cNvSpPr/>
          <p:nvPr/>
        </p:nvSpPr>
        <p:spPr>
          <a:xfrm>
            <a:off x="5540616" y="222958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9" name="r1_o05677"/>
          <p:cNvSpPr/>
          <p:nvPr/>
        </p:nvSpPr>
        <p:spPr>
          <a:xfrm>
            <a:off x="5562043" y="224948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0" name="r1_o05678"/>
          <p:cNvSpPr/>
          <p:nvPr/>
        </p:nvSpPr>
        <p:spPr>
          <a:xfrm>
            <a:off x="5565961" y="225298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1" name="r1_o05679"/>
          <p:cNvSpPr/>
          <p:nvPr/>
        </p:nvSpPr>
        <p:spPr>
          <a:xfrm>
            <a:off x="5565961" y="225298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2" name="r1_o05680"/>
          <p:cNvSpPr/>
          <p:nvPr/>
        </p:nvSpPr>
        <p:spPr>
          <a:xfrm>
            <a:off x="5080633" y="223805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3" name="r1_o05681"/>
          <p:cNvSpPr/>
          <p:nvPr/>
        </p:nvSpPr>
        <p:spPr>
          <a:xfrm>
            <a:off x="5086755" y="224352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4" name="r1_o05682"/>
          <p:cNvSpPr/>
          <p:nvPr/>
        </p:nvSpPr>
        <p:spPr>
          <a:xfrm>
            <a:off x="5086755" y="224352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5" name="r1_o05683"/>
          <p:cNvSpPr/>
          <p:nvPr/>
        </p:nvSpPr>
        <p:spPr>
          <a:xfrm>
            <a:off x="5365056" y="224045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6" name="r1_o05684"/>
          <p:cNvSpPr/>
          <p:nvPr/>
        </p:nvSpPr>
        <p:spPr>
          <a:xfrm>
            <a:off x="5371178" y="224592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7" name="r1_o05685"/>
          <p:cNvSpPr/>
          <p:nvPr/>
        </p:nvSpPr>
        <p:spPr>
          <a:xfrm>
            <a:off x="5371178" y="224592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8" name="r1_o05686"/>
          <p:cNvSpPr/>
          <p:nvPr/>
        </p:nvSpPr>
        <p:spPr>
          <a:xfrm>
            <a:off x="4911196" y="225439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9" name="r1_o05687"/>
          <p:cNvSpPr/>
          <p:nvPr/>
        </p:nvSpPr>
        <p:spPr>
          <a:xfrm>
            <a:off x="4917317" y="225985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0" name="r1_o05688"/>
          <p:cNvSpPr/>
          <p:nvPr/>
        </p:nvSpPr>
        <p:spPr>
          <a:xfrm>
            <a:off x="4917317" y="225985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1" name="r1_o05689"/>
          <p:cNvSpPr/>
          <p:nvPr/>
        </p:nvSpPr>
        <p:spPr>
          <a:xfrm>
            <a:off x="4938744" y="227975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2" name="r1_o05690"/>
          <p:cNvSpPr/>
          <p:nvPr/>
        </p:nvSpPr>
        <p:spPr>
          <a:xfrm>
            <a:off x="4942662" y="228325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3" name="r1_o05691"/>
          <p:cNvSpPr/>
          <p:nvPr/>
        </p:nvSpPr>
        <p:spPr>
          <a:xfrm>
            <a:off x="4942662" y="228325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4" name="r1_o05692"/>
          <p:cNvSpPr/>
          <p:nvPr/>
        </p:nvSpPr>
        <p:spPr>
          <a:xfrm>
            <a:off x="5195608" y="225678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5" name="r1_o05693"/>
          <p:cNvSpPr/>
          <p:nvPr/>
        </p:nvSpPr>
        <p:spPr>
          <a:xfrm>
            <a:off x="5201730" y="226225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6" name="r1_o05694"/>
          <p:cNvSpPr/>
          <p:nvPr/>
        </p:nvSpPr>
        <p:spPr>
          <a:xfrm>
            <a:off x="5201730" y="226225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7" name="r1_o05695"/>
          <p:cNvSpPr/>
          <p:nvPr/>
        </p:nvSpPr>
        <p:spPr>
          <a:xfrm>
            <a:off x="5026170" y="227312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8" name="r1_o05696"/>
          <p:cNvSpPr/>
          <p:nvPr/>
        </p:nvSpPr>
        <p:spPr>
          <a:xfrm>
            <a:off x="5032292" y="227858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9" name="r1_o05697"/>
          <p:cNvSpPr/>
          <p:nvPr/>
        </p:nvSpPr>
        <p:spPr>
          <a:xfrm>
            <a:off x="5032292" y="227858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0" name="r1_o05698"/>
          <p:cNvSpPr/>
          <p:nvPr/>
        </p:nvSpPr>
        <p:spPr>
          <a:xfrm>
            <a:off x="5595006" y="227791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1" name="r1_o05699"/>
          <p:cNvSpPr/>
          <p:nvPr/>
        </p:nvSpPr>
        <p:spPr>
          <a:xfrm>
            <a:off x="5601128" y="228338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2" name="r1_o05700"/>
          <p:cNvSpPr/>
          <p:nvPr/>
        </p:nvSpPr>
        <p:spPr>
          <a:xfrm>
            <a:off x="5601128" y="228338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3" name="r1_o05701"/>
          <p:cNvSpPr/>
          <p:nvPr/>
        </p:nvSpPr>
        <p:spPr>
          <a:xfrm>
            <a:off x="5622554" y="230328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4" name="r1_o05702"/>
          <p:cNvSpPr/>
          <p:nvPr/>
        </p:nvSpPr>
        <p:spPr>
          <a:xfrm>
            <a:off x="5626472" y="230677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5" name="r1_o05703"/>
          <p:cNvSpPr/>
          <p:nvPr/>
        </p:nvSpPr>
        <p:spPr>
          <a:xfrm>
            <a:off x="5626472" y="230677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6" name="r1_o05704"/>
          <p:cNvSpPr/>
          <p:nvPr/>
        </p:nvSpPr>
        <p:spPr>
          <a:xfrm>
            <a:off x="4856732" y="228945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7" name="r1_o05705"/>
          <p:cNvSpPr/>
          <p:nvPr/>
        </p:nvSpPr>
        <p:spPr>
          <a:xfrm>
            <a:off x="4862854" y="229492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8" name="r1_o05706"/>
          <p:cNvSpPr/>
          <p:nvPr/>
        </p:nvSpPr>
        <p:spPr>
          <a:xfrm>
            <a:off x="4862854" y="229492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9" name="r1_o05707"/>
          <p:cNvSpPr/>
          <p:nvPr/>
        </p:nvSpPr>
        <p:spPr>
          <a:xfrm>
            <a:off x="4884281" y="231481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0" name="r1_o05708"/>
          <p:cNvSpPr/>
          <p:nvPr/>
        </p:nvSpPr>
        <p:spPr>
          <a:xfrm>
            <a:off x="4888199" y="2318317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1" name="r1_o05709"/>
          <p:cNvSpPr/>
          <p:nvPr/>
        </p:nvSpPr>
        <p:spPr>
          <a:xfrm>
            <a:off x="4888199" y="2318317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2" name="r1_o05710"/>
          <p:cNvSpPr/>
          <p:nvPr/>
        </p:nvSpPr>
        <p:spPr>
          <a:xfrm>
            <a:off x="5425568" y="229425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3" name="r1_o05711"/>
          <p:cNvSpPr/>
          <p:nvPr/>
        </p:nvSpPr>
        <p:spPr>
          <a:xfrm>
            <a:off x="5431690" y="229971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4" name="r1_o05712"/>
          <p:cNvSpPr/>
          <p:nvPr/>
        </p:nvSpPr>
        <p:spPr>
          <a:xfrm>
            <a:off x="5431690" y="229971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5" name="r1_o05713"/>
          <p:cNvSpPr/>
          <p:nvPr/>
        </p:nvSpPr>
        <p:spPr>
          <a:xfrm>
            <a:off x="5256130" y="231058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6" name="r1_o05714"/>
          <p:cNvSpPr/>
          <p:nvPr/>
        </p:nvSpPr>
        <p:spPr>
          <a:xfrm>
            <a:off x="5262252" y="231605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7" name="r1_o05715"/>
          <p:cNvSpPr/>
          <p:nvPr/>
        </p:nvSpPr>
        <p:spPr>
          <a:xfrm>
            <a:off x="5262252" y="231605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8" name="r1_o05716"/>
          <p:cNvSpPr/>
          <p:nvPr/>
        </p:nvSpPr>
        <p:spPr>
          <a:xfrm>
            <a:off x="5540543" y="231298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9" name="r1_o05717"/>
          <p:cNvSpPr/>
          <p:nvPr/>
        </p:nvSpPr>
        <p:spPr>
          <a:xfrm>
            <a:off x="5546665" y="231844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0" name="r1_o05718"/>
          <p:cNvSpPr/>
          <p:nvPr/>
        </p:nvSpPr>
        <p:spPr>
          <a:xfrm>
            <a:off x="5546665" y="231844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1" name="r1_o05719"/>
          <p:cNvSpPr/>
          <p:nvPr/>
        </p:nvSpPr>
        <p:spPr>
          <a:xfrm>
            <a:off x="5568091" y="233834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2" name="r1_o05720"/>
          <p:cNvSpPr/>
          <p:nvPr/>
        </p:nvSpPr>
        <p:spPr>
          <a:xfrm>
            <a:off x="5572009" y="234184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3" name="r1_o05721"/>
          <p:cNvSpPr/>
          <p:nvPr/>
        </p:nvSpPr>
        <p:spPr>
          <a:xfrm>
            <a:off x="5572009" y="234184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4" name="r1_o05722"/>
          <p:cNvSpPr/>
          <p:nvPr/>
        </p:nvSpPr>
        <p:spPr>
          <a:xfrm>
            <a:off x="5086682" y="232691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5" name="r1_o05723"/>
          <p:cNvSpPr/>
          <p:nvPr/>
        </p:nvSpPr>
        <p:spPr>
          <a:xfrm>
            <a:off x="5092804" y="233238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6" name="r1_o05724"/>
          <p:cNvSpPr/>
          <p:nvPr/>
        </p:nvSpPr>
        <p:spPr>
          <a:xfrm>
            <a:off x="5092804" y="233238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7" name="r1_o05725"/>
          <p:cNvSpPr/>
          <p:nvPr/>
        </p:nvSpPr>
        <p:spPr>
          <a:xfrm>
            <a:off x="5371105" y="232931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8" name="r1_o05726"/>
          <p:cNvSpPr/>
          <p:nvPr/>
        </p:nvSpPr>
        <p:spPr>
          <a:xfrm>
            <a:off x="5377227" y="233478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9" name="r1_o05727"/>
          <p:cNvSpPr/>
          <p:nvPr/>
        </p:nvSpPr>
        <p:spPr>
          <a:xfrm>
            <a:off x="5377227" y="233478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0" name="r1_o05728"/>
          <p:cNvSpPr/>
          <p:nvPr/>
        </p:nvSpPr>
        <p:spPr>
          <a:xfrm>
            <a:off x="4917244" y="234325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1" name="r1_o05729"/>
          <p:cNvSpPr/>
          <p:nvPr/>
        </p:nvSpPr>
        <p:spPr>
          <a:xfrm>
            <a:off x="4923366" y="234871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2" name="r1_o05730"/>
          <p:cNvSpPr/>
          <p:nvPr/>
        </p:nvSpPr>
        <p:spPr>
          <a:xfrm>
            <a:off x="4923366" y="234871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3" name="r1_o05731"/>
          <p:cNvSpPr/>
          <p:nvPr/>
        </p:nvSpPr>
        <p:spPr>
          <a:xfrm>
            <a:off x="5201667" y="234565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4" name="r1_o05732"/>
          <p:cNvSpPr/>
          <p:nvPr/>
        </p:nvSpPr>
        <p:spPr>
          <a:xfrm>
            <a:off x="5207789" y="235111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5" name="r1_o05733"/>
          <p:cNvSpPr/>
          <p:nvPr/>
        </p:nvSpPr>
        <p:spPr>
          <a:xfrm>
            <a:off x="5207789" y="235111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6" name="r1_o05734"/>
          <p:cNvSpPr/>
          <p:nvPr/>
        </p:nvSpPr>
        <p:spPr>
          <a:xfrm>
            <a:off x="4747806" y="235958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7" name="r1_o05735"/>
          <p:cNvSpPr/>
          <p:nvPr/>
        </p:nvSpPr>
        <p:spPr>
          <a:xfrm>
            <a:off x="4753928" y="236505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8" name="r1_o05736"/>
          <p:cNvSpPr/>
          <p:nvPr/>
        </p:nvSpPr>
        <p:spPr>
          <a:xfrm>
            <a:off x="4753928" y="236505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9" name="r1_o05737"/>
          <p:cNvSpPr/>
          <p:nvPr/>
        </p:nvSpPr>
        <p:spPr>
          <a:xfrm>
            <a:off x="4775355" y="238494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0" name="r1_o05738"/>
          <p:cNvSpPr/>
          <p:nvPr/>
        </p:nvSpPr>
        <p:spPr>
          <a:xfrm>
            <a:off x="4779273" y="238844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1" name="r1_o05739"/>
          <p:cNvSpPr/>
          <p:nvPr/>
        </p:nvSpPr>
        <p:spPr>
          <a:xfrm>
            <a:off x="4779273" y="238844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2" name="r1_o05740"/>
          <p:cNvSpPr/>
          <p:nvPr/>
        </p:nvSpPr>
        <p:spPr>
          <a:xfrm>
            <a:off x="5032219" y="236198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3" name="r1_o05741"/>
          <p:cNvSpPr/>
          <p:nvPr/>
        </p:nvSpPr>
        <p:spPr>
          <a:xfrm>
            <a:off x="5038341" y="236744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4" name="r1_o05742"/>
          <p:cNvSpPr/>
          <p:nvPr/>
        </p:nvSpPr>
        <p:spPr>
          <a:xfrm>
            <a:off x="5038341" y="236744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5" name="r1_o05743"/>
          <p:cNvSpPr/>
          <p:nvPr/>
        </p:nvSpPr>
        <p:spPr>
          <a:xfrm>
            <a:off x="4862781" y="237831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6" name="r1_o05744"/>
          <p:cNvSpPr/>
          <p:nvPr/>
        </p:nvSpPr>
        <p:spPr>
          <a:xfrm>
            <a:off x="4868903" y="238378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7" name="r1_o05745"/>
          <p:cNvSpPr/>
          <p:nvPr/>
        </p:nvSpPr>
        <p:spPr>
          <a:xfrm>
            <a:off x="4868903" y="238378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8" name="r1_o05746"/>
          <p:cNvSpPr/>
          <p:nvPr/>
        </p:nvSpPr>
        <p:spPr>
          <a:xfrm>
            <a:off x="5431616" y="238311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9" name="r1_o05747"/>
          <p:cNvSpPr/>
          <p:nvPr/>
        </p:nvSpPr>
        <p:spPr>
          <a:xfrm>
            <a:off x="5437738" y="238857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0" name="r1_o05748"/>
          <p:cNvSpPr/>
          <p:nvPr/>
        </p:nvSpPr>
        <p:spPr>
          <a:xfrm>
            <a:off x="5437738" y="238857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1" name="r1_o05749"/>
          <p:cNvSpPr/>
          <p:nvPr/>
        </p:nvSpPr>
        <p:spPr>
          <a:xfrm>
            <a:off x="5459165" y="240847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2" name="r1_o05750"/>
          <p:cNvSpPr/>
          <p:nvPr/>
        </p:nvSpPr>
        <p:spPr>
          <a:xfrm>
            <a:off x="5463083" y="241197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3" name="r1_o05751"/>
          <p:cNvSpPr/>
          <p:nvPr/>
        </p:nvSpPr>
        <p:spPr>
          <a:xfrm>
            <a:off x="5463083" y="241197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4" name="r1_o05752"/>
          <p:cNvSpPr/>
          <p:nvPr/>
        </p:nvSpPr>
        <p:spPr>
          <a:xfrm>
            <a:off x="4693343" y="239465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5" name="r1_o05753"/>
          <p:cNvSpPr/>
          <p:nvPr/>
        </p:nvSpPr>
        <p:spPr>
          <a:xfrm>
            <a:off x="4699465" y="240011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6" name="r1_o05754"/>
          <p:cNvSpPr/>
          <p:nvPr/>
        </p:nvSpPr>
        <p:spPr>
          <a:xfrm>
            <a:off x="4699465" y="240011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7" name="r1_o05755"/>
          <p:cNvSpPr/>
          <p:nvPr/>
        </p:nvSpPr>
        <p:spPr>
          <a:xfrm>
            <a:off x="4720891" y="242001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8" name="r1_o05756"/>
          <p:cNvSpPr/>
          <p:nvPr/>
        </p:nvSpPr>
        <p:spPr>
          <a:xfrm>
            <a:off x="4724810" y="242351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9" name="r1_o05757"/>
          <p:cNvSpPr/>
          <p:nvPr/>
        </p:nvSpPr>
        <p:spPr>
          <a:xfrm>
            <a:off x="4724810" y="242351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0" name="r1_o05758"/>
          <p:cNvSpPr/>
          <p:nvPr/>
        </p:nvSpPr>
        <p:spPr>
          <a:xfrm>
            <a:off x="5262178" y="23994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1" name="r1_o05759"/>
          <p:cNvSpPr/>
          <p:nvPr/>
        </p:nvSpPr>
        <p:spPr>
          <a:xfrm>
            <a:off x="5268300" y="24049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2" name="r1_o05760"/>
          <p:cNvSpPr/>
          <p:nvPr/>
        </p:nvSpPr>
        <p:spPr>
          <a:xfrm>
            <a:off x="5268300" y="24049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3" name="r1_o05761"/>
          <p:cNvSpPr/>
          <p:nvPr/>
        </p:nvSpPr>
        <p:spPr>
          <a:xfrm>
            <a:off x="5092741" y="241578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4" name="r1_o05762"/>
          <p:cNvSpPr/>
          <p:nvPr/>
        </p:nvSpPr>
        <p:spPr>
          <a:xfrm>
            <a:off x="5098862" y="242124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5" name="r1_o05763"/>
          <p:cNvSpPr/>
          <p:nvPr/>
        </p:nvSpPr>
        <p:spPr>
          <a:xfrm>
            <a:off x="5098862" y="242124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6" name="r1_o05764"/>
          <p:cNvSpPr/>
          <p:nvPr/>
        </p:nvSpPr>
        <p:spPr>
          <a:xfrm>
            <a:off x="5377153" y="241817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7" name="r1_o05765"/>
          <p:cNvSpPr/>
          <p:nvPr/>
        </p:nvSpPr>
        <p:spPr>
          <a:xfrm>
            <a:off x="5383275" y="242364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8" name="r1_o05766"/>
          <p:cNvSpPr/>
          <p:nvPr/>
        </p:nvSpPr>
        <p:spPr>
          <a:xfrm>
            <a:off x="5383275" y="242364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9" name="r1_o05767"/>
          <p:cNvSpPr/>
          <p:nvPr/>
        </p:nvSpPr>
        <p:spPr>
          <a:xfrm>
            <a:off x="5404702" y="244353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0" name="r1_o05768"/>
          <p:cNvSpPr/>
          <p:nvPr/>
        </p:nvSpPr>
        <p:spPr>
          <a:xfrm>
            <a:off x="5408620" y="244703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1" name="r1_o05769"/>
          <p:cNvSpPr/>
          <p:nvPr/>
        </p:nvSpPr>
        <p:spPr>
          <a:xfrm>
            <a:off x="5408620" y="244703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2" name="r1_o05770"/>
          <p:cNvSpPr/>
          <p:nvPr/>
        </p:nvSpPr>
        <p:spPr>
          <a:xfrm>
            <a:off x="4923292" y="243211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3" name="r1_o05771"/>
          <p:cNvSpPr/>
          <p:nvPr/>
        </p:nvSpPr>
        <p:spPr>
          <a:xfrm>
            <a:off x="4929414" y="243757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4" name="r1_o05772"/>
          <p:cNvSpPr/>
          <p:nvPr/>
        </p:nvSpPr>
        <p:spPr>
          <a:xfrm>
            <a:off x="4929414" y="243757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5" name="r1_o05773"/>
          <p:cNvSpPr/>
          <p:nvPr/>
        </p:nvSpPr>
        <p:spPr>
          <a:xfrm>
            <a:off x="5207715" y="243451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6" name="r1_o05774"/>
          <p:cNvSpPr/>
          <p:nvPr/>
        </p:nvSpPr>
        <p:spPr>
          <a:xfrm>
            <a:off x="5213837" y="243997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7" name="r1_o05775"/>
          <p:cNvSpPr/>
          <p:nvPr/>
        </p:nvSpPr>
        <p:spPr>
          <a:xfrm>
            <a:off x="5213837" y="243997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8" name="r1_o05776"/>
          <p:cNvSpPr/>
          <p:nvPr/>
        </p:nvSpPr>
        <p:spPr>
          <a:xfrm>
            <a:off x="4753855" y="24484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9" name="r1_o05777"/>
          <p:cNvSpPr/>
          <p:nvPr/>
        </p:nvSpPr>
        <p:spPr>
          <a:xfrm>
            <a:off x="4759976" y="24539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0" name="r1_o05778"/>
          <p:cNvSpPr/>
          <p:nvPr/>
        </p:nvSpPr>
        <p:spPr>
          <a:xfrm>
            <a:off x="4759976" y="24539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1" name="r1_o05779"/>
          <p:cNvSpPr/>
          <p:nvPr/>
        </p:nvSpPr>
        <p:spPr>
          <a:xfrm>
            <a:off x="5038277" y="245084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2" name="r1_o05780"/>
          <p:cNvSpPr/>
          <p:nvPr/>
        </p:nvSpPr>
        <p:spPr>
          <a:xfrm>
            <a:off x="5044399" y="245631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3" name="r1_o05781"/>
          <p:cNvSpPr/>
          <p:nvPr/>
        </p:nvSpPr>
        <p:spPr>
          <a:xfrm>
            <a:off x="5044399" y="245631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4" name="r1_o05782"/>
          <p:cNvSpPr/>
          <p:nvPr/>
        </p:nvSpPr>
        <p:spPr>
          <a:xfrm>
            <a:off x="4584417" y="246477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5" name="r1_o05783"/>
          <p:cNvSpPr/>
          <p:nvPr/>
        </p:nvSpPr>
        <p:spPr>
          <a:xfrm>
            <a:off x="4590538" y="247024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6" name="r1_o05784"/>
          <p:cNvSpPr/>
          <p:nvPr/>
        </p:nvSpPr>
        <p:spPr>
          <a:xfrm>
            <a:off x="4590538" y="247024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7" name="r1_o05785"/>
          <p:cNvSpPr/>
          <p:nvPr/>
        </p:nvSpPr>
        <p:spPr>
          <a:xfrm>
            <a:off x="4611965" y="249014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8" name="r1_o05786"/>
          <p:cNvSpPr/>
          <p:nvPr/>
        </p:nvSpPr>
        <p:spPr>
          <a:xfrm>
            <a:off x="4615883" y="249364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9" name="r1_o05787"/>
          <p:cNvSpPr/>
          <p:nvPr/>
        </p:nvSpPr>
        <p:spPr>
          <a:xfrm>
            <a:off x="4615883" y="249364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0" name="r1_o05788"/>
          <p:cNvSpPr/>
          <p:nvPr/>
        </p:nvSpPr>
        <p:spPr>
          <a:xfrm>
            <a:off x="4868829" y="246717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1" name="r1_o05789"/>
          <p:cNvSpPr/>
          <p:nvPr/>
        </p:nvSpPr>
        <p:spPr>
          <a:xfrm>
            <a:off x="4874951" y="247264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2" name="r1_o05790"/>
          <p:cNvSpPr/>
          <p:nvPr/>
        </p:nvSpPr>
        <p:spPr>
          <a:xfrm>
            <a:off x="4874951" y="247264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3" name="r1_o05791"/>
          <p:cNvSpPr/>
          <p:nvPr/>
        </p:nvSpPr>
        <p:spPr>
          <a:xfrm>
            <a:off x="4699391" y="248350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4" name="r1_o05792"/>
          <p:cNvSpPr/>
          <p:nvPr/>
        </p:nvSpPr>
        <p:spPr>
          <a:xfrm>
            <a:off x="4705513" y="248897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5" name="r1_o05793"/>
          <p:cNvSpPr/>
          <p:nvPr/>
        </p:nvSpPr>
        <p:spPr>
          <a:xfrm>
            <a:off x="4705513" y="248897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6" name="r1_o05794"/>
          <p:cNvSpPr/>
          <p:nvPr/>
        </p:nvSpPr>
        <p:spPr>
          <a:xfrm>
            <a:off x="5268227" y="248830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7" name="r1_o05795"/>
          <p:cNvSpPr/>
          <p:nvPr/>
        </p:nvSpPr>
        <p:spPr>
          <a:xfrm>
            <a:off x="5274349" y="249377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8" name="r1_o05796"/>
          <p:cNvSpPr/>
          <p:nvPr/>
        </p:nvSpPr>
        <p:spPr>
          <a:xfrm>
            <a:off x="5274349" y="249377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9" name="r1_o05797"/>
          <p:cNvSpPr/>
          <p:nvPr/>
        </p:nvSpPr>
        <p:spPr>
          <a:xfrm>
            <a:off x="5295776" y="251366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0" name="r1_o05798"/>
          <p:cNvSpPr/>
          <p:nvPr/>
        </p:nvSpPr>
        <p:spPr>
          <a:xfrm>
            <a:off x="5299694" y="251716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1" name="r1_o05799"/>
          <p:cNvSpPr/>
          <p:nvPr/>
        </p:nvSpPr>
        <p:spPr>
          <a:xfrm>
            <a:off x="5299694" y="251716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2" name="r1_o05800"/>
          <p:cNvSpPr/>
          <p:nvPr/>
        </p:nvSpPr>
        <p:spPr>
          <a:xfrm>
            <a:off x="4529953" y="249984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3" name="r1_o05801"/>
          <p:cNvSpPr/>
          <p:nvPr/>
        </p:nvSpPr>
        <p:spPr>
          <a:xfrm>
            <a:off x="4536075" y="250531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4" name="r1_o05802"/>
          <p:cNvSpPr/>
          <p:nvPr/>
        </p:nvSpPr>
        <p:spPr>
          <a:xfrm>
            <a:off x="4536075" y="250531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5" name="r1_o05803"/>
          <p:cNvSpPr/>
          <p:nvPr/>
        </p:nvSpPr>
        <p:spPr>
          <a:xfrm>
            <a:off x="4557502" y="252520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6" name="r1_o05804"/>
          <p:cNvSpPr/>
          <p:nvPr/>
        </p:nvSpPr>
        <p:spPr>
          <a:xfrm>
            <a:off x="4561420" y="252870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7" name="r1_o05805"/>
          <p:cNvSpPr/>
          <p:nvPr/>
        </p:nvSpPr>
        <p:spPr>
          <a:xfrm>
            <a:off x="4561420" y="252870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8" name="r1_o05806"/>
          <p:cNvSpPr/>
          <p:nvPr/>
        </p:nvSpPr>
        <p:spPr>
          <a:xfrm>
            <a:off x="5098789" y="250463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9" name="r1_o05807"/>
          <p:cNvSpPr/>
          <p:nvPr/>
        </p:nvSpPr>
        <p:spPr>
          <a:xfrm>
            <a:off x="5104911" y="251010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0" name="r1_o05808"/>
          <p:cNvSpPr/>
          <p:nvPr/>
        </p:nvSpPr>
        <p:spPr>
          <a:xfrm>
            <a:off x="5104911" y="251010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1" name="r1_o05809"/>
          <p:cNvSpPr/>
          <p:nvPr/>
        </p:nvSpPr>
        <p:spPr>
          <a:xfrm>
            <a:off x="4929351" y="252097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2" name="r1_o05810"/>
          <p:cNvSpPr/>
          <p:nvPr/>
        </p:nvSpPr>
        <p:spPr>
          <a:xfrm>
            <a:off x="4935473" y="252643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3" name="r1_o05811"/>
          <p:cNvSpPr/>
          <p:nvPr/>
        </p:nvSpPr>
        <p:spPr>
          <a:xfrm>
            <a:off x="4935473" y="252643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4" name="r1_o05812"/>
          <p:cNvSpPr/>
          <p:nvPr/>
        </p:nvSpPr>
        <p:spPr>
          <a:xfrm>
            <a:off x="5213764" y="252336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5" name="r1_o05813"/>
          <p:cNvSpPr/>
          <p:nvPr/>
        </p:nvSpPr>
        <p:spPr>
          <a:xfrm>
            <a:off x="5219886" y="252883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6" name="r1_o05814"/>
          <p:cNvSpPr/>
          <p:nvPr/>
        </p:nvSpPr>
        <p:spPr>
          <a:xfrm>
            <a:off x="5219886" y="252883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7" name="r1_o05815"/>
          <p:cNvSpPr/>
          <p:nvPr/>
        </p:nvSpPr>
        <p:spPr>
          <a:xfrm>
            <a:off x="5241312" y="254873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8" name="r1_o05816"/>
          <p:cNvSpPr/>
          <p:nvPr/>
        </p:nvSpPr>
        <p:spPr>
          <a:xfrm>
            <a:off x="5245230" y="2552229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9" name="r1_o05817"/>
          <p:cNvSpPr/>
          <p:nvPr/>
        </p:nvSpPr>
        <p:spPr>
          <a:xfrm>
            <a:off x="5245230" y="2552229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0" name="r1_o05818"/>
          <p:cNvSpPr/>
          <p:nvPr/>
        </p:nvSpPr>
        <p:spPr>
          <a:xfrm>
            <a:off x="4759903" y="253730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1" name="r1_o05819"/>
          <p:cNvSpPr/>
          <p:nvPr/>
        </p:nvSpPr>
        <p:spPr>
          <a:xfrm>
            <a:off x="4766025" y="254276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2" name="r1_o05820"/>
          <p:cNvSpPr/>
          <p:nvPr/>
        </p:nvSpPr>
        <p:spPr>
          <a:xfrm>
            <a:off x="4766025" y="254276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3" name="r1_o05821"/>
          <p:cNvSpPr/>
          <p:nvPr/>
        </p:nvSpPr>
        <p:spPr>
          <a:xfrm>
            <a:off x="5044326" y="253970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4" name="r1_o05822"/>
          <p:cNvSpPr/>
          <p:nvPr/>
        </p:nvSpPr>
        <p:spPr>
          <a:xfrm>
            <a:off x="5050448" y="254516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5" name="r1_o05823"/>
          <p:cNvSpPr/>
          <p:nvPr/>
        </p:nvSpPr>
        <p:spPr>
          <a:xfrm>
            <a:off x="5050448" y="254516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6" name="r1_o05824"/>
          <p:cNvSpPr/>
          <p:nvPr/>
        </p:nvSpPr>
        <p:spPr>
          <a:xfrm>
            <a:off x="4590465" y="255363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7" name="r1_o05825"/>
          <p:cNvSpPr/>
          <p:nvPr/>
        </p:nvSpPr>
        <p:spPr>
          <a:xfrm>
            <a:off x="4596587" y="255910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8" name="r1_o05826"/>
          <p:cNvSpPr/>
          <p:nvPr/>
        </p:nvSpPr>
        <p:spPr>
          <a:xfrm>
            <a:off x="4596587" y="255910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9" name="r1_o05827"/>
          <p:cNvSpPr/>
          <p:nvPr/>
        </p:nvSpPr>
        <p:spPr>
          <a:xfrm>
            <a:off x="4874888" y="255603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0" name="r1_o05828"/>
          <p:cNvSpPr/>
          <p:nvPr/>
        </p:nvSpPr>
        <p:spPr>
          <a:xfrm>
            <a:off x="4881010" y="256150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1" name="r1_o05829"/>
          <p:cNvSpPr/>
          <p:nvPr/>
        </p:nvSpPr>
        <p:spPr>
          <a:xfrm>
            <a:off x="4881010" y="256150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2" name="r1_o05830"/>
          <p:cNvSpPr/>
          <p:nvPr/>
        </p:nvSpPr>
        <p:spPr>
          <a:xfrm>
            <a:off x="4421027" y="256997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3" name="r1_o05831"/>
          <p:cNvSpPr/>
          <p:nvPr/>
        </p:nvSpPr>
        <p:spPr>
          <a:xfrm>
            <a:off x="4427149" y="257543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4" name="r1_o05832"/>
          <p:cNvSpPr/>
          <p:nvPr/>
        </p:nvSpPr>
        <p:spPr>
          <a:xfrm>
            <a:off x="4427149" y="257543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5" name="r1_o05833"/>
          <p:cNvSpPr/>
          <p:nvPr/>
        </p:nvSpPr>
        <p:spPr>
          <a:xfrm>
            <a:off x="4448576" y="259533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6" name="r1_o05834"/>
          <p:cNvSpPr/>
          <p:nvPr/>
        </p:nvSpPr>
        <p:spPr>
          <a:xfrm>
            <a:off x="4452494" y="259883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7" name="r1_o05835"/>
          <p:cNvSpPr/>
          <p:nvPr/>
        </p:nvSpPr>
        <p:spPr>
          <a:xfrm>
            <a:off x="4452494" y="259883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8" name="r1_o05836"/>
          <p:cNvSpPr/>
          <p:nvPr/>
        </p:nvSpPr>
        <p:spPr>
          <a:xfrm>
            <a:off x="4705440" y="257236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9" name="r1_o05837"/>
          <p:cNvSpPr/>
          <p:nvPr/>
        </p:nvSpPr>
        <p:spPr>
          <a:xfrm>
            <a:off x="4711562" y="257783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0" name="r1_o05838"/>
          <p:cNvSpPr/>
          <p:nvPr/>
        </p:nvSpPr>
        <p:spPr>
          <a:xfrm>
            <a:off x="4711562" y="257783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1" name="r1_o05839"/>
          <p:cNvSpPr/>
          <p:nvPr/>
        </p:nvSpPr>
        <p:spPr>
          <a:xfrm>
            <a:off x="4536002" y="258870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2" name="r1_o05840"/>
          <p:cNvSpPr/>
          <p:nvPr/>
        </p:nvSpPr>
        <p:spPr>
          <a:xfrm>
            <a:off x="4542124" y="259416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3" name="r1_o05841"/>
          <p:cNvSpPr/>
          <p:nvPr/>
        </p:nvSpPr>
        <p:spPr>
          <a:xfrm>
            <a:off x="4542124" y="259416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4" name="r1_o05842"/>
          <p:cNvSpPr/>
          <p:nvPr/>
        </p:nvSpPr>
        <p:spPr>
          <a:xfrm>
            <a:off x="5104837" y="259349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5" name="r1_o05843"/>
          <p:cNvSpPr/>
          <p:nvPr/>
        </p:nvSpPr>
        <p:spPr>
          <a:xfrm>
            <a:off x="5110959" y="259896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6" name="r1_o05844"/>
          <p:cNvSpPr/>
          <p:nvPr/>
        </p:nvSpPr>
        <p:spPr>
          <a:xfrm>
            <a:off x="5110959" y="259896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7" name="r1_o05845"/>
          <p:cNvSpPr/>
          <p:nvPr/>
        </p:nvSpPr>
        <p:spPr>
          <a:xfrm>
            <a:off x="5132386" y="261886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8" name="r1_o05846"/>
          <p:cNvSpPr/>
          <p:nvPr/>
        </p:nvSpPr>
        <p:spPr>
          <a:xfrm>
            <a:off x="5136304" y="262235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9" name="r1_o05847"/>
          <p:cNvSpPr/>
          <p:nvPr/>
        </p:nvSpPr>
        <p:spPr>
          <a:xfrm>
            <a:off x="5136304" y="262235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0" name="r1_o05848"/>
          <p:cNvSpPr/>
          <p:nvPr/>
        </p:nvSpPr>
        <p:spPr>
          <a:xfrm>
            <a:off x="4366564" y="260503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1" name="r1_o05849"/>
          <p:cNvSpPr/>
          <p:nvPr/>
        </p:nvSpPr>
        <p:spPr>
          <a:xfrm>
            <a:off x="4372686" y="261050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2" name="r1_o05850"/>
          <p:cNvSpPr/>
          <p:nvPr/>
        </p:nvSpPr>
        <p:spPr>
          <a:xfrm>
            <a:off x="4372686" y="261050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3" name="r1_o05851"/>
          <p:cNvSpPr/>
          <p:nvPr/>
        </p:nvSpPr>
        <p:spPr>
          <a:xfrm>
            <a:off x="4394113" y="263039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4" name="r1_o05852"/>
          <p:cNvSpPr/>
          <p:nvPr/>
        </p:nvSpPr>
        <p:spPr>
          <a:xfrm>
            <a:off x="4398031" y="2633897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5" name="r1_o05853"/>
          <p:cNvSpPr/>
          <p:nvPr/>
        </p:nvSpPr>
        <p:spPr>
          <a:xfrm>
            <a:off x="4398031" y="2633897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6" name="r1_o05854"/>
          <p:cNvSpPr/>
          <p:nvPr/>
        </p:nvSpPr>
        <p:spPr>
          <a:xfrm>
            <a:off x="4935400" y="260983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7" name="r1_o05855"/>
          <p:cNvSpPr/>
          <p:nvPr/>
        </p:nvSpPr>
        <p:spPr>
          <a:xfrm>
            <a:off x="4941521" y="261529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8" name="r1_o05856"/>
          <p:cNvSpPr/>
          <p:nvPr/>
        </p:nvSpPr>
        <p:spPr>
          <a:xfrm>
            <a:off x="4941521" y="261529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9" name="r1_o05857"/>
          <p:cNvSpPr/>
          <p:nvPr/>
        </p:nvSpPr>
        <p:spPr>
          <a:xfrm>
            <a:off x="4765962" y="262616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0" name="r1_o05858"/>
          <p:cNvSpPr/>
          <p:nvPr/>
        </p:nvSpPr>
        <p:spPr>
          <a:xfrm>
            <a:off x="4772083" y="263163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1" name="r1_o05859"/>
          <p:cNvSpPr/>
          <p:nvPr/>
        </p:nvSpPr>
        <p:spPr>
          <a:xfrm>
            <a:off x="4772083" y="263163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2" name="r1_o05860"/>
          <p:cNvSpPr/>
          <p:nvPr/>
        </p:nvSpPr>
        <p:spPr>
          <a:xfrm>
            <a:off x="5050374" y="262856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3" name="r1_o05861"/>
          <p:cNvSpPr/>
          <p:nvPr/>
        </p:nvSpPr>
        <p:spPr>
          <a:xfrm>
            <a:off x="5056496" y="263402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4" name="r1_o05862"/>
          <p:cNvSpPr/>
          <p:nvPr/>
        </p:nvSpPr>
        <p:spPr>
          <a:xfrm>
            <a:off x="5056496" y="263402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5" name="r1_o05863"/>
          <p:cNvSpPr/>
          <p:nvPr/>
        </p:nvSpPr>
        <p:spPr>
          <a:xfrm>
            <a:off x="5077923" y="265392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6" name="r1_o05864"/>
          <p:cNvSpPr/>
          <p:nvPr/>
        </p:nvSpPr>
        <p:spPr>
          <a:xfrm>
            <a:off x="5081841" y="265742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7" name="r1_o05865"/>
          <p:cNvSpPr/>
          <p:nvPr/>
        </p:nvSpPr>
        <p:spPr>
          <a:xfrm>
            <a:off x="5081841" y="265742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8" name="r1_o05866"/>
          <p:cNvSpPr/>
          <p:nvPr/>
        </p:nvSpPr>
        <p:spPr>
          <a:xfrm>
            <a:off x="4596513" y="264249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9" name="r1_o05867"/>
          <p:cNvSpPr/>
          <p:nvPr/>
        </p:nvSpPr>
        <p:spPr>
          <a:xfrm>
            <a:off x="4602635" y="264796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0" name="r1_o05868"/>
          <p:cNvSpPr/>
          <p:nvPr/>
        </p:nvSpPr>
        <p:spPr>
          <a:xfrm>
            <a:off x="4602635" y="264796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1" name="r1_o05869"/>
          <p:cNvSpPr/>
          <p:nvPr/>
        </p:nvSpPr>
        <p:spPr>
          <a:xfrm>
            <a:off x="4880936" y="264489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2" name="r1_o05870"/>
          <p:cNvSpPr/>
          <p:nvPr/>
        </p:nvSpPr>
        <p:spPr>
          <a:xfrm>
            <a:off x="4887058" y="265036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3" name="r1_o05871"/>
          <p:cNvSpPr/>
          <p:nvPr/>
        </p:nvSpPr>
        <p:spPr>
          <a:xfrm>
            <a:off x="4887058" y="265036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4" name="r1_o05872"/>
          <p:cNvSpPr/>
          <p:nvPr/>
        </p:nvSpPr>
        <p:spPr>
          <a:xfrm>
            <a:off x="4427076" y="265883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5" name="r1_o05873"/>
          <p:cNvSpPr/>
          <p:nvPr/>
        </p:nvSpPr>
        <p:spPr>
          <a:xfrm>
            <a:off x="4433197" y="266429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6" name="r1_o05874"/>
          <p:cNvSpPr/>
          <p:nvPr/>
        </p:nvSpPr>
        <p:spPr>
          <a:xfrm>
            <a:off x="4433197" y="266429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7" name="r1_o05875"/>
          <p:cNvSpPr/>
          <p:nvPr/>
        </p:nvSpPr>
        <p:spPr>
          <a:xfrm>
            <a:off x="4454624" y="268419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8" name="r1_o05876"/>
          <p:cNvSpPr/>
          <p:nvPr/>
        </p:nvSpPr>
        <p:spPr>
          <a:xfrm>
            <a:off x="4458542" y="268769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9" name="r1_o05877"/>
          <p:cNvSpPr/>
          <p:nvPr/>
        </p:nvSpPr>
        <p:spPr>
          <a:xfrm>
            <a:off x="4458542" y="268769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0" name="r1_o05878"/>
          <p:cNvSpPr/>
          <p:nvPr/>
        </p:nvSpPr>
        <p:spPr>
          <a:xfrm>
            <a:off x="4711498" y="266123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1" name="r1_o05879"/>
          <p:cNvSpPr/>
          <p:nvPr/>
        </p:nvSpPr>
        <p:spPr>
          <a:xfrm>
            <a:off x="4717620" y="266669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2" name="r1_o05880"/>
          <p:cNvSpPr/>
          <p:nvPr/>
        </p:nvSpPr>
        <p:spPr>
          <a:xfrm>
            <a:off x="4717620" y="266669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3" name="r1_o05881"/>
          <p:cNvSpPr/>
          <p:nvPr/>
        </p:nvSpPr>
        <p:spPr>
          <a:xfrm>
            <a:off x="4542050" y="267756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4" name="r1_o05882"/>
          <p:cNvSpPr/>
          <p:nvPr/>
        </p:nvSpPr>
        <p:spPr>
          <a:xfrm>
            <a:off x="4548172" y="268302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5" name="r1_o05883"/>
          <p:cNvSpPr/>
          <p:nvPr/>
        </p:nvSpPr>
        <p:spPr>
          <a:xfrm>
            <a:off x="4548172" y="268302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6" name="r1_o05884"/>
          <p:cNvSpPr/>
          <p:nvPr/>
        </p:nvSpPr>
        <p:spPr>
          <a:xfrm>
            <a:off x="4941448" y="269869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7" name="r1_o05885"/>
          <p:cNvSpPr/>
          <p:nvPr/>
        </p:nvSpPr>
        <p:spPr>
          <a:xfrm>
            <a:off x="4947570" y="270415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8" name="r1_o05886"/>
          <p:cNvSpPr/>
          <p:nvPr/>
        </p:nvSpPr>
        <p:spPr>
          <a:xfrm>
            <a:off x="4947570" y="270415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9" name="r1_o05887"/>
          <p:cNvSpPr/>
          <p:nvPr/>
        </p:nvSpPr>
        <p:spPr>
          <a:xfrm>
            <a:off x="4968997" y="272405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0" name="r1_o05888"/>
          <p:cNvSpPr/>
          <p:nvPr/>
        </p:nvSpPr>
        <p:spPr>
          <a:xfrm>
            <a:off x="4972915" y="272755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1" name="r1_o05889"/>
          <p:cNvSpPr/>
          <p:nvPr/>
        </p:nvSpPr>
        <p:spPr>
          <a:xfrm>
            <a:off x="4972915" y="272755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2" name="r1_o05890"/>
          <p:cNvSpPr/>
          <p:nvPr/>
        </p:nvSpPr>
        <p:spPr>
          <a:xfrm>
            <a:off x="4772010" y="271502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3" name="r1_o05891"/>
          <p:cNvSpPr/>
          <p:nvPr/>
        </p:nvSpPr>
        <p:spPr>
          <a:xfrm>
            <a:off x="4778132" y="272049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4" name="r1_o05892"/>
          <p:cNvSpPr/>
          <p:nvPr/>
        </p:nvSpPr>
        <p:spPr>
          <a:xfrm>
            <a:off x="4778132" y="272049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5" name="r1_o05893"/>
          <p:cNvSpPr/>
          <p:nvPr/>
        </p:nvSpPr>
        <p:spPr>
          <a:xfrm>
            <a:off x="4602572" y="273136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6" name="r1_o05894"/>
          <p:cNvSpPr/>
          <p:nvPr/>
        </p:nvSpPr>
        <p:spPr>
          <a:xfrm>
            <a:off x="4608694" y="273682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7" name="r1_o05895"/>
          <p:cNvSpPr/>
          <p:nvPr/>
        </p:nvSpPr>
        <p:spPr>
          <a:xfrm>
            <a:off x="4608694" y="273682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8" name="r1_o05896"/>
          <p:cNvSpPr/>
          <p:nvPr/>
        </p:nvSpPr>
        <p:spPr>
          <a:xfrm>
            <a:off x="4630121" y="275672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9" name="r1_o05897"/>
          <p:cNvSpPr/>
          <p:nvPr/>
        </p:nvSpPr>
        <p:spPr>
          <a:xfrm>
            <a:off x="4634039" y="276022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0" name="r1_o05898"/>
          <p:cNvSpPr/>
          <p:nvPr/>
        </p:nvSpPr>
        <p:spPr>
          <a:xfrm>
            <a:off x="4634039" y="276022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1" name="r1_o05899"/>
          <p:cNvSpPr/>
          <p:nvPr/>
        </p:nvSpPr>
        <p:spPr>
          <a:xfrm>
            <a:off x="4886985" y="273375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2" name="r1_o05900"/>
          <p:cNvSpPr/>
          <p:nvPr/>
        </p:nvSpPr>
        <p:spPr>
          <a:xfrm>
            <a:off x="4893107" y="273922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3" name="r1_o05901"/>
          <p:cNvSpPr/>
          <p:nvPr/>
        </p:nvSpPr>
        <p:spPr>
          <a:xfrm>
            <a:off x="4893107" y="273922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4" name="r1_o05902"/>
          <p:cNvSpPr/>
          <p:nvPr/>
        </p:nvSpPr>
        <p:spPr>
          <a:xfrm>
            <a:off x="4914533" y="275911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5" name="r1_o05903"/>
          <p:cNvSpPr/>
          <p:nvPr/>
        </p:nvSpPr>
        <p:spPr>
          <a:xfrm>
            <a:off x="4918451" y="276261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6" name="r1_o05904"/>
          <p:cNvSpPr/>
          <p:nvPr/>
        </p:nvSpPr>
        <p:spPr>
          <a:xfrm>
            <a:off x="4918451" y="276261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7" name="r1_o05905"/>
          <p:cNvSpPr/>
          <p:nvPr/>
        </p:nvSpPr>
        <p:spPr>
          <a:xfrm>
            <a:off x="4717547" y="275009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8" name="r1_o05906"/>
          <p:cNvSpPr/>
          <p:nvPr/>
        </p:nvSpPr>
        <p:spPr>
          <a:xfrm>
            <a:off x="4723669" y="275555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9" name="r1_o05907"/>
          <p:cNvSpPr/>
          <p:nvPr/>
        </p:nvSpPr>
        <p:spPr>
          <a:xfrm>
            <a:off x="4723669" y="275555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0" name="r1_o05908"/>
          <p:cNvSpPr/>
          <p:nvPr/>
        </p:nvSpPr>
        <p:spPr>
          <a:xfrm>
            <a:off x="4745095" y="277545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1" name="r1_o05909"/>
          <p:cNvSpPr/>
          <p:nvPr/>
        </p:nvSpPr>
        <p:spPr>
          <a:xfrm>
            <a:off x="4749014" y="277895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2" name="r1_o05910"/>
          <p:cNvSpPr/>
          <p:nvPr/>
        </p:nvSpPr>
        <p:spPr>
          <a:xfrm>
            <a:off x="4749014" y="277895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3" name="r1_o05911"/>
          <p:cNvSpPr/>
          <p:nvPr/>
        </p:nvSpPr>
        <p:spPr>
          <a:xfrm>
            <a:off x="3958452" y="2728230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14" name="r1_o05912"/>
          <p:cNvSpPr/>
          <p:nvPr/>
        </p:nvSpPr>
        <p:spPr>
          <a:xfrm>
            <a:off x="3874195" y="2916446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15" name="r1_o05913"/>
          <p:cNvSpPr/>
          <p:nvPr/>
        </p:nvSpPr>
        <p:spPr>
          <a:xfrm>
            <a:off x="4449978" y="3000036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16" name="r1_o05914"/>
          <p:cNvSpPr/>
          <p:nvPr/>
        </p:nvSpPr>
        <p:spPr>
          <a:xfrm>
            <a:off x="4307458" y="2912525"/>
            <a:ext cx="78544" cy="78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17" name="r1_o05915"/>
          <p:cNvSpPr/>
          <p:nvPr/>
        </p:nvSpPr>
        <p:spPr>
          <a:xfrm>
            <a:off x="4592492" y="3087540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18" name="r1_o05916"/>
          <p:cNvSpPr/>
          <p:nvPr/>
        </p:nvSpPr>
        <p:spPr>
          <a:xfrm>
            <a:off x="4862959" y="3193619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19" name="r1_o05917"/>
          <p:cNvSpPr/>
          <p:nvPr/>
        </p:nvSpPr>
        <p:spPr>
          <a:xfrm flipH="1" flipV="1">
            <a:off x="4534235" y="2811821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0" name="r1_o05918"/>
          <p:cNvSpPr/>
          <p:nvPr/>
        </p:nvSpPr>
        <p:spPr>
          <a:xfrm flipH="1" flipV="1">
            <a:off x="4769857" y="3046476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1" name="r1_o05919"/>
          <p:cNvSpPr/>
          <p:nvPr/>
        </p:nvSpPr>
        <p:spPr>
          <a:xfrm>
            <a:off x="3909040" y="2787870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2" name="r1_o05920"/>
          <p:cNvSpPr/>
          <p:nvPr/>
        </p:nvSpPr>
        <p:spPr>
          <a:xfrm>
            <a:off x="4292894" y="2843597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3" name="r1_o05921"/>
          <p:cNvSpPr/>
          <p:nvPr/>
        </p:nvSpPr>
        <p:spPr>
          <a:xfrm flipH="1" flipV="1">
            <a:off x="4150380" y="2756093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4" name="r1_o05922"/>
          <p:cNvSpPr/>
          <p:nvPr/>
        </p:nvSpPr>
        <p:spPr>
          <a:xfrm>
            <a:off x="4100967" y="2815733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5" name="r1_o05923"/>
          <p:cNvSpPr/>
          <p:nvPr/>
        </p:nvSpPr>
        <p:spPr>
          <a:xfrm>
            <a:off x="4740725" y="2908612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6" name="r1_o05924"/>
          <p:cNvSpPr/>
          <p:nvPr/>
        </p:nvSpPr>
        <p:spPr>
          <a:xfrm>
            <a:off x="4641905" y="3027900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7" name="r1_o05925"/>
          <p:cNvSpPr/>
          <p:nvPr/>
        </p:nvSpPr>
        <p:spPr>
          <a:xfrm flipH="1" flipV="1">
            <a:off x="3859627" y="2847509"/>
            <a:ext cx="14568" cy="6893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8" name="r1_o05926"/>
          <p:cNvSpPr/>
          <p:nvPr/>
        </p:nvSpPr>
        <p:spPr>
          <a:xfrm flipH="1" flipV="1">
            <a:off x="4435409" y="2931100"/>
            <a:ext cx="14568" cy="6893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29" name="r1_o05927"/>
          <p:cNvSpPr/>
          <p:nvPr/>
        </p:nvSpPr>
        <p:spPr>
          <a:xfrm>
            <a:off x="4627337" y="2958964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0" name="r1_o05928"/>
          <p:cNvSpPr/>
          <p:nvPr/>
        </p:nvSpPr>
        <p:spPr>
          <a:xfrm>
            <a:off x="4720444" y="3106116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1" name="r1_o05929"/>
          <p:cNvSpPr/>
          <p:nvPr/>
        </p:nvSpPr>
        <p:spPr>
          <a:xfrm>
            <a:off x="4484822" y="2871460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2" name="r1_o05930"/>
          <p:cNvSpPr/>
          <p:nvPr/>
        </p:nvSpPr>
        <p:spPr>
          <a:xfrm>
            <a:off x="4769857" y="3046476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3" name="r1_o05931"/>
          <p:cNvSpPr/>
          <p:nvPr/>
        </p:nvSpPr>
        <p:spPr>
          <a:xfrm>
            <a:off x="4258050" y="2972173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4" name="r1_o05932"/>
          <p:cNvSpPr/>
          <p:nvPr/>
        </p:nvSpPr>
        <p:spPr>
          <a:xfrm>
            <a:off x="4400565" y="3059676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5" name="r1_o05933"/>
          <p:cNvSpPr/>
          <p:nvPr/>
        </p:nvSpPr>
        <p:spPr>
          <a:xfrm>
            <a:off x="4479104" y="3137892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6" name="r1_o05934"/>
          <p:cNvSpPr/>
          <p:nvPr/>
        </p:nvSpPr>
        <p:spPr>
          <a:xfrm>
            <a:off x="4336589" y="3050388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7" name="r1_o05935"/>
          <p:cNvSpPr/>
          <p:nvPr/>
        </p:nvSpPr>
        <p:spPr>
          <a:xfrm>
            <a:off x="3923603" y="2856797"/>
            <a:ext cx="78544" cy="78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8" name="r1_o05936"/>
          <p:cNvSpPr/>
          <p:nvPr/>
        </p:nvSpPr>
        <p:spPr>
          <a:xfrm flipH="1" flipV="1">
            <a:off x="4627337" y="2958964"/>
            <a:ext cx="14568" cy="6893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39" name="r1_o05937"/>
          <p:cNvSpPr/>
          <p:nvPr/>
        </p:nvSpPr>
        <p:spPr>
          <a:xfrm flipH="1" flipV="1">
            <a:off x="4243482" y="2903237"/>
            <a:ext cx="14568" cy="6893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0" name="r1_o05938"/>
          <p:cNvSpPr/>
          <p:nvPr/>
        </p:nvSpPr>
        <p:spPr>
          <a:xfrm>
            <a:off x="4022428" y="2737518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1" name="r1_o05939"/>
          <p:cNvSpPr/>
          <p:nvPr/>
        </p:nvSpPr>
        <p:spPr>
          <a:xfrm>
            <a:off x="4534235" y="2811821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2" name="r1_o05940"/>
          <p:cNvSpPr/>
          <p:nvPr/>
        </p:nvSpPr>
        <p:spPr>
          <a:xfrm>
            <a:off x="3766525" y="2700366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3" name="r1_o05941"/>
          <p:cNvSpPr/>
          <p:nvPr/>
        </p:nvSpPr>
        <p:spPr>
          <a:xfrm>
            <a:off x="4066123" y="2944309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4" name="r1_o05942"/>
          <p:cNvSpPr/>
          <p:nvPr/>
        </p:nvSpPr>
        <p:spPr>
          <a:xfrm>
            <a:off x="3973015" y="2797157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5" name="r1_o05943"/>
          <p:cNvSpPr/>
          <p:nvPr/>
        </p:nvSpPr>
        <p:spPr>
          <a:xfrm>
            <a:off x="4115530" y="2884661"/>
            <a:ext cx="78544" cy="78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6" name="r1_o05944"/>
          <p:cNvSpPr/>
          <p:nvPr/>
        </p:nvSpPr>
        <p:spPr>
          <a:xfrm>
            <a:off x="4342307" y="2783957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7" name="r1_o05945"/>
          <p:cNvSpPr/>
          <p:nvPr/>
        </p:nvSpPr>
        <p:spPr>
          <a:xfrm flipH="1" flipV="1">
            <a:off x="4002147" y="2935021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8" name="r1_o05946"/>
          <p:cNvSpPr/>
          <p:nvPr/>
        </p:nvSpPr>
        <p:spPr>
          <a:xfrm>
            <a:off x="4598210" y="2821109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49" name="r1_o05947"/>
          <p:cNvSpPr/>
          <p:nvPr/>
        </p:nvSpPr>
        <p:spPr>
          <a:xfrm>
            <a:off x="3952734" y="2994661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0" name="r1_o05948"/>
          <p:cNvSpPr/>
          <p:nvPr/>
        </p:nvSpPr>
        <p:spPr>
          <a:xfrm flipH="1" flipV="1">
            <a:off x="4386002" y="2990749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1" name="r1_o05949"/>
          <p:cNvSpPr/>
          <p:nvPr/>
        </p:nvSpPr>
        <p:spPr>
          <a:xfrm>
            <a:off x="4150380" y="2756093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2" name="r1_o05950"/>
          <p:cNvSpPr/>
          <p:nvPr/>
        </p:nvSpPr>
        <p:spPr>
          <a:xfrm flipH="1" flipV="1">
            <a:off x="4484822" y="2871460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3" name="r1_o05951"/>
          <p:cNvSpPr/>
          <p:nvPr/>
        </p:nvSpPr>
        <p:spPr>
          <a:xfrm>
            <a:off x="4002147" y="2935021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4" name="r1_o05952"/>
          <p:cNvSpPr/>
          <p:nvPr/>
        </p:nvSpPr>
        <p:spPr>
          <a:xfrm>
            <a:off x="4194074" y="2962885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5" name="r1_o05953"/>
          <p:cNvSpPr/>
          <p:nvPr/>
        </p:nvSpPr>
        <p:spPr>
          <a:xfrm flipH="1" flipV="1">
            <a:off x="4720444" y="3106116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6" name="r1_o05954"/>
          <p:cNvSpPr/>
          <p:nvPr/>
        </p:nvSpPr>
        <p:spPr>
          <a:xfrm>
            <a:off x="4435409" y="2931100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7" name="r1_o05955"/>
          <p:cNvSpPr/>
          <p:nvPr/>
        </p:nvSpPr>
        <p:spPr>
          <a:xfrm>
            <a:off x="4243482" y="2903237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8" name="r1_o05956"/>
          <p:cNvSpPr/>
          <p:nvPr/>
        </p:nvSpPr>
        <p:spPr>
          <a:xfrm flipH="1" flipV="1">
            <a:off x="3766525" y="2700366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59" name="r1_o05957"/>
          <p:cNvSpPr/>
          <p:nvPr/>
        </p:nvSpPr>
        <p:spPr>
          <a:xfrm>
            <a:off x="4406283" y="2793245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0" name="r1_o05958"/>
          <p:cNvSpPr/>
          <p:nvPr/>
        </p:nvSpPr>
        <p:spPr>
          <a:xfrm flipH="1" flipV="1">
            <a:off x="4577929" y="3018612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1" name="r1_o05959"/>
          <p:cNvSpPr/>
          <p:nvPr/>
        </p:nvSpPr>
        <p:spPr>
          <a:xfrm flipH="1" flipV="1">
            <a:off x="4194074" y="2962885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2" name="r1_o05960"/>
          <p:cNvSpPr/>
          <p:nvPr/>
        </p:nvSpPr>
        <p:spPr>
          <a:xfrm flipH="1" flipV="1">
            <a:off x="4336589" y="3050388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3" name="r1_o05961"/>
          <p:cNvSpPr/>
          <p:nvPr/>
        </p:nvSpPr>
        <p:spPr>
          <a:xfrm>
            <a:off x="4356870" y="2852885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4" name="r1_o05962"/>
          <p:cNvSpPr/>
          <p:nvPr/>
        </p:nvSpPr>
        <p:spPr>
          <a:xfrm>
            <a:off x="4499385" y="2940388"/>
            <a:ext cx="78544" cy="78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5" name="r1_o05963"/>
          <p:cNvSpPr/>
          <p:nvPr/>
        </p:nvSpPr>
        <p:spPr>
          <a:xfrm>
            <a:off x="4208637" y="3031813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6" name="r1_o05964"/>
          <p:cNvSpPr/>
          <p:nvPr/>
        </p:nvSpPr>
        <p:spPr>
          <a:xfrm>
            <a:off x="4676749" y="2899324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7" name="r1_o05965"/>
          <p:cNvSpPr/>
          <p:nvPr/>
        </p:nvSpPr>
        <p:spPr>
          <a:xfrm>
            <a:off x="4577929" y="3018612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8" name="r1_o05966"/>
          <p:cNvSpPr/>
          <p:nvPr/>
        </p:nvSpPr>
        <p:spPr>
          <a:xfrm>
            <a:off x="4833832" y="3055764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69" name="r1_o05967"/>
          <p:cNvSpPr/>
          <p:nvPr/>
        </p:nvSpPr>
        <p:spPr>
          <a:xfrm>
            <a:off x="4095249" y="3082165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0" name="r1_o05968"/>
          <p:cNvSpPr/>
          <p:nvPr/>
        </p:nvSpPr>
        <p:spPr>
          <a:xfrm flipH="1" flipV="1">
            <a:off x="4676749" y="2899324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1" name="r1_o05969"/>
          <p:cNvSpPr/>
          <p:nvPr/>
        </p:nvSpPr>
        <p:spPr>
          <a:xfrm>
            <a:off x="4784420" y="3115404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2" name="r1_o05970"/>
          <p:cNvSpPr/>
          <p:nvPr/>
        </p:nvSpPr>
        <p:spPr>
          <a:xfrm flipH="1" flipV="1">
            <a:off x="4528516" y="3078252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3" name="r1_o05971"/>
          <p:cNvSpPr/>
          <p:nvPr/>
        </p:nvSpPr>
        <p:spPr>
          <a:xfrm flipH="1" flipV="1">
            <a:off x="4819264" y="2986828"/>
            <a:ext cx="14568" cy="6893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4" name="r1_o05972"/>
          <p:cNvSpPr/>
          <p:nvPr/>
        </p:nvSpPr>
        <p:spPr>
          <a:xfrm>
            <a:off x="4691312" y="2968252"/>
            <a:ext cx="78544" cy="78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5" name="r1_o05973"/>
          <p:cNvSpPr/>
          <p:nvPr/>
        </p:nvSpPr>
        <p:spPr>
          <a:xfrm flipH="1" flipV="1">
            <a:off x="3958452" y="2728230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6" name="r1_o05974"/>
          <p:cNvSpPr/>
          <p:nvPr/>
        </p:nvSpPr>
        <p:spPr>
          <a:xfrm>
            <a:off x="3830501" y="2709654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7" name="r1_o05975"/>
          <p:cNvSpPr/>
          <p:nvPr/>
        </p:nvSpPr>
        <p:spPr>
          <a:xfrm>
            <a:off x="4548798" y="2880748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8" name="r1_o05976"/>
          <p:cNvSpPr/>
          <p:nvPr/>
        </p:nvSpPr>
        <p:spPr>
          <a:xfrm>
            <a:off x="4214356" y="2765381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79" name="r1_o05977"/>
          <p:cNvSpPr/>
          <p:nvPr/>
        </p:nvSpPr>
        <p:spPr>
          <a:xfrm flipH="1" flipV="1">
            <a:off x="4100967" y="2815733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0" name="r1_o05978"/>
          <p:cNvSpPr/>
          <p:nvPr/>
        </p:nvSpPr>
        <p:spPr>
          <a:xfrm>
            <a:off x="4164943" y="2825021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1" name="r1_o05979"/>
          <p:cNvSpPr/>
          <p:nvPr/>
        </p:nvSpPr>
        <p:spPr>
          <a:xfrm>
            <a:off x="4528516" y="3078252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2" name="r1_o05980"/>
          <p:cNvSpPr/>
          <p:nvPr/>
        </p:nvSpPr>
        <p:spPr>
          <a:xfrm>
            <a:off x="4386002" y="2990749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3" name="r1_o05981"/>
          <p:cNvSpPr/>
          <p:nvPr/>
        </p:nvSpPr>
        <p:spPr>
          <a:xfrm>
            <a:off x="4051554" y="2875373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4" name="r1_o05982"/>
          <p:cNvSpPr/>
          <p:nvPr/>
        </p:nvSpPr>
        <p:spPr>
          <a:xfrm flipH="1" flipV="1">
            <a:off x="4342307" y="2783957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5" name="r1_o05983"/>
          <p:cNvSpPr/>
          <p:nvPr/>
        </p:nvSpPr>
        <p:spPr>
          <a:xfrm flipH="1" flipV="1">
            <a:off x="4912371" y="3133979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6" name="r1_o05984"/>
          <p:cNvSpPr/>
          <p:nvPr/>
        </p:nvSpPr>
        <p:spPr>
          <a:xfrm flipH="1" flipV="1">
            <a:off x="3909040" y="2787870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7" name="r1_o05985"/>
          <p:cNvSpPr/>
          <p:nvPr/>
        </p:nvSpPr>
        <p:spPr>
          <a:xfrm>
            <a:off x="3859627" y="2847509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8" name="r1_o05986"/>
          <p:cNvSpPr/>
          <p:nvPr/>
        </p:nvSpPr>
        <p:spPr>
          <a:xfrm flipH="1" flipV="1">
            <a:off x="4144662" y="3022525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89" name="r1_o05987"/>
          <p:cNvSpPr/>
          <p:nvPr/>
        </p:nvSpPr>
        <p:spPr>
          <a:xfrm>
            <a:off x="3781088" y="2769294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0" name="r1_o05988"/>
          <p:cNvSpPr/>
          <p:nvPr/>
        </p:nvSpPr>
        <p:spPr>
          <a:xfrm>
            <a:off x="4287176" y="3110028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1" name="r1_o05989"/>
          <p:cNvSpPr/>
          <p:nvPr/>
        </p:nvSpPr>
        <p:spPr>
          <a:xfrm flipH="1" flipV="1">
            <a:off x="4051554" y="2875373"/>
            <a:ext cx="14568" cy="6893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2" name="r1_o05990"/>
          <p:cNvSpPr/>
          <p:nvPr/>
        </p:nvSpPr>
        <p:spPr>
          <a:xfrm>
            <a:off x="4671031" y="3165756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3" name="r1_o05991"/>
          <p:cNvSpPr/>
          <p:nvPr/>
        </p:nvSpPr>
        <p:spPr>
          <a:xfrm>
            <a:off x="4016710" y="3003949"/>
            <a:ext cx="78539" cy="78216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4" name="r1_o05992"/>
          <p:cNvSpPr/>
          <p:nvPr/>
        </p:nvSpPr>
        <p:spPr>
          <a:xfrm flipH="1" flipV="1">
            <a:off x="4292894" y="2843597"/>
            <a:ext cx="14563" cy="689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5" name="r1_o05993"/>
          <p:cNvSpPr/>
          <p:nvPr/>
        </p:nvSpPr>
        <p:spPr>
          <a:xfrm>
            <a:off x="4144662" y="3022525"/>
            <a:ext cx="63976" cy="928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5996" name="r1_o05994"/>
          <p:cNvSpPr/>
          <p:nvPr/>
        </p:nvSpPr>
        <p:spPr>
          <a:xfrm>
            <a:off x="3744661" y="267850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5997" name="r1_o05995"/>
          <p:cNvSpPr/>
          <p:nvPr/>
        </p:nvSpPr>
        <p:spPr>
          <a:xfrm>
            <a:off x="3750783" y="268396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5998" name="r1_o05996"/>
          <p:cNvSpPr/>
          <p:nvPr/>
        </p:nvSpPr>
        <p:spPr>
          <a:xfrm>
            <a:off x="3750783" y="268396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5999" name="r1_o05997"/>
          <p:cNvSpPr/>
          <p:nvPr/>
        </p:nvSpPr>
        <p:spPr>
          <a:xfrm>
            <a:off x="3772210" y="270386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0" name="r1_o05998"/>
          <p:cNvSpPr/>
          <p:nvPr/>
        </p:nvSpPr>
        <p:spPr>
          <a:xfrm>
            <a:off x="3776128" y="270736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1" name="r1_o05999"/>
          <p:cNvSpPr/>
          <p:nvPr/>
        </p:nvSpPr>
        <p:spPr>
          <a:xfrm>
            <a:off x="3776128" y="270736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2" name="r1_o06000"/>
          <p:cNvSpPr/>
          <p:nvPr/>
        </p:nvSpPr>
        <p:spPr>
          <a:xfrm>
            <a:off x="3808637" y="268779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3" name="r1_o06001"/>
          <p:cNvSpPr/>
          <p:nvPr/>
        </p:nvSpPr>
        <p:spPr>
          <a:xfrm>
            <a:off x="3814759" y="269325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4" name="r1_o06002"/>
          <p:cNvSpPr/>
          <p:nvPr/>
        </p:nvSpPr>
        <p:spPr>
          <a:xfrm>
            <a:off x="3814759" y="269325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5" name="r1_o06003"/>
          <p:cNvSpPr/>
          <p:nvPr/>
        </p:nvSpPr>
        <p:spPr>
          <a:xfrm>
            <a:off x="3836185" y="271315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6" name="r1_o06004"/>
          <p:cNvSpPr/>
          <p:nvPr/>
        </p:nvSpPr>
        <p:spPr>
          <a:xfrm>
            <a:off x="3840103" y="271665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7" name="r1_o06005"/>
          <p:cNvSpPr/>
          <p:nvPr/>
        </p:nvSpPr>
        <p:spPr>
          <a:xfrm>
            <a:off x="3840103" y="271665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8" name="r1_o06006"/>
          <p:cNvSpPr/>
          <p:nvPr/>
        </p:nvSpPr>
        <p:spPr>
          <a:xfrm>
            <a:off x="3936588" y="270636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9" name="r1_o06007"/>
          <p:cNvSpPr/>
          <p:nvPr/>
        </p:nvSpPr>
        <p:spPr>
          <a:xfrm>
            <a:off x="3942710" y="271183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0" name="r1_o06008"/>
          <p:cNvSpPr/>
          <p:nvPr/>
        </p:nvSpPr>
        <p:spPr>
          <a:xfrm>
            <a:off x="3942710" y="271183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1" name="r1_o06009"/>
          <p:cNvSpPr/>
          <p:nvPr/>
        </p:nvSpPr>
        <p:spPr>
          <a:xfrm>
            <a:off x="3964137" y="273172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2" name="r1_o06010"/>
          <p:cNvSpPr/>
          <p:nvPr/>
        </p:nvSpPr>
        <p:spPr>
          <a:xfrm>
            <a:off x="3968055" y="273522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3" name="r1_o06011"/>
          <p:cNvSpPr/>
          <p:nvPr/>
        </p:nvSpPr>
        <p:spPr>
          <a:xfrm>
            <a:off x="3968055" y="273522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4" name="r1_o06012"/>
          <p:cNvSpPr/>
          <p:nvPr/>
        </p:nvSpPr>
        <p:spPr>
          <a:xfrm>
            <a:off x="4000564" y="271565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5" name="r1_o06013"/>
          <p:cNvSpPr/>
          <p:nvPr/>
        </p:nvSpPr>
        <p:spPr>
          <a:xfrm>
            <a:off x="4006686" y="272112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6" name="r1_o06014"/>
          <p:cNvSpPr/>
          <p:nvPr/>
        </p:nvSpPr>
        <p:spPr>
          <a:xfrm>
            <a:off x="4006686" y="272112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7" name="r1_o06015"/>
          <p:cNvSpPr/>
          <p:nvPr/>
        </p:nvSpPr>
        <p:spPr>
          <a:xfrm>
            <a:off x="4028113" y="274101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8" name="r1_o06016"/>
          <p:cNvSpPr/>
          <p:nvPr/>
        </p:nvSpPr>
        <p:spPr>
          <a:xfrm>
            <a:off x="4032031" y="274451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9" name="r1_o06017"/>
          <p:cNvSpPr/>
          <p:nvPr/>
        </p:nvSpPr>
        <p:spPr>
          <a:xfrm>
            <a:off x="4032031" y="274451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0" name="r1_o06018"/>
          <p:cNvSpPr/>
          <p:nvPr/>
        </p:nvSpPr>
        <p:spPr>
          <a:xfrm>
            <a:off x="4128516" y="273422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1" name="r1_o06019"/>
          <p:cNvSpPr/>
          <p:nvPr/>
        </p:nvSpPr>
        <p:spPr>
          <a:xfrm>
            <a:off x="4134638" y="273969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2" name="r1_o06020"/>
          <p:cNvSpPr/>
          <p:nvPr/>
        </p:nvSpPr>
        <p:spPr>
          <a:xfrm>
            <a:off x="4134638" y="273969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3" name="r1_o06021"/>
          <p:cNvSpPr/>
          <p:nvPr/>
        </p:nvSpPr>
        <p:spPr>
          <a:xfrm>
            <a:off x="4156064" y="275959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4" name="r1_o06022"/>
          <p:cNvSpPr/>
          <p:nvPr/>
        </p:nvSpPr>
        <p:spPr>
          <a:xfrm>
            <a:off x="4159982" y="276309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5" name="r1_o06023"/>
          <p:cNvSpPr/>
          <p:nvPr/>
        </p:nvSpPr>
        <p:spPr>
          <a:xfrm>
            <a:off x="4159982" y="276309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6" name="r1_o06024"/>
          <p:cNvSpPr/>
          <p:nvPr/>
        </p:nvSpPr>
        <p:spPr>
          <a:xfrm>
            <a:off x="4192492" y="274351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7" name="r1_o06025"/>
          <p:cNvSpPr/>
          <p:nvPr/>
        </p:nvSpPr>
        <p:spPr>
          <a:xfrm>
            <a:off x="4198614" y="274898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8" name="r1_o06026"/>
          <p:cNvSpPr/>
          <p:nvPr/>
        </p:nvSpPr>
        <p:spPr>
          <a:xfrm>
            <a:off x="4198614" y="274898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9" name="r1_o06027"/>
          <p:cNvSpPr/>
          <p:nvPr/>
        </p:nvSpPr>
        <p:spPr>
          <a:xfrm>
            <a:off x="4220040" y="276887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0" name="r1_o06028"/>
          <p:cNvSpPr/>
          <p:nvPr/>
        </p:nvSpPr>
        <p:spPr>
          <a:xfrm>
            <a:off x="4223958" y="277237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1" name="r1_o06029"/>
          <p:cNvSpPr/>
          <p:nvPr/>
        </p:nvSpPr>
        <p:spPr>
          <a:xfrm>
            <a:off x="4223958" y="277237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2" name="r1_o06030"/>
          <p:cNvSpPr/>
          <p:nvPr/>
        </p:nvSpPr>
        <p:spPr>
          <a:xfrm>
            <a:off x="3759224" y="274743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3" name="r1_o06031"/>
          <p:cNvSpPr/>
          <p:nvPr/>
        </p:nvSpPr>
        <p:spPr>
          <a:xfrm>
            <a:off x="3765346" y="275289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4" name="r1_o06032"/>
          <p:cNvSpPr/>
          <p:nvPr/>
        </p:nvSpPr>
        <p:spPr>
          <a:xfrm>
            <a:off x="3765346" y="275289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5" name="r1_o06033"/>
          <p:cNvSpPr/>
          <p:nvPr/>
        </p:nvSpPr>
        <p:spPr>
          <a:xfrm>
            <a:off x="3786773" y="277279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6" name="r1_o06034"/>
          <p:cNvSpPr/>
          <p:nvPr/>
        </p:nvSpPr>
        <p:spPr>
          <a:xfrm>
            <a:off x="3790691" y="277629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7" name="r1_o06035"/>
          <p:cNvSpPr/>
          <p:nvPr/>
        </p:nvSpPr>
        <p:spPr>
          <a:xfrm>
            <a:off x="3790691" y="277629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8" name="r1_o06036"/>
          <p:cNvSpPr/>
          <p:nvPr/>
        </p:nvSpPr>
        <p:spPr>
          <a:xfrm>
            <a:off x="4320443" y="276209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9" name="r1_o06037"/>
          <p:cNvSpPr/>
          <p:nvPr/>
        </p:nvSpPr>
        <p:spPr>
          <a:xfrm>
            <a:off x="4326565" y="276755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0" name="r1_o06038"/>
          <p:cNvSpPr/>
          <p:nvPr/>
        </p:nvSpPr>
        <p:spPr>
          <a:xfrm>
            <a:off x="4326565" y="276755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1" name="r1_o06039"/>
          <p:cNvSpPr/>
          <p:nvPr/>
        </p:nvSpPr>
        <p:spPr>
          <a:xfrm>
            <a:off x="4347992" y="278745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2" name="r1_o06040"/>
          <p:cNvSpPr/>
          <p:nvPr/>
        </p:nvSpPr>
        <p:spPr>
          <a:xfrm>
            <a:off x="4351910" y="279095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3" name="r1_o06041"/>
          <p:cNvSpPr/>
          <p:nvPr/>
        </p:nvSpPr>
        <p:spPr>
          <a:xfrm>
            <a:off x="4351910" y="279095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4" name="r1_o06042"/>
          <p:cNvSpPr/>
          <p:nvPr/>
        </p:nvSpPr>
        <p:spPr>
          <a:xfrm>
            <a:off x="3887176" y="276600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5" name="r1_o06043"/>
          <p:cNvSpPr/>
          <p:nvPr/>
        </p:nvSpPr>
        <p:spPr>
          <a:xfrm>
            <a:off x="3893298" y="277147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6" name="r1_o06044"/>
          <p:cNvSpPr/>
          <p:nvPr/>
        </p:nvSpPr>
        <p:spPr>
          <a:xfrm>
            <a:off x="3893298" y="277147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7" name="r1_o06045"/>
          <p:cNvSpPr/>
          <p:nvPr/>
        </p:nvSpPr>
        <p:spPr>
          <a:xfrm>
            <a:off x="4384419" y="277138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8" name="r1_o06046"/>
          <p:cNvSpPr/>
          <p:nvPr/>
        </p:nvSpPr>
        <p:spPr>
          <a:xfrm>
            <a:off x="4390541" y="277684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9" name="r1_o06047"/>
          <p:cNvSpPr/>
          <p:nvPr/>
        </p:nvSpPr>
        <p:spPr>
          <a:xfrm>
            <a:off x="4390541" y="277684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0" name="r1_o06048"/>
          <p:cNvSpPr/>
          <p:nvPr/>
        </p:nvSpPr>
        <p:spPr>
          <a:xfrm>
            <a:off x="4411968" y="279674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1" name="r1_o06049"/>
          <p:cNvSpPr/>
          <p:nvPr/>
        </p:nvSpPr>
        <p:spPr>
          <a:xfrm>
            <a:off x="4415886" y="280024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2" name="r1_o06050"/>
          <p:cNvSpPr/>
          <p:nvPr/>
        </p:nvSpPr>
        <p:spPr>
          <a:xfrm>
            <a:off x="4415886" y="280024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3" name="r1_o06051"/>
          <p:cNvSpPr/>
          <p:nvPr/>
        </p:nvSpPr>
        <p:spPr>
          <a:xfrm>
            <a:off x="3951151" y="277529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4" name="r1_o06052"/>
          <p:cNvSpPr/>
          <p:nvPr/>
        </p:nvSpPr>
        <p:spPr>
          <a:xfrm>
            <a:off x="3957273" y="278075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5" name="r1_o06053"/>
          <p:cNvSpPr/>
          <p:nvPr/>
        </p:nvSpPr>
        <p:spPr>
          <a:xfrm>
            <a:off x="3957273" y="278075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6" name="r1_o06054"/>
          <p:cNvSpPr/>
          <p:nvPr/>
        </p:nvSpPr>
        <p:spPr>
          <a:xfrm>
            <a:off x="4512371" y="278995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7" name="r1_o06055"/>
          <p:cNvSpPr/>
          <p:nvPr/>
        </p:nvSpPr>
        <p:spPr>
          <a:xfrm>
            <a:off x="4518493" y="279542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8" name="r1_o06056"/>
          <p:cNvSpPr/>
          <p:nvPr/>
        </p:nvSpPr>
        <p:spPr>
          <a:xfrm>
            <a:off x="4518493" y="279542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9" name="r1_o06057"/>
          <p:cNvSpPr/>
          <p:nvPr/>
        </p:nvSpPr>
        <p:spPr>
          <a:xfrm>
            <a:off x="4539919" y="281531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0" name="r1_o06058"/>
          <p:cNvSpPr/>
          <p:nvPr/>
        </p:nvSpPr>
        <p:spPr>
          <a:xfrm>
            <a:off x="4543837" y="2818817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1" name="r1_o06059"/>
          <p:cNvSpPr/>
          <p:nvPr/>
        </p:nvSpPr>
        <p:spPr>
          <a:xfrm>
            <a:off x="4543837" y="2818817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2" name="r1_o06060"/>
          <p:cNvSpPr/>
          <p:nvPr/>
        </p:nvSpPr>
        <p:spPr>
          <a:xfrm>
            <a:off x="4079103" y="279386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3" name="r1_o06061"/>
          <p:cNvSpPr/>
          <p:nvPr/>
        </p:nvSpPr>
        <p:spPr>
          <a:xfrm>
            <a:off x="4085225" y="279933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4" name="r1_o06062"/>
          <p:cNvSpPr/>
          <p:nvPr/>
        </p:nvSpPr>
        <p:spPr>
          <a:xfrm>
            <a:off x="4085225" y="279933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5" name="r1_o06063"/>
          <p:cNvSpPr/>
          <p:nvPr/>
        </p:nvSpPr>
        <p:spPr>
          <a:xfrm>
            <a:off x="4576346" y="27992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6" name="r1_o06064"/>
          <p:cNvSpPr/>
          <p:nvPr/>
        </p:nvSpPr>
        <p:spPr>
          <a:xfrm>
            <a:off x="4582468" y="28047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7" name="r1_o06065"/>
          <p:cNvSpPr/>
          <p:nvPr/>
        </p:nvSpPr>
        <p:spPr>
          <a:xfrm>
            <a:off x="4582468" y="28047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8" name="r1_o06066"/>
          <p:cNvSpPr/>
          <p:nvPr/>
        </p:nvSpPr>
        <p:spPr>
          <a:xfrm>
            <a:off x="4603895" y="282460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9" name="r1_o06067"/>
          <p:cNvSpPr/>
          <p:nvPr/>
        </p:nvSpPr>
        <p:spPr>
          <a:xfrm>
            <a:off x="4607813" y="282810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0" name="r1_o06068"/>
          <p:cNvSpPr/>
          <p:nvPr/>
        </p:nvSpPr>
        <p:spPr>
          <a:xfrm>
            <a:off x="4607813" y="282810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1" name="r1_o06069"/>
          <p:cNvSpPr/>
          <p:nvPr/>
        </p:nvSpPr>
        <p:spPr>
          <a:xfrm>
            <a:off x="4143079" y="280315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2" name="r1_o06070"/>
          <p:cNvSpPr/>
          <p:nvPr/>
        </p:nvSpPr>
        <p:spPr>
          <a:xfrm>
            <a:off x="4149201" y="280862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3" name="r1_o06071"/>
          <p:cNvSpPr/>
          <p:nvPr/>
        </p:nvSpPr>
        <p:spPr>
          <a:xfrm>
            <a:off x="4149201" y="280862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4" name="r1_o06072"/>
          <p:cNvSpPr/>
          <p:nvPr/>
        </p:nvSpPr>
        <p:spPr>
          <a:xfrm>
            <a:off x="4271030" y="282173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5" name="r1_o06073"/>
          <p:cNvSpPr/>
          <p:nvPr/>
        </p:nvSpPr>
        <p:spPr>
          <a:xfrm>
            <a:off x="4277152" y="282719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6" name="r1_o06074"/>
          <p:cNvSpPr/>
          <p:nvPr/>
        </p:nvSpPr>
        <p:spPr>
          <a:xfrm>
            <a:off x="4277152" y="282719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7" name="r1_o06075"/>
          <p:cNvSpPr/>
          <p:nvPr/>
        </p:nvSpPr>
        <p:spPr>
          <a:xfrm>
            <a:off x="3837763" y="28256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8" name="r1_o06076"/>
          <p:cNvSpPr/>
          <p:nvPr/>
        </p:nvSpPr>
        <p:spPr>
          <a:xfrm>
            <a:off x="3843885" y="28311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9" name="r1_o06077"/>
          <p:cNvSpPr/>
          <p:nvPr/>
        </p:nvSpPr>
        <p:spPr>
          <a:xfrm>
            <a:off x="3843885" y="28311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0" name="r1_o06078"/>
          <p:cNvSpPr/>
          <p:nvPr/>
        </p:nvSpPr>
        <p:spPr>
          <a:xfrm>
            <a:off x="4335006" y="283102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1" name="r1_o06079"/>
          <p:cNvSpPr/>
          <p:nvPr/>
        </p:nvSpPr>
        <p:spPr>
          <a:xfrm>
            <a:off x="4341128" y="283648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2" name="r1_o06080"/>
          <p:cNvSpPr/>
          <p:nvPr/>
        </p:nvSpPr>
        <p:spPr>
          <a:xfrm>
            <a:off x="4341128" y="283648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3" name="r1_o06081"/>
          <p:cNvSpPr/>
          <p:nvPr/>
        </p:nvSpPr>
        <p:spPr>
          <a:xfrm>
            <a:off x="3901739" y="283493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4" name="r1_o06082"/>
          <p:cNvSpPr/>
          <p:nvPr/>
        </p:nvSpPr>
        <p:spPr>
          <a:xfrm>
            <a:off x="3907861" y="284039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5" name="r1_o06083"/>
          <p:cNvSpPr/>
          <p:nvPr/>
        </p:nvSpPr>
        <p:spPr>
          <a:xfrm>
            <a:off x="3907861" y="284039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6" name="r1_o06084"/>
          <p:cNvSpPr/>
          <p:nvPr/>
        </p:nvSpPr>
        <p:spPr>
          <a:xfrm>
            <a:off x="4462958" y="284959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7" name="r1_o06085"/>
          <p:cNvSpPr/>
          <p:nvPr/>
        </p:nvSpPr>
        <p:spPr>
          <a:xfrm>
            <a:off x="4469080" y="285506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8" name="r1_o06086"/>
          <p:cNvSpPr/>
          <p:nvPr/>
        </p:nvSpPr>
        <p:spPr>
          <a:xfrm>
            <a:off x="4469080" y="285506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9" name="r1_o06087"/>
          <p:cNvSpPr/>
          <p:nvPr/>
        </p:nvSpPr>
        <p:spPr>
          <a:xfrm>
            <a:off x="4029690" y="285350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0" name="r1_o06088"/>
          <p:cNvSpPr/>
          <p:nvPr/>
        </p:nvSpPr>
        <p:spPr>
          <a:xfrm>
            <a:off x="4035812" y="285897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1" name="r1_o06089"/>
          <p:cNvSpPr/>
          <p:nvPr/>
        </p:nvSpPr>
        <p:spPr>
          <a:xfrm>
            <a:off x="4035812" y="285897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2" name="r1_o06090"/>
          <p:cNvSpPr/>
          <p:nvPr/>
        </p:nvSpPr>
        <p:spPr>
          <a:xfrm>
            <a:off x="4526934" y="285888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3" name="r1_o06091"/>
          <p:cNvSpPr/>
          <p:nvPr/>
        </p:nvSpPr>
        <p:spPr>
          <a:xfrm>
            <a:off x="4533056" y="286435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4" name="r1_o06092"/>
          <p:cNvSpPr/>
          <p:nvPr/>
        </p:nvSpPr>
        <p:spPr>
          <a:xfrm>
            <a:off x="4533056" y="286435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5" name="r1_o06093"/>
          <p:cNvSpPr/>
          <p:nvPr/>
        </p:nvSpPr>
        <p:spPr>
          <a:xfrm>
            <a:off x="4093666" y="286279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6" name="r1_o06094"/>
          <p:cNvSpPr/>
          <p:nvPr/>
        </p:nvSpPr>
        <p:spPr>
          <a:xfrm>
            <a:off x="4099788" y="286826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7" name="r1_o06095"/>
          <p:cNvSpPr/>
          <p:nvPr/>
        </p:nvSpPr>
        <p:spPr>
          <a:xfrm>
            <a:off x="4099788" y="286826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8" name="r1_o06096"/>
          <p:cNvSpPr/>
          <p:nvPr/>
        </p:nvSpPr>
        <p:spPr>
          <a:xfrm>
            <a:off x="4654885" y="287746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9" name="r1_o06097"/>
          <p:cNvSpPr/>
          <p:nvPr/>
        </p:nvSpPr>
        <p:spPr>
          <a:xfrm>
            <a:off x="4661007" y="288292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0" name="r1_o06098"/>
          <p:cNvSpPr/>
          <p:nvPr/>
        </p:nvSpPr>
        <p:spPr>
          <a:xfrm>
            <a:off x="4661007" y="288292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1" name="r1_o06099"/>
          <p:cNvSpPr/>
          <p:nvPr/>
        </p:nvSpPr>
        <p:spPr>
          <a:xfrm>
            <a:off x="4221618" y="288137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2" name="r1_o06100"/>
          <p:cNvSpPr/>
          <p:nvPr/>
        </p:nvSpPr>
        <p:spPr>
          <a:xfrm>
            <a:off x="4227740" y="288683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3" name="r1_o06101"/>
          <p:cNvSpPr/>
          <p:nvPr/>
        </p:nvSpPr>
        <p:spPr>
          <a:xfrm>
            <a:off x="4227740" y="288683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4" name="r1_o06102"/>
          <p:cNvSpPr/>
          <p:nvPr/>
        </p:nvSpPr>
        <p:spPr>
          <a:xfrm>
            <a:off x="4718861" y="288674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5" name="r1_o06103"/>
          <p:cNvSpPr/>
          <p:nvPr/>
        </p:nvSpPr>
        <p:spPr>
          <a:xfrm>
            <a:off x="4724983" y="289221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6" name="r1_o06104"/>
          <p:cNvSpPr/>
          <p:nvPr/>
        </p:nvSpPr>
        <p:spPr>
          <a:xfrm>
            <a:off x="4724983" y="289221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7" name="r1_o06105"/>
          <p:cNvSpPr/>
          <p:nvPr/>
        </p:nvSpPr>
        <p:spPr>
          <a:xfrm>
            <a:off x="4746410" y="291211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8" name="r1_o06106"/>
          <p:cNvSpPr/>
          <p:nvPr/>
        </p:nvSpPr>
        <p:spPr>
          <a:xfrm>
            <a:off x="4750328" y="2915609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9" name="r1_o06107"/>
          <p:cNvSpPr/>
          <p:nvPr/>
        </p:nvSpPr>
        <p:spPr>
          <a:xfrm>
            <a:off x="4750328" y="2915609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0" name="r1_o06108"/>
          <p:cNvSpPr/>
          <p:nvPr/>
        </p:nvSpPr>
        <p:spPr>
          <a:xfrm>
            <a:off x="4285594" y="289066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1" name="r1_o06109"/>
          <p:cNvSpPr/>
          <p:nvPr/>
        </p:nvSpPr>
        <p:spPr>
          <a:xfrm>
            <a:off x="4291715" y="289612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2" name="r1_o06110"/>
          <p:cNvSpPr/>
          <p:nvPr/>
        </p:nvSpPr>
        <p:spPr>
          <a:xfrm>
            <a:off x="4291715" y="289612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3" name="r1_o06111"/>
          <p:cNvSpPr/>
          <p:nvPr/>
        </p:nvSpPr>
        <p:spPr>
          <a:xfrm>
            <a:off x="3852331" y="289458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4" name="r1_o06112"/>
          <p:cNvSpPr/>
          <p:nvPr/>
        </p:nvSpPr>
        <p:spPr>
          <a:xfrm>
            <a:off x="3858453" y="290004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5" name="r1_o06113"/>
          <p:cNvSpPr/>
          <p:nvPr/>
        </p:nvSpPr>
        <p:spPr>
          <a:xfrm>
            <a:off x="3858453" y="290004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6" name="r1_o06114"/>
          <p:cNvSpPr/>
          <p:nvPr/>
        </p:nvSpPr>
        <p:spPr>
          <a:xfrm>
            <a:off x="3879880" y="291994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7" name="r1_o06115"/>
          <p:cNvSpPr/>
          <p:nvPr/>
        </p:nvSpPr>
        <p:spPr>
          <a:xfrm>
            <a:off x="3883798" y="292344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8" name="r1_o06116"/>
          <p:cNvSpPr/>
          <p:nvPr/>
        </p:nvSpPr>
        <p:spPr>
          <a:xfrm>
            <a:off x="3883798" y="292344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9" name="r1_o06117"/>
          <p:cNvSpPr/>
          <p:nvPr/>
        </p:nvSpPr>
        <p:spPr>
          <a:xfrm>
            <a:off x="4413545" y="290923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0" name="r1_o06118"/>
          <p:cNvSpPr/>
          <p:nvPr/>
        </p:nvSpPr>
        <p:spPr>
          <a:xfrm>
            <a:off x="4419667" y="291470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1" name="r1_o06119"/>
          <p:cNvSpPr/>
          <p:nvPr/>
        </p:nvSpPr>
        <p:spPr>
          <a:xfrm>
            <a:off x="4419667" y="291470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2" name="r1_o06120"/>
          <p:cNvSpPr/>
          <p:nvPr/>
        </p:nvSpPr>
        <p:spPr>
          <a:xfrm>
            <a:off x="3980283" y="291315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3" name="r1_o06121"/>
          <p:cNvSpPr/>
          <p:nvPr/>
        </p:nvSpPr>
        <p:spPr>
          <a:xfrm>
            <a:off x="3986405" y="291862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4" name="r1_o06122"/>
          <p:cNvSpPr/>
          <p:nvPr/>
        </p:nvSpPr>
        <p:spPr>
          <a:xfrm>
            <a:off x="3986405" y="291862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5" name="r1_o06123"/>
          <p:cNvSpPr/>
          <p:nvPr/>
        </p:nvSpPr>
        <p:spPr>
          <a:xfrm>
            <a:off x="4477521" y="291852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6" name="r1_o06124"/>
          <p:cNvSpPr/>
          <p:nvPr/>
        </p:nvSpPr>
        <p:spPr>
          <a:xfrm>
            <a:off x="4483643" y="292399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7" name="r1_o06125"/>
          <p:cNvSpPr/>
          <p:nvPr/>
        </p:nvSpPr>
        <p:spPr>
          <a:xfrm>
            <a:off x="4483643" y="292399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8" name="r1_o06126"/>
          <p:cNvSpPr/>
          <p:nvPr/>
        </p:nvSpPr>
        <p:spPr>
          <a:xfrm>
            <a:off x="4044259" y="29224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9" name="r1_o06127"/>
          <p:cNvSpPr/>
          <p:nvPr/>
        </p:nvSpPr>
        <p:spPr>
          <a:xfrm>
            <a:off x="4050381" y="29279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0" name="r1_o06128"/>
          <p:cNvSpPr/>
          <p:nvPr/>
        </p:nvSpPr>
        <p:spPr>
          <a:xfrm>
            <a:off x="4050381" y="29279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1" name="r1_o06129"/>
          <p:cNvSpPr/>
          <p:nvPr/>
        </p:nvSpPr>
        <p:spPr>
          <a:xfrm>
            <a:off x="4605473" y="293710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2" name="r1_o06130"/>
          <p:cNvSpPr/>
          <p:nvPr/>
        </p:nvSpPr>
        <p:spPr>
          <a:xfrm>
            <a:off x="4611595" y="294256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3" name="r1_o06131"/>
          <p:cNvSpPr/>
          <p:nvPr/>
        </p:nvSpPr>
        <p:spPr>
          <a:xfrm>
            <a:off x="4611595" y="294256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4" name="r1_o06132"/>
          <p:cNvSpPr/>
          <p:nvPr/>
        </p:nvSpPr>
        <p:spPr>
          <a:xfrm>
            <a:off x="4172210" y="294102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5" name="r1_o06133"/>
          <p:cNvSpPr/>
          <p:nvPr/>
        </p:nvSpPr>
        <p:spPr>
          <a:xfrm>
            <a:off x="4178332" y="294648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6" name="r1_o06134"/>
          <p:cNvSpPr/>
          <p:nvPr/>
        </p:nvSpPr>
        <p:spPr>
          <a:xfrm>
            <a:off x="4178332" y="294648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7" name="r1_o06135"/>
          <p:cNvSpPr/>
          <p:nvPr/>
        </p:nvSpPr>
        <p:spPr>
          <a:xfrm>
            <a:off x="4669448" y="294638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8" name="r1_o06136"/>
          <p:cNvSpPr/>
          <p:nvPr/>
        </p:nvSpPr>
        <p:spPr>
          <a:xfrm>
            <a:off x="4675570" y="295185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9" name="r1_o06137"/>
          <p:cNvSpPr/>
          <p:nvPr/>
        </p:nvSpPr>
        <p:spPr>
          <a:xfrm>
            <a:off x="4675570" y="295185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0" name="r1_o06138"/>
          <p:cNvSpPr/>
          <p:nvPr/>
        </p:nvSpPr>
        <p:spPr>
          <a:xfrm>
            <a:off x="4236186" y="295030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1" name="r1_o06139"/>
          <p:cNvSpPr/>
          <p:nvPr/>
        </p:nvSpPr>
        <p:spPr>
          <a:xfrm>
            <a:off x="4242308" y="295577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2" name="r1_o06140"/>
          <p:cNvSpPr/>
          <p:nvPr/>
        </p:nvSpPr>
        <p:spPr>
          <a:xfrm>
            <a:off x="4242308" y="295577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3" name="r1_o06141"/>
          <p:cNvSpPr/>
          <p:nvPr/>
        </p:nvSpPr>
        <p:spPr>
          <a:xfrm>
            <a:off x="4797400" y="296496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4" name="r1_o06142"/>
          <p:cNvSpPr/>
          <p:nvPr/>
        </p:nvSpPr>
        <p:spPr>
          <a:xfrm>
            <a:off x="4803522" y="297043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5" name="r1_o06143"/>
          <p:cNvSpPr/>
          <p:nvPr/>
        </p:nvSpPr>
        <p:spPr>
          <a:xfrm>
            <a:off x="4803522" y="297043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6" name="r1_o06144"/>
          <p:cNvSpPr/>
          <p:nvPr/>
        </p:nvSpPr>
        <p:spPr>
          <a:xfrm>
            <a:off x="4824949" y="299032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7" name="r1_o06145"/>
          <p:cNvSpPr/>
          <p:nvPr/>
        </p:nvSpPr>
        <p:spPr>
          <a:xfrm>
            <a:off x="4828867" y="299382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8" name="r1_o06146"/>
          <p:cNvSpPr/>
          <p:nvPr/>
        </p:nvSpPr>
        <p:spPr>
          <a:xfrm>
            <a:off x="4828867" y="299382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9" name="r1_o06147"/>
          <p:cNvSpPr/>
          <p:nvPr/>
        </p:nvSpPr>
        <p:spPr>
          <a:xfrm>
            <a:off x="4364138" y="296888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0" name="r1_o06148"/>
          <p:cNvSpPr/>
          <p:nvPr/>
        </p:nvSpPr>
        <p:spPr>
          <a:xfrm>
            <a:off x="4370260" y="297435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1" name="r1_o06149"/>
          <p:cNvSpPr/>
          <p:nvPr/>
        </p:nvSpPr>
        <p:spPr>
          <a:xfrm>
            <a:off x="4370260" y="297435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2" name="r1_o06150"/>
          <p:cNvSpPr/>
          <p:nvPr/>
        </p:nvSpPr>
        <p:spPr>
          <a:xfrm>
            <a:off x="3930870" y="297279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3" name="r1_o06151"/>
          <p:cNvSpPr/>
          <p:nvPr/>
        </p:nvSpPr>
        <p:spPr>
          <a:xfrm>
            <a:off x="3936992" y="297826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4" name="r1_o06152"/>
          <p:cNvSpPr/>
          <p:nvPr/>
        </p:nvSpPr>
        <p:spPr>
          <a:xfrm>
            <a:off x="3936992" y="297826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5" name="r1_o06153"/>
          <p:cNvSpPr/>
          <p:nvPr/>
        </p:nvSpPr>
        <p:spPr>
          <a:xfrm>
            <a:off x="3958419" y="299815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6" name="r1_o06154"/>
          <p:cNvSpPr/>
          <p:nvPr/>
        </p:nvSpPr>
        <p:spPr>
          <a:xfrm>
            <a:off x="3962337" y="300165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7" name="r1_o06155"/>
          <p:cNvSpPr/>
          <p:nvPr/>
        </p:nvSpPr>
        <p:spPr>
          <a:xfrm>
            <a:off x="3962337" y="300165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8" name="r1_o06156"/>
          <p:cNvSpPr/>
          <p:nvPr/>
        </p:nvSpPr>
        <p:spPr>
          <a:xfrm>
            <a:off x="4428114" y="297817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9" name="r1_o06157"/>
          <p:cNvSpPr/>
          <p:nvPr/>
        </p:nvSpPr>
        <p:spPr>
          <a:xfrm>
            <a:off x="4434236" y="298363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0" name="r1_o06158"/>
          <p:cNvSpPr/>
          <p:nvPr/>
        </p:nvSpPr>
        <p:spPr>
          <a:xfrm>
            <a:off x="4434236" y="298363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1" name="r1_o06159"/>
          <p:cNvSpPr/>
          <p:nvPr/>
        </p:nvSpPr>
        <p:spPr>
          <a:xfrm>
            <a:off x="3994846" y="298208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2" name="r1_o06160"/>
          <p:cNvSpPr/>
          <p:nvPr/>
        </p:nvSpPr>
        <p:spPr>
          <a:xfrm>
            <a:off x="4000968" y="298755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3" name="r1_o06161"/>
          <p:cNvSpPr/>
          <p:nvPr/>
        </p:nvSpPr>
        <p:spPr>
          <a:xfrm>
            <a:off x="4000968" y="298755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4" name="r1_o06162"/>
          <p:cNvSpPr/>
          <p:nvPr/>
        </p:nvSpPr>
        <p:spPr>
          <a:xfrm>
            <a:off x="4556065" y="299674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5" name="r1_o06163"/>
          <p:cNvSpPr/>
          <p:nvPr/>
        </p:nvSpPr>
        <p:spPr>
          <a:xfrm>
            <a:off x="4562187" y="300221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6" name="r1_o06164"/>
          <p:cNvSpPr/>
          <p:nvPr/>
        </p:nvSpPr>
        <p:spPr>
          <a:xfrm>
            <a:off x="4562187" y="300221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7" name="r1_o06165"/>
          <p:cNvSpPr/>
          <p:nvPr/>
        </p:nvSpPr>
        <p:spPr>
          <a:xfrm>
            <a:off x="4122798" y="300066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8" name="r1_o06166"/>
          <p:cNvSpPr/>
          <p:nvPr/>
        </p:nvSpPr>
        <p:spPr>
          <a:xfrm>
            <a:off x="4128920" y="300612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9" name="r1_o06167"/>
          <p:cNvSpPr/>
          <p:nvPr/>
        </p:nvSpPr>
        <p:spPr>
          <a:xfrm>
            <a:off x="4128920" y="300612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0" name="r1_o06168"/>
          <p:cNvSpPr/>
          <p:nvPr/>
        </p:nvSpPr>
        <p:spPr>
          <a:xfrm>
            <a:off x="4620041" y="300603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1" name="r1_o06169"/>
          <p:cNvSpPr/>
          <p:nvPr/>
        </p:nvSpPr>
        <p:spPr>
          <a:xfrm>
            <a:off x="4626163" y="301150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2" name="r1_o06170"/>
          <p:cNvSpPr/>
          <p:nvPr/>
        </p:nvSpPr>
        <p:spPr>
          <a:xfrm>
            <a:off x="4626163" y="301150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3" name="r1_o06171"/>
          <p:cNvSpPr/>
          <p:nvPr/>
        </p:nvSpPr>
        <p:spPr>
          <a:xfrm>
            <a:off x="4186773" y="300994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4" name="r1_o06172"/>
          <p:cNvSpPr/>
          <p:nvPr/>
        </p:nvSpPr>
        <p:spPr>
          <a:xfrm>
            <a:off x="4192895" y="301541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5" name="r1_o06173"/>
          <p:cNvSpPr/>
          <p:nvPr/>
        </p:nvSpPr>
        <p:spPr>
          <a:xfrm>
            <a:off x="4192895" y="301541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6" name="r1_o06174"/>
          <p:cNvSpPr/>
          <p:nvPr/>
        </p:nvSpPr>
        <p:spPr>
          <a:xfrm>
            <a:off x="4747993" y="302461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7" name="r1_o06175"/>
          <p:cNvSpPr/>
          <p:nvPr/>
        </p:nvSpPr>
        <p:spPr>
          <a:xfrm>
            <a:off x="4754115" y="303007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8" name="r1_o06176"/>
          <p:cNvSpPr/>
          <p:nvPr/>
        </p:nvSpPr>
        <p:spPr>
          <a:xfrm>
            <a:off x="4754115" y="303007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9" name="r1_o06177"/>
          <p:cNvSpPr/>
          <p:nvPr/>
        </p:nvSpPr>
        <p:spPr>
          <a:xfrm>
            <a:off x="4314725" y="302852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0" name="r1_o06178"/>
          <p:cNvSpPr/>
          <p:nvPr/>
        </p:nvSpPr>
        <p:spPr>
          <a:xfrm>
            <a:off x="4320847" y="303399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1" name="r1_o06179"/>
          <p:cNvSpPr/>
          <p:nvPr/>
        </p:nvSpPr>
        <p:spPr>
          <a:xfrm>
            <a:off x="4320847" y="303399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2" name="r1_o06180"/>
          <p:cNvSpPr/>
          <p:nvPr/>
        </p:nvSpPr>
        <p:spPr>
          <a:xfrm>
            <a:off x="4811968" y="303390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3" name="r1_o06181"/>
          <p:cNvSpPr/>
          <p:nvPr/>
        </p:nvSpPr>
        <p:spPr>
          <a:xfrm>
            <a:off x="4818090" y="303936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4" name="r1_o06182"/>
          <p:cNvSpPr/>
          <p:nvPr/>
        </p:nvSpPr>
        <p:spPr>
          <a:xfrm>
            <a:off x="4818090" y="303936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5" name="r1_o06183"/>
          <p:cNvSpPr/>
          <p:nvPr/>
        </p:nvSpPr>
        <p:spPr>
          <a:xfrm>
            <a:off x="4378701" y="303781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6" name="r1_o06184"/>
          <p:cNvSpPr/>
          <p:nvPr/>
        </p:nvSpPr>
        <p:spPr>
          <a:xfrm>
            <a:off x="4384823" y="304327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7" name="r1_o06185"/>
          <p:cNvSpPr/>
          <p:nvPr/>
        </p:nvSpPr>
        <p:spPr>
          <a:xfrm>
            <a:off x="4384823" y="304327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8" name="r1_o06186"/>
          <p:cNvSpPr/>
          <p:nvPr/>
        </p:nvSpPr>
        <p:spPr>
          <a:xfrm>
            <a:off x="4506652" y="305638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9" name="r1_o06187"/>
          <p:cNvSpPr/>
          <p:nvPr/>
        </p:nvSpPr>
        <p:spPr>
          <a:xfrm>
            <a:off x="4512774" y="306185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0" name="r1_o06188"/>
          <p:cNvSpPr/>
          <p:nvPr/>
        </p:nvSpPr>
        <p:spPr>
          <a:xfrm>
            <a:off x="4512774" y="306185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1" name="r1_o06189"/>
          <p:cNvSpPr/>
          <p:nvPr/>
        </p:nvSpPr>
        <p:spPr>
          <a:xfrm>
            <a:off x="4073385" y="306030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2" name="r1_o06190"/>
          <p:cNvSpPr/>
          <p:nvPr/>
        </p:nvSpPr>
        <p:spPr>
          <a:xfrm>
            <a:off x="4079507" y="306576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3" name="r1_o06191"/>
          <p:cNvSpPr/>
          <p:nvPr/>
        </p:nvSpPr>
        <p:spPr>
          <a:xfrm>
            <a:off x="4079507" y="306576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4" name="r1_o06192"/>
          <p:cNvSpPr/>
          <p:nvPr/>
        </p:nvSpPr>
        <p:spPr>
          <a:xfrm>
            <a:off x="4100933" y="308566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5" name="r1_o06193"/>
          <p:cNvSpPr/>
          <p:nvPr/>
        </p:nvSpPr>
        <p:spPr>
          <a:xfrm>
            <a:off x="4104851" y="308916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6" name="r1_o06194"/>
          <p:cNvSpPr/>
          <p:nvPr/>
        </p:nvSpPr>
        <p:spPr>
          <a:xfrm>
            <a:off x="4104851" y="308916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7" name="r1_o06195"/>
          <p:cNvSpPr/>
          <p:nvPr/>
        </p:nvSpPr>
        <p:spPr>
          <a:xfrm>
            <a:off x="4570628" y="306567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8" name="r1_o06196"/>
          <p:cNvSpPr/>
          <p:nvPr/>
        </p:nvSpPr>
        <p:spPr>
          <a:xfrm>
            <a:off x="4576750" y="307114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9" name="r1_o06197"/>
          <p:cNvSpPr/>
          <p:nvPr/>
        </p:nvSpPr>
        <p:spPr>
          <a:xfrm>
            <a:off x="4576750" y="307114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0" name="r1_o06198"/>
          <p:cNvSpPr/>
          <p:nvPr/>
        </p:nvSpPr>
        <p:spPr>
          <a:xfrm>
            <a:off x="4137361" y="306958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1" name="r1_o06199"/>
          <p:cNvSpPr/>
          <p:nvPr/>
        </p:nvSpPr>
        <p:spPr>
          <a:xfrm>
            <a:off x="4143483" y="307505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2" name="r1_o06200"/>
          <p:cNvSpPr/>
          <p:nvPr/>
        </p:nvSpPr>
        <p:spPr>
          <a:xfrm>
            <a:off x="4143483" y="307505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3" name="r1_o06201"/>
          <p:cNvSpPr/>
          <p:nvPr/>
        </p:nvSpPr>
        <p:spPr>
          <a:xfrm>
            <a:off x="4164909" y="309495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4" name="r1_o06202"/>
          <p:cNvSpPr/>
          <p:nvPr/>
        </p:nvSpPr>
        <p:spPr>
          <a:xfrm>
            <a:off x="4168827" y="3098449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5" name="r1_o06203"/>
          <p:cNvSpPr/>
          <p:nvPr/>
        </p:nvSpPr>
        <p:spPr>
          <a:xfrm>
            <a:off x="4168827" y="3098449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6" name="r1_o06204"/>
          <p:cNvSpPr/>
          <p:nvPr/>
        </p:nvSpPr>
        <p:spPr>
          <a:xfrm>
            <a:off x="4698580" y="308425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7" name="r1_o06205"/>
          <p:cNvSpPr/>
          <p:nvPr/>
        </p:nvSpPr>
        <p:spPr>
          <a:xfrm>
            <a:off x="4704702" y="308971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8" name="r1_o06206"/>
          <p:cNvSpPr/>
          <p:nvPr/>
        </p:nvSpPr>
        <p:spPr>
          <a:xfrm>
            <a:off x="4704702" y="308971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9" name="r1_o06207"/>
          <p:cNvSpPr/>
          <p:nvPr/>
        </p:nvSpPr>
        <p:spPr>
          <a:xfrm>
            <a:off x="4265312" y="308816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0" name="r1_o06208"/>
          <p:cNvSpPr/>
          <p:nvPr/>
        </p:nvSpPr>
        <p:spPr>
          <a:xfrm>
            <a:off x="4271434" y="309363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1" name="r1_o06209"/>
          <p:cNvSpPr/>
          <p:nvPr/>
        </p:nvSpPr>
        <p:spPr>
          <a:xfrm>
            <a:off x="4271434" y="309363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2" name="r1_o06210"/>
          <p:cNvSpPr/>
          <p:nvPr/>
        </p:nvSpPr>
        <p:spPr>
          <a:xfrm>
            <a:off x="4292861" y="311352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3" name="r1_o06211"/>
          <p:cNvSpPr/>
          <p:nvPr/>
        </p:nvSpPr>
        <p:spPr>
          <a:xfrm>
            <a:off x="4296779" y="311702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4" name="r1_o06212"/>
          <p:cNvSpPr/>
          <p:nvPr/>
        </p:nvSpPr>
        <p:spPr>
          <a:xfrm>
            <a:off x="4296779" y="311702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5" name="r1_o06213"/>
          <p:cNvSpPr/>
          <p:nvPr/>
        </p:nvSpPr>
        <p:spPr>
          <a:xfrm>
            <a:off x="4762556" y="309354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6" name="r1_o06214"/>
          <p:cNvSpPr/>
          <p:nvPr/>
        </p:nvSpPr>
        <p:spPr>
          <a:xfrm>
            <a:off x="4768678" y="309900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7" name="r1_o06215"/>
          <p:cNvSpPr/>
          <p:nvPr/>
        </p:nvSpPr>
        <p:spPr>
          <a:xfrm>
            <a:off x="4768678" y="309900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8" name="r1_o06216"/>
          <p:cNvSpPr/>
          <p:nvPr/>
        </p:nvSpPr>
        <p:spPr>
          <a:xfrm>
            <a:off x="4329288" y="309745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9" name="r1_o06217"/>
          <p:cNvSpPr/>
          <p:nvPr/>
        </p:nvSpPr>
        <p:spPr>
          <a:xfrm>
            <a:off x="4335410" y="310291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0" name="r1_o06218"/>
          <p:cNvSpPr/>
          <p:nvPr/>
        </p:nvSpPr>
        <p:spPr>
          <a:xfrm>
            <a:off x="4335410" y="310291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1" name="r1_o06219"/>
          <p:cNvSpPr/>
          <p:nvPr/>
        </p:nvSpPr>
        <p:spPr>
          <a:xfrm>
            <a:off x="4356837" y="312281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2" name="r1_o06220"/>
          <p:cNvSpPr/>
          <p:nvPr/>
        </p:nvSpPr>
        <p:spPr>
          <a:xfrm>
            <a:off x="4360755" y="312631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3" name="r1_o06221"/>
          <p:cNvSpPr/>
          <p:nvPr/>
        </p:nvSpPr>
        <p:spPr>
          <a:xfrm>
            <a:off x="4360755" y="312631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4" name="r1_o06222"/>
          <p:cNvSpPr/>
          <p:nvPr/>
        </p:nvSpPr>
        <p:spPr>
          <a:xfrm>
            <a:off x="4890507" y="311211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5" name="r1_o06223"/>
          <p:cNvSpPr/>
          <p:nvPr/>
        </p:nvSpPr>
        <p:spPr>
          <a:xfrm>
            <a:off x="4896629" y="311758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6" name="r1_o06224"/>
          <p:cNvSpPr/>
          <p:nvPr/>
        </p:nvSpPr>
        <p:spPr>
          <a:xfrm>
            <a:off x="4896629" y="311758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7" name="r1_o06225"/>
          <p:cNvSpPr/>
          <p:nvPr/>
        </p:nvSpPr>
        <p:spPr>
          <a:xfrm>
            <a:off x="4918056" y="313747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8" name="r1_o06226"/>
          <p:cNvSpPr/>
          <p:nvPr/>
        </p:nvSpPr>
        <p:spPr>
          <a:xfrm>
            <a:off x="4921974" y="314097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9" name="r1_o06227"/>
          <p:cNvSpPr/>
          <p:nvPr/>
        </p:nvSpPr>
        <p:spPr>
          <a:xfrm>
            <a:off x="4921974" y="314097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0" name="r1_o06228"/>
          <p:cNvSpPr/>
          <p:nvPr/>
        </p:nvSpPr>
        <p:spPr>
          <a:xfrm>
            <a:off x="4457240" y="311602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1" name="r1_o06229"/>
          <p:cNvSpPr/>
          <p:nvPr/>
        </p:nvSpPr>
        <p:spPr>
          <a:xfrm>
            <a:off x="4463362" y="312149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2" name="r1_o06230"/>
          <p:cNvSpPr/>
          <p:nvPr/>
        </p:nvSpPr>
        <p:spPr>
          <a:xfrm>
            <a:off x="4463362" y="312149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3" name="r1_o06231"/>
          <p:cNvSpPr/>
          <p:nvPr/>
        </p:nvSpPr>
        <p:spPr>
          <a:xfrm>
            <a:off x="4484788" y="314139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4" name="r1_o06232"/>
          <p:cNvSpPr/>
          <p:nvPr/>
        </p:nvSpPr>
        <p:spPr>
          <a:xfrm>
            <a:off x="4488706" y="314488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5" name="r1_o06233"/>
          <p:cNvSpPr/>
          <p:nvPr/>
        </p:nvSpPr>
        <p:spPr>
          <a:xfrm>
            <a:off x="4488706" y="314488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6" name="r1_o06234"/>
          <p:cNvSpPr/>
          <p:nvPr/>
        </p:nvSpPr>
        <p:spPr>
          <a:xfrm>
            <a:off x="4521216" y="312531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7" name="r1_o06235"/>
          <p:cNvSpPr/>
          <p:nvPr/>
        </p:nvSpPr>
        <p:spPr>
          <a:xfrm>
            <a:off x="4527337" y="313078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8" name="r1_o06236"/>
          <p:cNvSpPr/>
          <p:nvPr/>
        </p:nvSpPr>
        <p:spPr>
          <a:xfrm>
            <a:off x="4527337" y="313078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9" name="r1_o06237"/>
          <p:cNvSpPr/>
          <p:nvPr/>
        </p:nvSpPr>
        <p:spPr>
          <a:xfrm>
            <a:off x="4548764" y="315067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0" name="r1_o06238"/>
          <p:cNvSpPr/>
          <p:nvPr/>
        </p:nvSpPr>
        <p:spPr>
          <a:xfrm>
            <a:off x="4552682" y="315417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1" name="r1_o06239"/>
          <p:cNvSpPr/>
          <p:nvPr/>
        </p:nvSpPr>
        <p:spPr>
          <a:xfrm>
            <a:off x="4552682" y="315417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2" name="r1_o06240"/>
          <p:cNvSpPr/>
          <p:nvPr/>
        </p:nvSpPr>
        <p:spPr>
          <a:xfrm>
            <a:off x="4649167" y="314389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3" name="r1_o06241"/>
          <p:cNvSpPr/>
          <p:nvPr/>
        </p:nvSpPr>
        <p:spPr>
          <a:xfrm>
            <a:off x="4655289" y="314935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4" name="r1_o06242"/>
          <p:cNvSpPr/>
          <p:nvPr/>
        </p:nvSpPr>
        <p:spPr>
          <a:xfrm>
            <a:off x="4655289" y="314935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5" name="r1_o06243"/>
          <p:cNvSpPr/>
          <p:nvPr/>
        </p:nvSpPr>
        <p:spPr>
          <a:xfrm>
            <a:off x="4676716" y="316925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6" name="r1_o06244"/>
          <p:cNvSpPr/>
          <p:nvPr/>
        </p:nvSpPr>
        <p:spPr>
          <a:xfrm>
            <a:off x="4680634" y="317275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7" name="r1_o06245"/>
          <p:cNvSpPr/>
          <p:nvPr/>
        </p:nvSpPr>
        <p:spPr>
          <a:xfrm>
            <a:off x="4680634" y="317275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8" name="r1_o06246"/>
          <p:cNvSpPr/>
          <p:nvPr/>
        </p:nvSpPr>
        <p:spPr>
          <a:xfrm>
            <a:off x="4713143" y="315317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9" name="r1_o06247"/>
          <p:cNvSpPr/>
          <p:nvPr/>
        </p:nvSpPr>
        <p:spPr>
          <a:xfrm>
            <a:off x="4719265" y="315864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0" name="r1_o06248"/>
          <p:cNvSpPr/>
          <p:nvPr/>
        </p:nvSpPr>
        <p:spPr>
          <a:xfrm>
            <a:off x="4719265" y="315864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1" name="r1_o06249"/>
          <p:cNvSpPr/>
          <p:nvPr/>
        </p:nvSpPr>
        <p:spPr>
          <a:xfrm>
            <a:off x="4740692" y="317854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2" name="r1_o06250"/>
          <p:cNvSpPr/>
          <p:nvPr/>
        </p:nvSpPr>
        <p:spPr>
          <a:xfrm>
            <a:off x="4744610" y="318204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3" name="r1_o06251"/>
          <p:cNvSpPr/>
          <p:nvPr/>
        </p:nvSpPr>
        <p:spPr>
          <a:xfrm>
            <a:off x="4744610" y="318204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4" name="r1_o06252"/>
          <p:cNvSpPr/>
          <p:nvPr/>
        </p:nvSpPr>
        <p:spPr>
          <a:xfrm>
            <a:off x="4841095" y="317175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5" name="r1_o06253"/>
          <p:cNvSpPr/>
          <p:nvPr/>
        </p:nvSpPr>
        <p:spPr>
          <a:xfrm>
            <a:off x="4847217" y="317722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6" name="r1_o06254"/>
          <p:cNvSpPr/>
          <p:nvPr/>
        </p:nvSpPr>
        <p:spPr>
          <a:xfrm>
            <a:off x="4847217" y="317722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7" name="r1_o06255"/>
          <p:cNvSpPr/>
          <p:nvPr/>
        </p:nvSpPr>
        <p:spPr>
          <a:xfrm>
            <a:off x="4868643" y="319711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8" name="r1_o06256"/>
          <p:cNvSpPr/>
          <p:nvPr/>
        </p:nvSpPr>
        <p:spPr>
          <a:xfrm>
            <a:off x="4872561" y="320061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9" name="r1_o06257"/>
          <p:cNvSpPr/>
          <p:nvPr/>
        </p:nvSpPr>
        <p:spPr>
          <a:xfrm>
            <a:off x="4872561" y="320061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0" name="r1_o06258"/>
          <p:cNvSpPr/>
          <p:nvPr/>
        </p:nvSpPr>
        <p:spPr>
          <a:xfrm>
            <a:off x="4905070" y="318104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1" name="r1_o06259"/>
          <p:cNvSpPr/>
          <p:nvPr/>
        </p:nvSpPr>
        <p:spPr>
          <a:xfrm>
            <a:off x="4911192" y="318650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2" name="r1_o06260"/>
          <p:cNvSpPr/>
          <p:nvPr/>
        </p:nvSpPr>
        <p:spPr>
          <a:xfrm>
            <a:off x="4911192" y="318650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3" name="r1_o06261"/>
          <p:cNvSpPr/>
          <p:nvPr/>
        </p:nvSpPr>
        <p:spPr>
          <a:xfrm>
            <a:off x="4932619" y="320640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4" name="r1_o06262"/>
          <p:cNvSpPr/>
          <p:nvPr/>
        </p:nvSpPr>
        <p:spPr>
          <a:xfrm>
            <a:off x="4936537" y="320990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5" name="r1_o06263"/>
          <p:cNvSpPr/>
          <p:nvPr/>
        </p:nvSpPr>
        <p:spPr>
          <a:xfrm>
            <a:off x="4936537" y="320990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6" name="r1_o06264"/>
          <p:cNvSpPr/>
          <p:nvPr/>
        </p:nvSpPr>
        <p:spPr>
          <a:xfrm flipV="1">
            <a:off x="4709556" y="2918217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67" name="r1_o06265"/>
          <p:cNvSpPr/>
          <p:nvPr/>
        </p:nvSpPr>
        <p:spPr>
          <a:xfrm>
            <a:off x="4758002" y="3168804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68" name="r1_o06266"/>
          <p:cNvSpPr/>
          <p:nvPr/>
        </p:nvSpPr>
        <p:spPr>
          <a:xfrm>
            <a:off x="5285881" y="2887066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69" name="r1_o06267"/>
          <p:cNvSpPr/>
          <p:nvPr/>
        </p:nvSpPr>
        <p:spPr>
          <a:xfrm>
            <a:off x="5113317" y="2897447"/>
            <a:ext cx="113911" cy="20923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0" name="r1_o06268"/>
          <p:cNvSpPr/>
          <p:nvPr/>
        </p:nvSpPr>
        <p:spPr>
          <a:xfrm>
            <a:off x="5458435" y="2876681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1" name="r1_o06269"/>
          <p:cNvSpPr/>
          <p:nvPr/>
        </p:nvSpPr>
        <p:spPr>
          <a:xfrm flipV="1">
            <a:off x="5748296" y="2772383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2" name="r1_o06270"/>
          <p:cNvSpPr/>
          <p:nvPr/>
        </p:nvSpPr>
        <p:spPr>
          <a:xfrm flipH="1" flipV="1">
            <a:off x="5237436" y="2667783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3" name="r1_o06271"/>
          <p:cNvSpPr/>
          <p:nvPr/>
        </p:nvSpPr>
        <p:spPr>
          <a:xfrm flipH="1" flipV="1">
            <a:off x="5579148" y="2730545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4" name="r1_o06272"/>
          <p:cNvSpPr/>
          <p:nvPr/>
        </p:nvSpPr>
        <p:spPr>
          <a:xfrm flipV="1">
            <a:off x="4706150" y="3001745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5" name="r1_o06273"/>
          <p:cNvSpPr/>
          <p:nvPr/>
        </p:nvSpPr>
        <p:spPr>
          <a:xfrm flipV="1">
            <a:off x="5058070" y="2813919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6" name="r1_o06274"/>
          <p:cNvSpPr/>
          <p:nvPr/>
        </p:nvSpPr>
        <p:spPr>
          <a:xfrm flipH="1" flipV="1">
            <a:off x="4885516" y="2855608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7" name="r1_o06275"/>
          <p:cNvSpPr/>
          <p:nvPr/>
        </p:nvSpPr>
        <p:spPr>
          <a:xfrm flipV="1">
            <a:off x="4882110" y="2907832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8" name="r1_o06276"/>
          <p:cNvSpPr/>
          <p:nvPr/>
        </p:nvSpPr>
        <p:spPr>
          <a:xfrm>
            <a:off x="5468643" y="2626094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79" name="r1_o06277"/>
          <p:cNvSpPr/>
          <p:nvPr/>
        </p:nvSpPr>
        <p:spPr>
          <a:xfrm>
            <a:off x="5461841" y="2793153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0" name="r1_o06278"/>
          <p:cNvSpPr/>
          <p:nvPr/>
        </p:nvSpPr>
        <p:spPr>
          <a:xfrm flipH="1" flipV="1">
            <a:off x="4702745" y="3116577"/>
            <a:ext cx="55257" cy="522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1" name="r1_o06279"/>
          <p:cNvSpPr/>
          <p:nvPr/>
        </p:nvSpPr>
        <p:spPr>
          <a:xfrm flipH="1" flipV="1">
            <a:off x="5230624" y="2834838"/>
            <a:ext cx="55257" cy="522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2" name="r1_o06280"/>
          <p:cNvSpPr/>
          <p:nvPr/>
        </p:nvSpPr>
        <p:spPr>
          <a:xfrm flipV="1">
            <a:off x="5406584" y="2709621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3" name="r1_o06281"/>
          <p:cNvSpPr/>
          <p:nvPr/>
        </p:nvSpPr>
        <p:spPr>
          <a:xfrm flipV="1">
            <a:off x="5575742" y="2782768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4" name="r1_o06282"/>
          <p:cNvSpPr/>
          <p:nvPr/>
        </p:nvSpPr>
        <p:spPr>
          <a:xfrm flipV="1">
            <a:off x="5234030" y="2720006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5" name="r1_o06283"/>
          <p:cNvSpPr/>
          <p:nvPr/>
        </p:nvSpPr>
        <p:spPr>
          <a:xfrm flipV="1">
            <a:off x="5579148" y="2699241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6" name="r1_o06284"/>
          <p:cNvSpPr/>
          <p:nvPr/>
        </p:nvSpPr>
        <p:spPr>
          <a:xfrm>
            <a:off x="5109921" y="2980979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7" name="r1_o06285"/>
          <p:cNvSpPr/>
          <p:nvPr/>
        </p:nvSpPr>
        <p:spPr>
          <a:xfrm>
            <a:off x="5282475" y="2970594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8" name="r1_o06286"/>
          <p:cNvSpPr/>
          <p:nvPr/>
        </p:nvSpPr>
        <p:spPr>
          <a:xfrm flipV="1">
            <a:off x="5396376" y="2960209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89" name="r1_o06287"/>
          <p:cNvSpPr/>
          <p:nvPr/>
        </p:nvSpPr>
        <p:spPr>
          <a:xfrm flipV="1">
            <a:off x="5223822" y="2970594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0" name="r1_o06288"/>
          <p:cNvSpPr/>
          <p:nvPr/>
        </p:nvSpPr>
        <p:spPr>
          <a:xfrm>
            <a:off x="4761398" y="3085272"/>
            <a:ext cx="113911" cy="20923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1" name="r1_o06289"/>
          <p:cNvSpPr/>
          <p:nvPr/>
        </p:nvSpPr>
        <p:spPr>
          <a:xfrm flipH="1" flipV="1">
            <a:off x="5406584" y="2740926"/>
            <a:ext cx="55257" cy="522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2" name="r1_o06290"/>
          <p:cNvSpPr/>
          <p:nvPr/>
        </p:nvSpPr>
        <p:spPr>
          <a:xfrm flipH="1" flipV="1">
            <a:off x="5054664" y="2928751"/>
            <a:ext cx="55257" cy="522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3" name="r1_o06291"/>
          <p:cNvSpPr/>
          <p:nvPr/>
        </p:nvSpPr>
        <p:spPr>
          <a:xfrm>
            <a:off x="4768209" y="2918217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4" name="r1_o06292"/>
          <p:cNvSpPr/>
          <p:nvPr/>
        </p:nvSpPr>
        <p:spPr>
          <a:xfrm flipV="1">
            <a:off x="5237436" y="2636479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5" name="r1_o06293"/>
          <p:cNvSpPr/>
          <p:nvPr/>
        </p:nvSpPr>
        <p:spPr>
          <a:xfrm flipV="1">
            <a:off x="4533596" y="3012130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6" name="r1_o06294"/>
          <p:cNvSpPr/>
          <p:nvPr/>
        </p:nvSpPr>
        <p:spPr>
          <a:xfrm>
            <a:off x="4933962" y="3074892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7" name="r1_o06295"/>
          <p:cNvSpPr/>
          <p:nvPr/>
        </p:nvSpPr>
        <p:spPr>
          <a:xfrm>
            <a:off x="4764804" y="3001745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8" name="r1_o06296"/>
          <p:cNvSpPr/>
          <p:nvPr/>
        </p:nvSpPr>
        <p:spPr>
          <a:xfrm>
            <a:off x="4937358" y="2991360"/>
            <a:ext cx="113911" cy="20923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299" name="r1_o06297"/>
          <p:cNvSpPr/>
          <p:nvPr/>
        </p:nvSpPr>
        <p:spPr>
          <a:xfrm flipV="1">
            <a:off x="5061476" y="2730391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0" name="r1_o06298"/>
          <p:cNvSpPr/>
          <p:nvPr/>
        </p:nvSpPr>
        <p:spPr>
          <a:xfrm flipH="1" flipV="1">
            <a:off x="4875308" y="3106196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1" name="r1_o06299"/>
          <p:cNvSpPr/>
          <p:nvPr/>
        </p:nvSpPr>
        <p:spPr>
          <a:xfrm>
            <a:off x="5296089" y="2636479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2" name="r1_o06300"/>
          <p:cNvSpPr/>
          <p:nvPr/>
        </p:nvSpPr>
        <p:spPr>
          <a:xfrm flipV="1">
            <a:off x="4871903" y="3158419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3" name="r1_o06301"/>
          <p:cNvSpPr/>
          <p:nvPr/>
        </p:nvSpPr>
        <p:spPr>
          <a:xfrm flipH="1" flipV="1">
            <a:off x="5227228" y="2918370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4" name="r1_o06302"/>
          <p:cNvSpPr/>
          <p:nvPr/>
        </p:nvSpPr>
        <p:spPr>
          <a:xfrm flipV="1">
            <a:off x="4885516" y="2824304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5" name="r1_o06303"/>
          <p:cNvSpPr/>
          <p:nvPr/>
        </p:nvSpPr>
        <p:spPr>
          <a:xfrm flipH="1" flipV="1">
            <a:off x="5234030" y="2751311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6" name="r1_o06304"/>
          <p:cNvSpPr/>
          <p:nvPr/>
        </p:nvSpPr>
        <p:spPr>
          <a:xfrm flipV="1">
            <a:off x="4875308" y="3074892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7" name="r1_o06305"/>
          <p:cNvSpPr/>
          <p:nvPr/>
        </p:nvSpPr>
        <p:spPr>
          <a:xfrm flipV="1">
            <a:off x="5051268" y="2980979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8" name="r1_o06306"/>
          <p:cNvSpPr/>
          <p:nvPr/>
        </p:nvSpPr>
        <p:spPr>
          <a:xfrm flipH="1" flipV="1">
            <a:off x="5575742" y="2814073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09" name="r1_o06307"/>
          <p:cNvSpPr/>
          <p:nvPr/>
        </p:nvSpPr>
        <p:spPr>
          <a:xfrm flipV="1">
            <a:off x="5230624" y="2803534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0" name="r1_o06308"/>
          <p:cNvSpPr/>
          <p:nvPr/>
        </p:nvSpPr>
        <p:spPr>
          <a:xfrm flipV="1">
            <a:off x="5054664" y="2897447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1" name="r1_o06309"/>
          <p:cNvSpPr/>
          <p:nvPr/>
        </p:nvSpPr>
        <p:spPr>
          <a:xfrm flipH="1" flipV="1">
            <a:off x="4533596" y="3043434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2" name="r1_o06310"/>
          <p:cNvSpPr/>
          <p:nvPr/>
        </p:nvSpPr>
        <p:spPr>
          <a:xfrm>
            <a:off x="5120129" y="2730391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3" name="r1_o06311"/>
          <p:cNvSpPr/>
          <p:nvPr/>
        </p:nvSpPr>
        <p:spPr>
          <a:xfrm flipH="1" flipV="1">
            <a:off x="5403188" y="2824458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4" name="r1_o06312"/>
          <p:cNvSpPr/>
          <p:nvPr/>
        </p:nvSpPr>
        <p:spPr>
          <a:xfrm flipH="1" flipV="1">
            <a:off x="5051268" y="3012283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5" name="r1_o06313"/>
          <p:cNvSpPr/>
          <p:nvPr/>
        </p:nvSpPr>
        <p:spPr>
          <a:xfrm flipH="1" flipV="1">
            <a:off x="5223822" y="3001898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6" name="r1_o06314"/>
          <p:cNvSpPr/>
          <p:nvPr/>
        </p:nvSpPr>
        <p:spPr>
          <a:xfrm>
            <a:off x="5116723" y="2813919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7" name="r1_o06315"/>
          <p:cNvSpPr/>
          <p:nvPr/>
        </p:nvSpPr>
        <p:spPr>
          <a:xfrm>
            <a:off x="5289277" y="2803534"/>
            <a:ext cx="113911" cy="20923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8" name="r1_o06316"/>
          <p:cNvSpPr/>
          <p:nvPr/>
        </p:nvSpPr>
        <p:spPr>
          <a:xfrm>
            <a:off x="5106516" y="3064507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19" name="r1_o06317"/>
          <p:cNvSpPr/>
          <p:nvPr/>
        </p:nvSpPr>
        <p:spPr>
          <a:xfrm flipV="1">
            <a:off x="5409990" y="2626094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0" name="r1_o06318"/>
          <p:cNvSpPr/>
          <p:nvPr/>
        </p:nvSpPr>
        <p:spPr>
          <a:xfrm flipV="1">
            <a:off x="5403188" y="2793153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1" name="r1_o06319"/>
          <p:cNvSpPr/>
          <p:nvPr/>
        </p:nvSpPr>
        <p:spPr>
          <a:xfrm>
            <a:off x="5637801" y="2699241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2" name="r1_o06320"/>
          <p:cNvSpPr/>
          <p:nvPr/>
        </p:nvSpPr>
        <p:spPr>
          <a:xfrm flipV="1">
            <a:off x="5044457" y="3148034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3" name="r1_o06321"/>
          <p:cNvSpPr/>
          <p:nvPr/>
        </p:nvSpPr>
        <p:spPr>
          <a:xfrm flipH="1" flipV="1">
            <a:off x="5409990" y="2657398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4" name="r1_o06322"/>
          <p:cNvSpPr/>
          <p:nvPr/>
        </p:nvSpPr>
        <p:spPr>
          <a:xfrm>
            <a:off x="5634395" y="2782768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5" name="r1_o06323"/>
          <p:cNvSpPr/>
          <p:nvPr/>
        </p:nvSpPr>
        <p:spPr>
          <a:xfrm flipH="1" flipV="1">
            <a:off x="5399782" y="2907985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6" name="r1_o06324"/>
          <p:cNvSpPr/>
          <p:nvPr/>
        </p:nvSpPr>
        <p:spPr>
          <a:xfrm flipH="1" flipV="1">
            <a:off x="5582544" y="2647013"/>
            <a:ext cx="55257" cy="522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7" name="r1_o06325"/>
          <p:cNvSpPr/>
          <p:nvPr/>
        </p:nvSpPr>
        <p:spPr>
          <a:xfrm>
            <a:off x="5465237" y="2709621"/>
            <a:ext cx="113911" cy="20923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8" name="r1_o06326"/>
          <p:cNvSpPr/>
          <p:nvPr/>
        </p:nvSpPr>
        <p:spPr>
          <a:xfrm flipH="1" flipV="1">
            <a:off x="4709556" y="2949521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29" name="r1_o06327"/>
          <p:cNvSpPr/>
          <p:nvPr/>
        </p:nvSpPr>
        <p:spPr>
          <a:xfrm>
            <a:off x="4592250" y="3012130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0" name="r1_o06328"/>
          <p:cNvSpPr/>
          <p:nvPr/>
        </p:nvSpPr>
        <p:spPr>
          <a:xfrm>
            <a:off x="5292683" y="2720006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1" name="r1_o06329"/>
          <p:cNvSpPr/>
          <p:nvPr/>
        </p:nvSpPr>
        <p:spPr>
          <a:xfrm>
            <a:off x="4944169" y="2824304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2" name="r1_o06330"/>
          <p:cNvSpPr/>
          <p:nvPr/>
        </p:nvSpPr>
        <p:spPr>
          <a:xfrm flipH="1" flipV="1">
            <a:off x="4882110" y="2939136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3" name="r1_o06331"/>
          <p:cNvSpPr/>
          <p:nvPr/>
        </p:nvSpPr>
        <p:spPr>
          <a:xfrm>
            <a:off x="4940763" y="2907832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4" name="r1_o06332"/>
          <p:cNvSpPr/>
          <p:nvPr/>
        </p:nvSpPr>
        <p:spPr>
          <a:xfrm flipV="1">
            <a:off x="5399782" y="2876681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5" name="r1_o06333"/>
          <p:cNvSpPr/>
          <p:nvPr/>
        </p:nvSpPr>
        <p:spPr>
          <a:xfrm flipV="1">
            <a:off x="5227228" y="2887066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6" name="r1_o06334"/>
          <p:cNvSpPr/>
          <p:nvPr/>
        </p:nvSpPr>
        <p:spPr>
          <a:xfrm flipV="1">
            <a:off x="4878704" y="2991360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7" name="r1_o06335"/>
          <p:cNvSpPr/>
          <p:nvPr/>
        </p:nvSpPr>
        <p:spPr>
          <a:xfrm flipH="1" flipV="1">
            <a:off x="5061476" y="2761696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8" name="r1_o06336"/>
          <p:cNvSpPr/>
          <p:nvPr/>
        </p:nvSpPr>
        <p:spPr>
          <a:xfrm flipH="1" flipV="1">
            <a:off x="5751702" y="2720160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39" name="r1_o06337"/>
          <p:cNvSpPr/>
          <p:nvPr/>
        </p:nvSpPr>
        <p:spPr>
          <a:xfrm flipH="1" flipV="1">
            <a:off x="4706150" y="3033049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0" name="r1_o06338"/>
          <p:cNvSpPr/>
          <p:nvPr/>
        </p:nvSpPr>
        <p:spPr>
          <a:xfrm flipV="1">
            <a:off x="4702745" y="3085272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1" name="r1_o06339"/>
          <p:cNvSpPr/>
          <p:nvPr/>
        </p:nvSpPr>
        <p:spPr>
          <a:xfrm flipH="1" flipV="1">
            <a:off x="5047862" y="3095811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2" name="r1_o06340"/>
          <p:cNvSpPr/>
          <p:nvPr/>
        </p:nvSpPr>
        <p:spPr>
          <a:xfrm>
            <a:off x="4588844" y="3095657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3" name="r1_o06341"/>
          <p:cNvSpPr/>
          <p:nvPr/>
        </p:nvSpPr>
        <p:spPr>
          <a:xfrm flipV="1">
            <a:off x="5220416" y="3054122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4" name="r1_o06342"/>
          <p:cNvSpPr/>
          <p:nvPr/>
        </p:nvSpPr>
        <p:spPr>
          <a:xfrm flipH="1" flipV="1">
            <a:off x="4878704" y="3022664"/>
            <a:ext cx="55257" cy="52228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5" name="r1_o06343"/>
          <p:cNvSpPr/>
          <p:nvPr/>
        </p:nvSpPr>
        <p:spPr>
          <a:xfrm flipV="1">
            <a:off x="5572336" y="2866296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6" name="r1_o06344"/>
          <p:cNvSpPr/>
          <p:nvPr/>
        </p:nvSpPr>
        <p:spPr>
          <a:xfrm>
            <a:off x="4930556" y="3158419"/>
            <a:ext cx="113901" cy="20919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7" name="r1_o06345"/>
          <p:cNvSpPr/>
          <p:nvPr/>
        </p:nvSpPr>
        <p:spPr>
          <a:xfrm flipH="1" flipV="1">
            <a:off x="5058070" y="2845223"/>
            <a:ext cx="55247" cy="5222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8" name="r1_o06346"/>
          <p:cNvSpPr/>
          <p:nvPr/>
        </p:nvSpPr>
        <p:spPr>
          <a:xfrm flipV="1">
            <a:off x="5047862" y="3064507"/>
            <a:ext cx="58653" cy="31304"/>
          </a:xfrm>
          <a:prstGeom prst="line">
            <a:avLst/>
          </a:prstGeom>
          <a:noFill/>
          <a:ln w="26669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349" name="r1_o06347"/>
          <p:cNvSpPr/>
          <p:nvPr/>
        </p:nvSpPr>
        <p:spPr>
          <a:xfrm>
            <a:off x="5446779" y="260423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0" name="r1_o06348"/>
          <p:cNvSpPr/>
          <p:nvPr/>
        </p:nvSpPr>
        <p:spPr>
          <a:xfrm>
            <a:off x="5452901" y="260969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1" name="r1_o06349"/>
          <p:cNvSpPr/>
          <p:nvPr/>
        </p:nvSpPr>
        <p:spPr>
          <a:xfrm>
            <a:off x="5452901" y="260969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2" name="r1_o06350"/>
          <p:cNvSpPr/>
          <p:nvPr/>
        </p:nvSpPr>
        <p:spPr>
          <a:xfrm>
            <a:off x="5474327" y="262959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3" name="r1_o06351"/>
          <p:cNvSpPr/>
          <p:nvPr/>
        </p:nvSpPr>
        <p:spPr>
          <a:xfrm>
            <a:off x="5478245" y="263309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4" name="r1_o06352"/>
          <p:cNvSpPr/>
          <p:nvPr/>
        </p:nvSpPr>
        <p:spPr>
          <a:xfrm>
            <a:off x="5478245" y="263309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5" name="r1_o06353"/>
          <p:cNvSpPr/>
          <p:nvPr/>
        </p:nvSpPr>
        <p:spPr>
          <a:xfrm>
            <a:off x="5274225" y="261461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6" name="r1_o06354"/>
          <p:cNvSpPr/>
          <p:nvPr/>
        </p:nvSpPr>
        <p:spPr>
          <a:xfrm>
            <a:off x="5280347" y="262008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7" name="r1_o06355"/>
          <p:cNvSpPr/>
          <p:nvPr/>
        </p:nvSpPr>
        <p:spPr>
          <a:xfrm>
            <a:off x="5280347" y="262008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8" name="r1_o06356"/>
          <p:cNvSpPr/>
          <p:nvPr/>
        </p:nvSpPr>
        <p:spPr>
          <a:xfrm>
            <a:off x="5301773" y="263997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9" name="r1_o06357"/>
          <p:cNvSpPr/>
          <p:nvPr/>
        </p:nvSpPr>
        <p:spPr>
          <a:xfrm>
            <a:off x="5305691" y="264347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0" name="r1_o06358"/>
          <p:cNvSpPr/>
          <p:nvPr/>
        </p:nvSpPr>
        <p:spPr>
          <a:xfrm>
            <a:off x="5305691" y="264347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1" name="r1_o06359"/>
          <p:cNvSpPr/>
          <p:nvPr/>
        </p:nvSpPr>
        <p:spPr>
          <a:xfrm>
            <a:off x="5560680" y="262514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2" name="r1_o06360"/>
          <p:cNvSpPr/>
          <p:nvPr/>
        </p:nvSpPr>
        <p:spPr>
          <a:xfrm>
            <a:off x="5566801" y="263061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3" name="r1_o06361"/>
          <p:cNvSpPr/>
          <p:nvPr/>
        </p:nvSpPr>
        <p:spPr>
          <a:xfrm>
            <a:off x="5566801" y="263061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4" name="r1_o06362"/>
          <p:cNvSpPr/>
          <p:nvPr/>
        </p:nvSpPr>
        <p:spPr>
          <a:xfrm>
            <a:off x="5588228" y="265051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5" name="r1_o06363"/>
          <p:cNvSpPr/>
          <p:nvPr/>
        </p:nvSpPr>
        <p:spPr>
          <a:xfrm>
            <a:off x="5592146" y="2654009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6" name="r1_o06364"/>
          <p:cNvSpPr/>
          <p:nvPr/>
        </p:nvSpPr>
        <p:spPr>
          <a:xfrm>
            <a:off x="5592146" y="2654009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7" name="r1_o06365"/>
          <p:cNvSpPr/>
          <p:nvPr/>
        </p:nvSpPr>
        <p:spPr>
          <a:xfrm>
            <a:off x="5388126" y="263553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8" name="r1_o06366"/>
          <p:cNvSpPr/>
          <p:nvPr/>
        </p:nvSpPr>
        <p:spPr>
          <a:xfrm>
            <a:off x="5394247" y="264100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9" name="r1_o06367"/>
          <p:cNvSpPr/>
          <p:nvPr/>
        </p:nvSpPr>
        <p:spPr>
          <a:xfrm>
            <a:off x="5394247" y="264100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0" name="r1_o06368"/>
          <p:cNvSpPr/>
          <p:nvPr/>
        </p:nvSpPr>
        <p:spPr>
          <a:xfrm>
            <a:off x="5215572" y="264591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1" name="r1_o06369"/>
          <p:cNvSpPr/>
          <p:nvPr/>
        </p:nvSpPr>
        <p:spPr>
          <a:xfrm>
            <a:off x="5221693" y="265138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2" name="r1_o06370"/>
          <p:cNvSpPr/>
          <p:nvPr/>
        </p:nvSpPr>
        <p:spPr>
          <a:xfrm>
            <a:off x="5221693" y="265138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3" name="r1_o06371"/>
          <p:cNvSpPr/>
          <p:nvPr/>
        </p:nvSpPr>
        <p:spPr>
          <a:xfrm>
            <a:off x="5243120" y="267128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4" name="r1_o06372"/>
          <p:cNvSpPr/>
          <p:nvPr/>
        </p:nvSpPr>
        <p:spPr>
          <a:xfrm>
            <a:off x="5247038" y="2674779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5" name="r1_o06373"/>
          <p:cNvSpPr/>
          <p:nvPr/>
        </p:nvSpPr>
        <p:spPr>
          <a:xfrm>
            <a:off x="5247038" y="2674779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6" name="r1_o06374"/>
          <p:cNvSpPr/>
          <p:nvPr/>
        </p:nvSpPr>
        <p:spPr>
          <a:xfrm>
            <a:off x="5615937" y="267737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7" name="r1_o06375"/>
          <p:cNvSpPr/>
          <p:nvPr/>
        </p:nvSpPr>
        <p:spPr>
          <a:xfrm>
            <a:off x="5622059" y="268284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8" name="r1_o06376"/>
          <p:cNvSpPr/>
          <p:nvPr/>
        </p:nvSpPr>
        <p:spPr>
          <a:xfrm>
            <a:off x="5622059" y="268284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9" name="r1_o06377"/>
          <p:cNvSpPr/>
          <p:nvPr/>
        </p:nvSpPr>
        <p:spPr>
          <a:xfrm>
            <a:off x="5443373" y="268775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0" name="r1_o06378"/>
          <p:cNvSpPr/>
          <p:nvPr/>
        </p:nvSpPr>
        <p:spPr>
          <a:xfrm>
            <a:off x="5449495" y="269322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1" name="r1_o06379"/>
          <p:cNvSpPr/>
          <p:nvPr/>
        </p:nvSpPr>
        <p:spPr>
          <a:xfrm>
            <a:off x="5449495" y="269322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2" name="r1_o06380"/>
          <p:cNvSpPr/>
          <p:nvPr/>
        </p:nvSpPr>
        <p:spPr>
          <a:xfrm>
            <a:off x="5270819" y="269814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3" name="r1_o06381"/>
          <p:cNvSpPr/>
          <p:nvPr/>
        </p:nvSpPr>
        <p:spPr>
          <a:xfrm>
            <a:off x="5276941" y="270360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4" name="r1_o06382"/>
          <p:cNvSpPr/>
          <p:nvPr/>
        </p:nvSpPr>
        <p:spPr>
          <a:xfrm>
            <a:off x="5276941" y="270360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5" name="r1_o06383"/>
          <p:cNvSpPr/>
          <p:nvPr/>
        </p:nvSpPr>
        <p:spPr>
          <a:xfrm>
            <a:off x="5729838" y="269829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6" name="r1_o06384"/>
          <p:cNvSpPr/>
          <p:nvPr/>
        </p:nvSpPr>
        <p:spPr>
          <a:xfrm>
            <a:off x="5735959" y="270376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7" name="r1_o06385"/>
          <p:cNvSpPr/>
          <p:nvPr/>
        </p:nvSpPr>
        <p:spPr>
          <a:xfrm>
            <a:off x="5735959" y="270376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8" name="r1_o06386"/>
          <p:cNvSpPr/>
          <p:nvPr/>
        </p:nvSpPr>
        <p:spPr>
          <a:xfrm>
            <a:off x="5757386" y="272365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9" name="r1_o06387"/>
          <p:cNvSpPr/>
          <p:nvPr/>
        </p:nvSpPr>
        <p:spPr>
          <a:xfrm>
            <a:off x="5761304" y="272715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0" name="r1_o06388"/>
          <p:cNvSpPr/>
          <p:nvPr/>
        </p:nvSpPr>
        <p:spPr>
          <a:xfrm>
            <a:off x="5761304" y="272715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1" name="r1_o06389"/>
          <p:cNvSpPr/>
          <p:nvPr/>
        </p:nvSpPr>
        <p:spPr>
          <a:xfrm>
            <a:off x="5098265" y="270852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2" name="r1_o06390"/>
          <p:cNvSpPr/>
          <p:nvPr/>
        </p:nvSpPr>
        <p:spPr>
          <a:xfrm>
            <a:off x="5104387" y="271399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3" name="r1_o06391"/>
          <p:cNvSpPr/>
          <p:nvPr/>
        </p:nvSpPr>
        <p:spPr>
          <a:xfrm>
            <a:off x="5104387" y="271399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4" name="r1_o06392"/>
          <p:cNvSpPr/>
          <p:nvPr/>
        </p:nvSpPr>
        <p:spPr>
          <a:xfrm>
            <a:off x="5125814" y="273389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5" name="r1_o06393"/>
          <p:cNvSpPr/>
          <p:nvPr/>
        </p:nvSpPr>
        <p:spPr>
          <a:xfrm>
            <a:off x="5129732" y="273738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6" name="r1_o06394"/>
          <p:cNvSpPr/>
          <p:nvPr/>
        </p:nvSpPr>
        <p:spPr>
          <a:xfrm>
            <a:off x="5129732" y="273738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7" name="r1_o06395"/>
          <p:cNvSpPr/>
          <p:nvPr/>
        </p:nvSpPr>
        <p:spPr>
          <a:xfrm>
            <a:off x="5557284" y="270868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8" name="r1_o06396"/>
          <p:cNvSpPr/>
          <p:nvPr/>
        </p:nvSpPr>
        <p:spPr>
          <a:xfrm>
            <a:off x="5563405" y="271414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9" name="r1_o06397"/>
          <p:cNvSpPr/>
          <p:nvPr/>
        </p:nvSpPr>
        <p:spPr>
          <a:xfrm>
            <a:off x="5563405" y="271414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0" name="r1_o06398"/>
          <p:cNvSpPr/>
          <p:nvPr/>
        </p:nvSpPr>
        <p:spPr>
          <a:xfrm>
            <a:off x="5384720" y="271906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1" name="r1_o06399"/>
          <p:cNvSpPr/>
          <p:nvPr/>
        </p:nvSpPr>
        <p:spPr>
          <a:xfrm>
            <a:off x="5390842" y="272452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2" name="r1_o06400"/>
          <p:cNvSpPr/>
          <p:nvPr/>
        </p:nvSpPr>
        <p:spPr>
          <a:xfrm>
            <a:off x="5390842" y="272452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3" name="r1_o06401"/>
          <p:cNvSpPr/>
          <p:nvPr/>
        </p:nvSpPr>
        <p:spPr>
          <a:xfrm>
            <a:off x="5212166" y="272944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4" name="r1_o06402"/>
          <p:cNvSpPr/>
          <p:nvPr/>
        </p:nvSpPr>
        <p:spPr>
          <a:xfrm>
            <a:off x="5218288" y="273491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5" name="r1_o06403"/>
          <p:cNvSpPr/>
          <p:nvPr/>
        </p:nvSpPr>
        <p:spPr>
          <a:xfrm>
            <a:off x="5218288" y="273491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6" name="r1_o06404"/>
          <p:cNvSpPr/>
          <p:nvPr/>
        </p:nvSpPr>
        <p:spPr>
          <a:xfrm>
            <a:off x="5039612" y="273983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7" name="r1_o06405"/>
          <p:cNvSpPr/>
          <p:nvPr/>
        </p:nvSpPr>
        <p:spPr>
          <a:xfrm>
            <a:off x="5045734" y="274529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8" name="r1_o06406"/>
          <p:cNvSpPr/>
          <p:nvPr/>
        </p:nvSpPr>
        <p:spPr>
          <a:xfrm>
            <a:off x="5045734" y="274529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9" name="r1_o06407"/>
          <p:cNvSpPr/>
          <p:nvPr/>
        </p:nvSpPr>
        <p:spPr>
          <a:xfrm>
            <a:off x="5067160" y="276519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0" name="r1_o06408"/>
          <p:cNvSpPr/>
          <p:nvPr/>
        </p:nvSpPr>
        <p:spPr>
          <a:xfrm>
            <a:off x="5071078" y="276869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1" name="r1_o06409"/>
          <p:cNvSpPr/>
          <p:nvPr/>
        </p:nvSpPr>
        <p:spPr>
          <a:xfrm>
            <a:off x="5071078" y="276869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2" name="r1_o06410"/>
          <p:cNvSpPr/>
          <p:nvPr/>
        </p:nvSpPr>
        <p:spPr>
          <a:xfrm>
            <a:off x="5785085" y="275051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3" name="r1_o06411"/>
          <p:cNvSpPr/>
          <p:nvPr/>
        </p:nvSpPr>
        <p:spPr>
          <a:xfrm>
            <a:off x="5791207" y="275598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4" name="r1_o06412"/>
          <p:cNvSpPr/>
          <p:nvPr/>
        </p:nvSpPr>
        <p:spPr>
          <a:xfrm>
            <a:off x="5791207" y="275598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5" name="r1_o06413"/>
          <p:cNvSpPr/>
          <p:nvPr/>
        </p:nvSpPr>
        <p:spPr>
          <a:xfrm>
            <a:off x="5812634" y="277588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6" name="r1_o06414"/>
          <p:cNvSpPr/>
          <p:nvPr/>
        </p:nvSpPr>
        <p:spPr>
          <a:xfrm>
            <a:off x="5816552" y="277938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7" name="r1_o06415"/>
          <p:cNvSpPr/>
          <p:nvPr/>
        </p:nvSpPr>
        <p:spPr>
          <a:xfrm>
            <a:off x="5816552" y="277938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8" name="r1_o06416"/>
          <p:cNvSpPr/>
          <p:nvPr/>
        </p:nvSpPr>
        <p:spPr>
          <a:xfrm>
            <a:off x="5612531" y="276090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9" name="r1_o06417"/>
          <p:cNvSpPr/>
          <p:nvPr/>
        </p:nvSpPr>
        <p:spPr>
          <a:xfrm>
            <a:off x="5618653" y="276637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0" name="r1_o06418"/>
          <p:cNvSpPr/>
          <p:nvPr/>
        </p:nvSpPr>
        <p:spPr>
          <a:xfrm>
            <a:off x="5618653" y="276637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1" name="r1_o06419"/>
          <p:cNvSpPr/>
          <p:nvPr/>
        </p:nvSpPr>
        <p:spPr>
          <a:xfrm>
            <a:off x="5439977" y="277128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2" name="r1_o06420"/>
          <p:cNvSpPr/>
          <p:nvPr/>
        </p:nvSpPr>
        <p:spPr>
          <a:xfrm>
            <a:off x="5446099" y="277675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3" name="r1_o06421"/>
          <p:cNvSpPr/>
          <p:nvPr/>
        </p:nvSpPr>
        <p:spPr>
          <a:xfrm>
            <a:off x="5446099" y="277675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4" name="r1_o06422"/>
          <p:cNvSpPr/>
          <p:nvPr/>
        </p:nvSpPr>
        <p:spPr>
          <a:xfrm>
            <a:off x="5267413" y="278167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5" name="r1_o06423"/>
          <p:cNvSpPr/>
          <p:nvPr/>
        </p:nvSpPr>
        <p:spPr>
          <a:xfrm>
            <a:off x="5273535" y="278713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6" name="r1_o06424"/>
          <p:cNvSpPr/>
          <p:nvPr/>
        </p:nvSpPr>
        <p:spPr>
          <a:xfrm>
            <a:off x="5273535" y="278713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7" name="r1_o06425"/>
          <p:cNvSpPr/>
          <p:nvPr/>
        </p:nvSpPr>
        <p:spPr>
          <a:xfrm>
            <a:off x="5726432" y="278182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8" name="r1_o06426"/>
          <p:cNvSpPr/>
          <p:nvPr/>
        </p:nvSpPr>
        <p:spPr>
          <a:xfrm>
            <a:off x="5732554" y="278729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9" name="r1_o06427"/>
          <p:cNvSpPr/>
          <p:nvPr/>
        </p:nvSpPr>
        <p:spPr>
          <a:xfrm>
            <a:off x="5732554" y="278729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0" name="r1_o06428"/>
          <p:cNvSpPr/>
          <p:nvPr/>
        </p:nvSpPr>
        <p:spPr>
          <a:xfrm>
            <a:off x="5753980" y="280718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1" name="r1_o06429"/>
          <p:cNvSpPr/>
          <p:nvPr/>
        </p:nvSpPr>
        <p:spPr>
          <a:xfrm>
            <a:off x="5757898" y="281068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2" name="r1_o06430"/>
          <p:cNvSpPr/>
          <p:nvPr/>
        </p:nvSpPr>
        <p:spPr>
          <a:xfrm>
            <a:off x="5757898" y="281068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3" name="r1_o06431"/>
          <p:cNvSpPr/>
          <p:nvPr/>
        </p:nvSpPr>
        <p:spPr>
          <a:xfrm>
            <a:off x="5094859" y="279205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4" name="r1_o06432"/>
          <p:cNvSpPr/>
          <p:nvPr/>
        </p:nvSpPr>
        <p:spPr>
          <a:xfrm>
            <a:off x="5100981" y="279752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5" name="r1_o06433"/>
          <p:cNvSpPr/>
          <p:nvPr/>
        </p:nvSpPr>
        <p:spPr>
          <a:xfrm>
            <a:off x="5100981" y="279752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6" name="r1_o06434"/>
          <p:cNvSpPr/>
          <p:nvPr/>
        </p:nvSpPr>
        <p:spPr>
          <a:xfrm>
            <a:off x="5553878" y="279220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7" name="r1_o06435"/>
          <p:cNvSpPr/>
          <p:nvPr/>
        </p:nvSpPr>
        <p:spPr>
          <a:xfrm>
            <a:off x="5560000" y="279767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8" name="r1_o06436"/>
          <p:cNvSpPr/>
          <p:nvPr/>
        </p:nvSpPr>
        <p:spPr>
          <a:xfrm>
            <a:off x="5560000" y="279767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9" name="r1_o06437"/>
          <p:cNvSpPr/>
          <p:nvPr/>
        </p:nvSpPr>
        <p:spPr>
          <a:xfrm>
            <a:off x="4922305" y="280244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0" name="r1_o06438"/>
          <p:cNvSpPr/>
          <p:nvPr/>
        </p:nvSpPr>
        <p:spPr>
          <a:xfrm>
            <a:off x="4928427" y="280790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1" name="r1_o06439"/>
          <p:cNvSpPr/>
          <p:nvPr/>
        </p:nvSpPr>
        <p:spPr>
          <a:xfrm>
            <a:off x="4928427" y="280790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2" name="r1_o06440"/>
          <p:cNvSpPr/>
          <p:nvPr/>
        </p:nvSpPr>
        <p:spPr>
          <a:xfrm>
            <a:off x="4949854" y="282780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3" name="r1_o06441"/>
          <p:cNvSpPr/>
          <p:nvPr/>
        </p:nvSpPr>
        <p:spPr>
          <a:xfrm>
            <a:off x="4953772" y="283130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4" name="r1_o06442"/>
          <p:cNvSpPr/>
          <p:nvPr/>
        </p:nvSpPr>
        <p:spPr>
          <a:xfrm>
            <a:off x="4953772" y="283130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5" name="r1_o06443"/>
          <p:cNvSpPr/>
          <p:nvPr/>
        </p:nvSpPr>
        <p:spPr>
          <a:xfrm>
            <a:off x="5381324" y="280259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6" name="r1_o06444"/>
          <p:cNvSpPr/>
          <p:nvPr/>
        </p:nvSpPr>
        <p:spPr>
          <a:xfrm>
            <a:off x="5387446" y="280806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7" name="r1_o06445"/>
          <p:cNvSpPr/>
          <p:nvPr/>
        </p:nvSpPr>
        <p:spPr>
          <a:xfrm>
            <a:off x="5387446" y="280806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8" name="r1_o06446"/>
          <p:cNvSpPr/>
          <p:nvPr/>
        </p:nvSpPr>
        <p:spPr>
          <a:xfrm>
            <a:off x="5208760" y="281297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9" name="r1_o06447"/>
          <p:cNvSpPr/>
          <p:nvPr/>
        </p:nvSpPr>
        <p:spPr>
          <a:xfrm>
            <a:off x="5214882" y="281844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0" name="r1_o06448"/>
          <p:cNvSpPr/>
          <p:nvPr/>
        </p:nvSpPr>
        <p:spPr>
          <a:xfrm>
            <a:off x="5214882" y="281844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1" name="r1_o06449"/>
          <p:cNvSpPr/>
          <p:nvPr/>
        </p:nvSpPr>
        <p:spPr>
          <a:xfrm>
            <a:off x="5036206" y="282335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2" name="r1_o06450"/>
          <p:cNvSpPr/>
          <p:nvPr/>
        </p:nvSpPr>
        <p:spPr>
          <a:xfrm>
            <a:off x="5042328" y="282882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3" name="r1_o06451"/>
          <p:cNvSpPr/>
          <p:nvPr/>
        </p:nvSpPr>
        <p:spPr>
          <a:xfrm>
            <a:off x="5042328" y="282882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4" name="r1_o06452"/>
          <p:cNvSpPr/>
          <p:nvPr/>
        </p:nvSpPr>
        <p:spPr>
          <a:xfrm>
            <a:off x="4863652" y="283374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5" name="r1_o06453"/>
          <p:cNvSpPr/>
          <p:nvPr/>
        </p:nvSpPr>
        <p:spPr>
          <a:xfrm>
            <a:off x="4869774" y="283921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6" name="r1_o06454"/>
          <p:cNvSpPr/>
          <p:nvPr/>
        </p:nvSpPr>
        <p:spPr>
          <a:xfrm>
            <a:off x="4869774" y="283921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7" name="r1_o06455"/>
          <p:cNvSpPr/>
          <p:nvPr/>
        </p:nvSpPr>
        <p:spPr>
          <a:xfrm>
            <a:off x="4891201" y="285910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8" name="r1_o06456"/>
          <p:cNvSpPr/>
          <p:nvPr/>
        </p:nvSpPr>
        <p:spPr>
          <a:xfrm>
            <a:off x="4895119" y="286260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9" name="r1_o06457"/>
          <p:cNvSpPr/>
          <p:nvPr/>
        </p:nvSpPr>
        <p:spPr>
          <a:xfrm>
            <a:off x="4895119" y="286260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0" name="r1_o06458"/>
          <p:cNvSpPr/>
          <p:nvPr/>
        </p:nvSpPr>
        <p:spPr>
          <a:xfrm>
            <a:off x="5609125" y="284443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1" name="r1_o06459"/>
          <p:cNvSpPr/>
          <p:nvPr/>
        </p:nvSpPr>
        <p:spPr>
          <a:xfrm>
            <a:off x="5615247" y="284989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2" name="r1_o06460"/>
          <p:cNvSpPr/>
          <p:nvPr/>
        </p:nvSpPr>
        <p:spPr>
          <a:xfrm>
            <a:off x="5615247" y="284989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3" name="r1_o06461"/>
          <p:cNvSpPr/>
          <p:nvPr/>
        </p:nvSpPr>
        <p:spPr>
          <a:xfrm>
            <a:off x="5636674" y="286979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4" name="r1_o06462"/>
          <p:cNvSpPr/>
          <p:nvPr/>
        </p:nvSpPr>
        <p:spPr>
          <a:xfrm>
            <a:off x="5640592" y="287329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5" name="r1_o06463"/>
          <p:cNvSpPr/>
          <p:nvPr/>
        </p:nvSpPr>
        <p:spPr>
          <a:xfrm>
            <a:off x="5640592" y="287329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6" name="r1_o06464"/>
          <p:cNvSpPr/>
          <p:nvPr/>
        </p:nvSpPr>
        <p:spPr>
          <a:xfrm>
            <a:off x="5436571" y="285481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7" name="r1_o06465"/>
          <p:cNvSpPr/>
          <p:nvPr/>
        </p:nvSpPr>
        <p:spPr>
          <a:xfrm>
            <a:off x="5442693" y="286028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8" name="r1_o06466"/>
          <p:cNvSpPr/>
          <p:nvPr/>
        </p:nvSpPr>
        <p:spPr>
          <a:xfrm>
            <a:off x="5442693" y="286028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9" name="r1_o06467"/>
          <p:cNvSpPr/>
          <p:nvPr/>
        </p:nvSpPr>
        <p:spPr>
          <a:xfrm>
            <a:off x="5264017" y="286520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0" name="r1_o06468"/>
          <p:cNvSpPr/>
          <p:nvPr/>
        </p:nvSpPr>
        <p:spPr>
          <a:xfrm>
            <a:off x="5270139" y="287066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1" name="r1_o06469"/>
          <p:cNvSpPr/>
          <p:nvPr/>
        </p:nvSpPr>
        <p:spPr>
          <a:xfrm>
            <a:off x="5270139" y="287066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2" name="r1_o06470"/>
          <p:cNvSpPr/>
          <p:nvPr/>
        </p:nvSpPr>
        <p:spPr>
          <a:xfrm>
            <a:off x="5091453" y="287558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3" name="r1_o06471"/>
          <p:cNvSpPr/>
          <p:nvPr/>
        </p:nvSpPr>
        <p:spPr>
          <a:xfrm>
            <a:off x="5097575" y="288104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4" name="r1_o06472"/>
          <p:cNvSpPr/>
          <p:nvPr/>
        </p:nvSpPr>
        <p:spPr>
          <a:xfrm>
            <a:off x="5097575" y="288104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5" name="r1_o06473"/>
          <p:cNvSpPr/>
          <p:nvPr/>
        </p:nvSpPr>
        <p:spPr>
          <a:xfrm>
            <a:off x="5550472" y="287573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6" name="r1_o06474"/>
          <p:cNvSpPr/>
          <p:nvPr/>
        </p:nvSpPr>
        <p:spPr>
          <a:xfrm>
            <a:off x="5556594" y="288120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7" name="r1_o06475"/>
          <p:cNvSpPr/>
          <p:nvPr/>
        </p:nvSpPr>
        <p:spPr>
          <a:xfrm>
            <a:off x="5556594" y="288120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8" name="r1_o06476"/>
          <p:cNvSpPr/>
          <p:nvPr/>
        </p:nvSpPr>
        <p:spPr>
          <a:xfrm>
            <a:off x="5578021" y="290109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9" name="r1_o06477"/>
          <p:cNvSpPr/>
          <p:nvPr/>
        </p:nvSpPr>
        <p:spPr>
          <a:xfrm>
            <a:off x="5581939" y="2904597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0" name="r1_o06478"/>
          <p:cNvSpPr/>
          <p:nvPr/>
        </p:nvSpPr>
        <p:spPr>
          <a:xfrm>
            <a:off x="5581939" y="2904597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1" name="r1_o06479"/>
          <p:cNvSpPr/>
          <p:nvPr/>
        </p:nvSpPr>
        <p:spPr>
          <a:xfrm>
            <a:off x="4918899" y="288596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2" name="r1_o06480"/>
          <p:cNvSpPr/>
          <p:nvPr/>
        </p:nvSpPr>
        <p:spPr>
          <a:xfrm>
            <a:off x="4925021" y="289143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3" name="r1_o06481"/>
          <p:cNvSpPr/>
          <p:nvPr/>
        </p:nvSpPr>
        <p:spPr>
          <a:xfrm>
            <a:off x="4925021" y="289143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4" name="r1_o06482"/>
          <p:cNvSpPr/>
          <p:nvPr/>
        </p:nvSpPr>
        <p:spPr>
          <a:xfrm>
            <a:off x="5377918" y="288612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5" name="r1_o06483"/>
          <p:cNvSpPr/>
          <p:nvPr/>
        </p:nvSpPr>
        <p:spPr>
          <a:xfrm>
            <a:off x="5384040" y="289158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6" name="r1_o06484"/>
          <p:cNvSpPr/>
          <p:nvPr/>
        </p:nvSpPr>
        <p:spPr>
          <a:xfrm>
            <a:off x="5384040" y="289158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7" name="r1_o06485"/>
          <p:cNvSpPr/>
          <p:nvPr/>
        </p:nvSpPr>
        <p:spPr>
          <a:xfrm>
            <a:off x="4746345" y="289635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8" name="r1_o06486"/>
          <p:cNvSpPr/>
          <p:nvPr/>
        </p:nvSpPr>
        <p:spPr>
          <a:xfrm>
            <a:off x="4752467" y="290181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9" name="r1_o06487"/>
          <p:cNvSpPr/>
          <p:nvPr/>
        </p:nvSpPr>
        <p:spPr>
          <a:xfrm>
            <a:off x="4752467" y="290181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0" name="r1_o06488"/>
          <p:cNvSpPr/>
          <p:nvPr/>
        </p:nvSpPr>
        <p:spPr>
          <a:xfrm>
            <a:off x="4773894" y="2921715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1" name="r1_o06489"/>
          <p:cNvSpPr/>
          <p:nvPr/>
        </p:nvSpPr>
        <p:spPr>
          <a:xfrm>
            <a:off x="4777812" y="2925213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2" name="r1_o06490"/>
          <p:cNvSpPr/>
          <p:nvPr/>
        </p:nvSpPr>
        <p:spPr>
          <a:xfrm>
            <a:off x="4777812" y="2925213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3" name="r1_o06491"/>
          <p:cNvSpPr/>
          <p:nvPr/>
        </p:nvSpPr>
        <p:spPr>
          <a:xfrm>
            <a:off x="5205364" y="289650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4" name="r1_o06492"/>
          <p:cNvSpPr/>
          <p:nvPr/>
        </p:nvSpPr>
        <p:spPr>
          <a:xfrm>
            <a:off x="5211486" y="290197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5" name="r1_o06493"/>
          <p:cNvSpPr/>
          <p:nvPr/>
        </p:nvSpPr>
        <p:spPr>
          <a:xfrm>
            <a:off x="5211486" y="290197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6" name="r1_o06494"/>
          <p:cNvSpPr/>
          <p:nvPr/>
        </p:nvSpPr>
        <p:spPr>
          <a:xfrm>
            <a:off x="5032800" y="290688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7" name="r1_o06495"/>
          <p:cNvSpPr/>
          <p:nvPr/>
        </p:nvSpPr>
        <p:spPr>
          <a:xfrm>
            <a:off x="5038922" y="291235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8" name="r1_o06496"/>
          <p:cNvSpPr/>
          <p:nvPr/>
        </p:nvSpPr>
        <p:spPr>
          <a:xfrm>
            <a:off x="5038922" y="291235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9" name="r1_o06497"/>
          <p:cNvSpPr/>
          <p:nvPr/>
        </p:nvSpPr>
        <p:spPr>
          <a:xfrm>
            <a:off x="4860246" y="291727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0" name="r1_o06498"/>
          <p:cNvSpPr/>
          <p:nvPr/>
        </p:nvSpPr>
        <p:spPr>
          <a:xfrm>
            <a:off x="4866368" y="292273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1" name="r1_o06499"/>
          <p:cNvSpPr/>
          <p:nvPr/>
        </p:nvSpPr>
        <p:spPr>
          <a:xfrm>
            <a:off x="4866368" y="292273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2" name="r1_o06500"/>
          <p:cNvSpPr/>
          <p:nvPr/>
        </p:nvSpPr>
        <p:spPr>
          <a:xfrm>
            <a:off x="4687692" y="292765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3" name="r1_o06501"/>
          <p:cNvSpPr/>
          <p:nvPr/>
        </p:nvSpPr>
        <p:spPr>
          <a:xfrm>
            <a:off x="4693814" y="293312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4" name="r1_o06502"/>
          <p:cNvSpPr/>
          <p:nvPr/>
        </p:nvSpPr>
        <p:spPr>
          <a:xfrm>
            <a:off x="4693814" y="293312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5" name="r1_o06503"/>
          <p:cNvSpPr/>
          <p:nvPr/>
        </p:nvSpPr>
        <p:spPr>
          <a:xfrm>
            <a:off x="4715241" y="2953019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6" name="r1_o06504"/>
          <p:cNvSpPr/>
          <p:nvPr/>
        </p:nvSpPr>
        <p:spPr>
          <a:xfrm>
            <a:off x="4719159" y="295651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7" name="r1_o06505"/>
          <p:cNvSpPr/>
          <p:nvPr/>
        </p:nvSpPr>
        <p:spPr>
          <a:xfrm>
            <a:off x="4719159" y="295651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8" name="r1_o06506"/>
          <p:cNvSpPr/>
          <p:nvPr/>
        </p:nvSpPr>
        <p:spPr>
          <a:xfrm>
            <a:off x="5433165" y="293834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9" name="r1_o06507"/>
          <p:cNvSpPr/>
          <p:nvPr/>
        </p:nvSpPr>
        <p:spPr>
          <a:xfrm>
            <a:off x="5439287" y="294381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0" name="r1_o06508"/>
          <p:cNvSpPr/>
          <p:nvPr/>
        </p:nvSpPr>
        <p:spPr>
          <a:xfrm>
            <a:off x="5439287" y="294381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1" name="r1_o06509"/>
          <p:cNvSpPr/>
          <p:nvPr/>
        </p:nvSpPr>
        <p:spPr>
          <a:xfrm>
            <a:off x="5460714" y="296370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2" name="r1_o06510"/>
          <p:cNvSpPr/>
          <p:nvPr/>
        </p:nvSpPr>
        <p:spPr>
          <a:xfrm>
            <a:off x="5464632" y="296720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3" name="r1_o06511"/>
          <p:cNvSpPr/>
          <p:nvPr/>
        </p:nvSpPr>
        <p:spPr>
          <a:xfrm>
            <a:off x="5464632" y="296720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4" name="r1_o06512"/>
          <p:cNvSpPr/>
          <p:nvPr/>
        </p:nvSpPr>
        <p:spPr>
          <a:xfrm>
            <a:off x="5260611" y="294873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5" name="r1_o06513"/>
          <p:cNvSpPr/>
          <p:nvPr/>
        </p:nvSpPr>
        <p:spPr>
          <a:xfrm>
            <a:off x="5266733" y="295419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6" name="r1_o06514"/>
          <p:cNvSpPr/>
          <p:nvPr/>
        </p:nvSpPr>
        <p:spPr>
          <a:xfrm>
            <a:off x="5266733" y="295419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7" name="r1_o06515"/>
          <p:cNvSpPr/>
          <p:nvPr/>
        </p:nvSpPr>
        <p:spPr>
          <a:xfrm>
            <a:off x="5088057" y="295911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8" name="r1_o06516"/>
          <p:cNvSpPr/>
          <p:nvPr/>
        </p:nvSpPr>
        <p:spPr>
          <a:xfrm>
            <a:off x="5094179" y="296458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9" name="r1_o06517"/>
          <p:cNvSpPr/>
          <p:nvPr/>
        </p:nvSpPr>
        <p:spPr>
          <a:xfrm>
            <a:off x="5094179" y="296458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0" name="r1_o06518"/>
          <p:cNvSpPr/>
          <p:nvPr/>
        </p:nvSpPr>
        <p:spPr>
          <a:xfrm>
            <a:off x="4915494" y="296949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1" name="r1_o06519"/>
          <p:cNvSpPr/>
          <p:nvPr/>
        </p:nvSpPr>
        <p:spPr>
          <a:xfrm>
            <a:off x="4921616" y="297496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2" name="r1_o06520"/>
          <p:cNvSpPr/>
          <p:nvPr/>
        </p:nvSpPr>
        <p:spPr>
          <a:xfrm>
            <a:off x="4921616" y="297496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3" name="r1_o06521"/>
          <p:cNvSpPr/>
          <p:nvPr/>
        </p:nvSpPr>
        <p:spPr>
          <a:xfrm>
            <a:off x="5374512" y="296964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4" name="r1_o06522"/>
          <p:cNvSpPr/>
          <p:nvPr/>
        </p:nvSpPr>
        <p:spPr>
          <a:xfrm>
            <a:off x="5380634" y="297511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5" name="r1_o06523"/>
          <p:cNvSpPr/>
          <p:nvPr/>
        </p:nvSpPr>
        <p:spPr>
          <a:xfrm>
            <a:off x="5380634" y="297511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6" name="r1_o06524"/>
          <p:cNvSpPr/>
          <p:nvPr/>
        </p:nvSpPr>
        <p:spPr>
          <a:xfrm>
            <a:off x="5402061" y="2995011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7" name="r1_o06525"/>
          <p:cNvSpPr/>
          <p:nvPr/>
        </p:nvSpPr>
        <p:spPr>
          <a:xfrm>
            <a:off x="5405979" y="299851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8" name="r1_o06526"/>
          <p:cNvSpPr/>
          <p:nvPr/>
        </p:nvSpPr>
        <p:spPr>
          <a:xfrm>
            <a:off x="5405979" y="299851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9" name="r1_o06527"/>
          <p:cNvSpPr/>
          <p:nvPr/>
        </p:nvSpPr>
        <p:spPr>
          <a:xfrm>
            <a:off x="4742940" y="2979881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0" name="r1_o06528"/>
          <p:cNvSpPr/>
          <p:nvPr/>
        </p:nvSpPr>
        <p:spPr>
          <a:xfrm>
            <a:off x="4749062" y="2985347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1" name="r1_o06529"/>
          <p:cNvSpPr/>
          <p:nvPr/>
        </p:nvSpPr>
        <p:spPr>
          <a:xfrm>
            <a:off x="4749062" y="2985347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2" name="r1_o06530"/>
          <p:cNvSpPr/>
          <p:nvPr/>
        </p:nvSpPr>
        <p:spPr>
          <a:xfrm>
            <a:off x="5201958" y="2980034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3" name="r1_o06531"/>
          <p:cNvSpPr/>
          <p:nvPr/>
        </p:nvSpPr>
        <p:spPr>
          <a:xfrm>
            <a:off x="5208080" y="2985500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4" name="r1_o06532"/>
          <p:cNvSpPr/>
          <p:nvPr/>
        </p:nvSpPr>
        <p:spPr>
          <a:xfrm>
            <a:off x="5208080" y="2985500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5" name="r1_o06533"/>
          <p:cNvSpPr/>
          <p:nvPr/>
        </p:nvSpPr>
        <p:spPr>
          <a:xfrm>
            <a:off x="4570386" y="2990266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6" name="r1_o06534"/>
          <p:cNvSpPr/>
          <p:nvPr/>
        </p:nvSpPr>
        <p:spPr>
          <a:xfrm>
            <a:off x="4576508" y="2995732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7" name="r1_o06535"/>
          <p:cNvSpPr/>
          <p:nvPr/>
        </p:nvSpPr>
        <p:spPr>
          <a:xfrm>
            <a:off x="4576508" y="2995732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8" name="r1_o06536"/>
          <p:cNvSpPr/>
          <p:nvPr/>
        </p:nvSpPr>
        <p:spPr>
          <a:xfrm>
            <a:off x="4597934" y="3015628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9" name="r1_o06537"/>
          <p:cNvSpPr/>
          <p:nvPr/>
        </p:nvSpPr>
        <p:spPr>
          <a:xfrm>
            <a:off x="4601852" y="3019126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0" name="r1_o06538"/>
          <p:cNvSpPr/>
          <p:nvPr/>
        </p:nvSpPr>
        <p:spPr>
          <a:xfrm>
            <a:off x="4601852" y="3019126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1" name="r1_o06539"/>
          <p:cNvSpPr/>
          <p:nvPr/>
        </p:nvSpPr>
        <p:spPr>
          <a:xfrm>
            <a:off x="5029404" y="2990419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2" name="r1_o06540"/>
          <p:cNvSpPr/>
          <p:nvPr/>
        </p:nvSpPr>
        <p:spPr>
          <a:xfrm>
            <a:off x="5035526" y="2995885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3" name="r1_o06541"/>
          <p:cNvSpPr/>
          <p:nvPr/>
        </p:nvSpPr>
        <p:spPr>
          <a:xfrm>
            <a:off x="5035526" y="2995885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4" name="r1_o06542"/>
          <p:cNvSpPr/>
          <p:nvPr/>
        </p:nvSpPr>
        <p:spPr>
          <a:xfrm>
            <a:off x="4856840" y="300080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5" name="r1_o06543"/>
          <p:cNvSpPr/>
          <p:nvPr/>
        </p:nvSpPr>
        <p:spPr>
          <a:xfrm>
            <a:off x="4862962" y="300626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6" name="r1_o06544"/>
          <p:cNvSpPr/>
          <p:nvPr/>
        </p:nvSpPr>
        <p:spPr>
          <a:xfrm>
            <a:off x="4862962" y="300626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7" name="r1_o06545"/>
          <p:cNvSpPr/>
          <p:nvPr/>
        </p:nvSpPr>
        <p:spPr>
          <a:xfrm>
            <a:off x="4684286" y="301118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8" name="r1_o06546"/>
          <p:cNvSpPr/>
          <p:nvPr/>
        </p:nvSpPr>
        <p:spPr>
          <a:xfrm>
            <a:off x="4690408" y="301665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9" name="r1_o06547"/>
          <p:cNvSpPr/>
          <p:nvPr/>
        </p:nvSpPr>
        <p:spPr>
          <a:xfrm>
            <a:off x="4690408" y="301665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0" name="r1_o06548"/>
          <p:cNvSpPr/>
          <p:nvPr/>
        </p:nvSpPr>
        <p:spPr>
          <a:xfrm>
            <a:off x="4511732" y="302157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1" name="r1_o06549"/>
          <p:cNvSpPr/>
          <p:nvPr/>
        </p:nvSpPr>
        <p:spPr>
          <a:xfrm>
            <a:off x="4517854" y="302703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2" name="r1_o06550"/>
          <p:cNvSpPr/>
          <p:nvPr/>
        </p:nvSpPr>
        <p:spPr>
          <a:xfrm>
            <a:off x="4517854" y="302703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3" name="r1_o06551"/>
          <p:cNvSpPr/>
          <p:nvPr/>
        </p:nvSpPr>
        <p:spPr>
          <a:xfrm>
            <a:off x="4539281" y="304693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4" name="r1_o06552"/>
          <p:cNvSpPr/>
          <p:nvPr/>
        </p:nvSpPr>
        <p:spPr>
          <a:xfrm>
            <a:off x="4543199" y="305043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5" name="r1_o06553"/>
          <p:cNvSpPr/>
          <p:nvPr/>
        </p:nvSpPr>
        <p:spPr>
          <a:xfrm>
            <a:off x="4543199" y="305043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6" name="r1_o06554"/>
          <p:cNvSpPr/>
          <p:nvPr/>
        </p:nvSpPr>
        <p:spPr>
          <a:xfrm>
            <a:off x="5257206" y="303225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7" name="r1_o06555"/>
          <p:cNvSpPr/>
          <p:nvPr/>
        </p:nvSpPr>
        <p:spPr>
          <a:xfrm>
            <a:off x="5263328" y="303772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8" name="r1_o06556"/>
          <p:cNvSpPr/>
          <p:nvPr/>
        </p:nvSpPr>
        <p:spPr>
          <a:xfrm>
            <a:off x="5263328" y="303772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9" name="r1_o06557"/>
          <p:cNvSpPr/>
          <p:nvPr/>
        </p:nvSpPr>
        <p:spPr>
          <a:xfrm>
            <a:off x="5284754" y="3057620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0" name="r1_o06558"/>
          <p:cNvSpPr/>
          <p:nvPr/>
        </p:nvSpPr>
        <p:spPr>
          <a:xfrm>
            <a:off x="5288672" y="3061118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1" name="r1_o06559"/>
          <p:cNvSpPr/>
          <p:nvPr/>
        </p:nvSpPr>
        <p:spPr>
          <a:xfrm>
            <a:off x="5288672" y="3061118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2" name="r1_o06560"/>
          <p:cNvSpPr/>
          <p:nvPr/>
        </p:nvSpPr>
        <p:spPr>
          <a:xfrm>
            <a:off x="5084652" y="304264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3" name="r1_o06561"/>
          <p:cNvSpPr/>
          <p:nvPr/>
        </p:nvSpPr>
        <p:spPr>
          <a:xfrm>
            <a:off x="5090774" y="304810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4" name="r1_o06562"/>
          <p:cNvSpPr/>
          <p:nvPr/>
        </p:nvSpPr>
        <p:spPr>
          <a:xfrm>
            <a:off x="5090774" y="304810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5" name="r1_o06563"/>
          <p:cNvSpPr/>
          <p:nvPr/>
        </p:nvSpPr>
        <p:spPr>
          <a:xfrm>
            <a:off x="4912098" y="305302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6" name="r1_o06564"/>
          <p:cNvSpPr/>
          <p:nvPr/>
        </p:nvSpPr>
        <p:spPr>
          <a:xfrm>
            <a:off x="4918220" y="305849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7" name="r1_o06565"/>
          <p:cNvSpPr/>
          <p:nvPr/>
        </p:nvSpPr>
        <p:spPr>
          <a:xfrm>
            <a:off x="4918220" y="305849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8" name="r1_o06566"/>
          <p:cNvSpPr/>
          <p:nvPr/>
        </p:nvSpPr>
        <p:spPr>
          <a:xfrm>
            <a:off x="4739534" y="3063408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9" name="r1_o06567"/>
          <p:cNvSpPr/>
          <p:nvPr/>
        </p:nvSpPr>
        <p:spPr>
          <a:xfrm>
            <a:off x="4745656" y="3068874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0" name="r1_o06568"/>
          <p:cNvSpPr/>
          <p:nvPr/>
        </p:nvSpPr>
        <p:spPr>
          <a:xfrm>
            <a:off x="4745656" y="3068874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1" name="r1_o06569"/>
          <p:cNvSpPr/>
          <p:nvPr/>
        </p:nvSpPr>
        <p:spPr>
          <a:xfrm>
            <a:off x="5198552" y="306356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2" name="r1_o06570"/>
          <p:cNvSpPr/>
          <p:nvPr/>
        </p:nvSpPr>
        <p:spPr>
          <a:xfrm>
            <a:off x="5204674" y="306902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3" name="r1_o06571"/>
          <p:cNvSpPr/>
          <p:nvPr/>
        </p:nvSpPr>
        <p:spPr>
          <a:xfrm>
            <a:off x="5204674" y="306902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4" name="r1_o06572"/>
          <p:cNvSpPr/>
          <p:nvPr/>
        </p:nvSpPr>
        <p:spPr>
          <a:xfrm>
            <a:off x="5226101" y="3088924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5" name="r1_o06573"/>
          <p:cNvSpPr/>
          <p:nvPr/>
        </p:nvSpPr>
        <p:spPr>
          <a:xfrm>
            <a:off x="5230019" y="3092422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6" name="r1_o06574"/>
          <p:cNvSpPr/>
          <p:nvPr/>
        </p:nvSpPr>
        <p:spPr>
          <a:xfrm>
            <a:off x="5230019" y="3092422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7" name="r1_o06575"/>
          <p:cNvSpPr/>
          <p:nvPr/>
        </p:nvSpPr>
        <p:spPr>
          <a:xfrm>
            <a:off x="4566980" y="307379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8" name="r1_o06576"/>
          <p:cNvSpPr/>
          <p:nvPr/>
        </p:nvSpPr>
        <p:spPr>
          <a:xfrm>
            <a:off x="4573102" y="307925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9" name="r1_o06577"/>
          <p:cNvSpPr/>
          <p:nvPr/>
        </p:nvSpPr>
        <p:spPr>
          <a:xfrm>
            <a:off x="4573102" y="307925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0" name="r1_o06578"/>
          <p:cNvSpPr/>
          <p:nvPr/>
        </p:nvSpPr>
        <p:spPr>
          <a:xfrm>
            <a:off x="4594528" y="3099156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1" name="r1_o06579"/>
          <p:cNvSpPr/>
          <p:nvPr/>
        </p:nvSpPr>
        <p:spPr>
          <a:xfrm>
            <a:off x="4598447" y="3102654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2" name="r1_o06580"/>
          <p:cNvSpPr/>
          <p:nvPr/>
        </p:nvSpPr>
        <p:spPr>
          <a:xfrm>
            <a:off x="4598447" y="3102654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3" name="r1_o06581"/>
          <p:cNvSpPr/>
          <p:nvPr/>
        </p:nvSpPr>
        <p:spPr>
          <a:xfrm>
            <a:off x="5025998" y="3073947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4" name="r1_o06582"/>
          <p:cNvSpPr/>
          <p:nvPr/>
        </p:nvSpPr>
        <p:spPr>
          <a:xfrm>
            <a:off x="5032120" y="3079413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5" name="r1_o06583"/>
          <p:cNvSpPr/>
          <p:nvPr/>
        </p:nvSpPr>
        <p:spPr>
          <a:xfrm>
            <a:off x="5032120" y="3079413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6" name="r1_o06584"/>
          <p:cNvSpPr/>
          <p:nvPr/>
        </p:nvSpPr>
        <p:spPr>
          <a:xfrm>
            <a:off x="4853444" y="3084332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7" name="r1_o06585"/>
          <p:cNvSpPr/>
          <p:nvPr/>
        </p:nvSpPr>
        <p:spPr>
          <a:xfrm>
            <a:off x="4859566" y="3089798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8" name="r1_o06586"/>
          <p:cNvSpPr/>
          <p:nvPr/>
        </p:nvSpPr>
        <p:spPr>
          <a:xfrm>
            <a:off x="4859566" y="3089798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9" name="r1_o06587"/>
          <p:cNvSpPr/>
          <p:nvPr/>
        </p:nvSpPr>
        <p:spPr>
          <a:xfrm>
            <a:off x="4680881" y="3094713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0" name="r1_o06588"/>
          <p:cNvSpPr/>
          <p:nvPr/>
        </p:nvSpPr>
        <p:spPr>
          <a:xfrm>
            <a:off x="4687003" y="3100179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1" name="r1_o06589"/>
          <p:cNvSpPr/>
          <p:nvPr/>
        </p:nvSpPr>
        <p:spPr>
          <a:xfrm>
            <a:off x="4687003" y="3100179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2" name="r1_o06590"/>
          <p:cNvSpPr/>
          <p:nvPr/>
        </p:nvSpPr>
        <p:spPr>
          <a:xfrm>
            <a:off x="5081246" y="312617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3" name="r1_o06591"/>
          <p:cNvSpPr/>
          <p:nvPr/>
        </p:nvSpPr>
        <p:spPr>
          <a:xfrm>
            <a:off x="5087368" y="313163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4" name="r1_o06592"/>
          <p:cNvSpPr/>
          <p:nvPr/>
        </p:nvSpPr>
        <p:spPr>
          <a:xfrm>
            <a:off x="5087368" y="313163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5" name="r1_o06593"/>
          <p:cNvSpPr/>
          <p:nvPr/>
        </p:nvSpPr>
        <p:spPr>
          <a:xfrm>
            <a:off x="5108794" y="315153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6" name="r1_o06594"/>
          <p:cNvSpPr/>
          <p:nvPr/>
        </p:nvSpPr>
        <p:spPr>
          <a:xfrm>
            <a:off x="5112712" y="315503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7" name="r1_o06595"/>
          <p:cNvSpPr/>
          <p:nvPr/>
        </p:nvSpPr>
        <p:spPr>
          <a:xfrm>
            <a:off x="5112712" y="315503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8" name="r1_o06596"/>
          <p:cNvSpPr/>
          <p:nvPr/>
        </p:nvSpPr>
        <p:spPr>
          <a:xfrm>
            <a:off x="4908692" y="313655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9" name="r1_o06597"/>
          <p:cNvSpPr/>
          <p:nvPr/>
        </p:nvSpPr>
        <p:spPr>
          <a:xfrm>
            <a:off x="4914814" y="314202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0" name="r1_o06598"/>
          <p:cNvSpPr/>
          <p:nvPr/>
        </p:nvSpPr>
        <p:spPr>
          <a:xfrm>
            <a:off x="4914814" y="314202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1" name="r1_o06599"/>
          <p:cNvSpPr/>
          <p:nvPr/>
        </p:nvSpPr>
        <p:spPr>
          <a:xfrm>
            <a:off x="4736138" y="314694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2" name="r1_o06600"/>
          <p:cNvSpPr/>
          <p:nvPr/>
        </p:nvSpPr>
        <p:spPr>
          <a:xfrm>
            <a:off x="4742260" y="315240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3" name="r1_o06601"/>
          <p:cNvSpPr/>
          <p:nvPr/>
        </p:nvSpPr>
        <p:spPr>
          <a:xfrm>
            <a:off x="4742260" y="315240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4" name="r1_o06602"/>
          <p:cNvSpPr/>
          <p:nvPr/>
        </p:nvSpPr>
        <p:spPr>
          <a:xfrm>
            <a:off x="4763686" y="3172303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5" name="r1_o06603"/>
          <p:cNvSpPr/>
          <p:nvPr/>
        </p:nvSpPr>
        <p:spPr>
          <a:xfrm>
            <a:off x="4767604" y="3175801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6" name="r1_o06604"/>
          <p:cNvSpPr/>
          <p:nvPr/>
        </p:nvSpPr>
        <p:spPr>
          <a:xfrm>
            <a:off x="4767604" y="3175801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7" name="r1_o06605"/>
          <p:cNvSpPr/>
          <p:nvPr/>
        </p:nvSpPr>
        <p:spPr>
          <a:xfrm>
            <a:off x="5022593" y="3157475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8" name="r1_o06606"/>
          <p:cNvSpPr/>
          <p:nvPr/>
        </p:nvSpPr>
        <p:spPr>
          <a:xfrm>
            <a:off x="5028715" y="3162941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9" name="r1_o06607"/>
          <p:cNvSpPr/>
          <p:nvPr/>
        </p:nvSpPr>
        <p:spPr>
          <a:xfrm>
            <a:off x="5028715" y="3162941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0" name="r1_o06608"/>
          <p:cNvSpPr/>
          <p:nvPr/>
        </p:nvSpPr>
        <p:spPr>
          <a:xfrm>
            <a:off x="5050141" y="3182837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1" name="r1_o06609"/>
          <p:cNvSpPr/>
          <p:nvPr/>
        </p:nvSpPr>
        <p:spPr>
          <a:xfrm>
            <a:off x="5054059" y="3186335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2" name="r1_o06610"/>
          <p:cNvSpPr/>
          <p:nvPr/>
        </p:nvSpPr>
        <p:spPr>
          <a:xfrm>
            <a:off x="5054059" y="3186335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3" name="r1_o06611"/>
          <p:cNvSpPr/>
          <p:nvPr/>
        </p:nvSpPr>
        <p:spPr>
          <a:xfrm>
            <a:off x="4850039" y="3167860"/>
            <a:ext cx="43728" cy="43728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4" name="r1_o06612"/>
          <p:cNvSpPr/>
          <p:nvPr/>
        </p:nvSpPr>
        <p:spPr>
          <a:xfrm>
            <a:off x="4856161" y="3173326"/>
            <a:ext cx="21252" cy="21252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5" name="r1_o06613"/>
          <p:cNvSpPr/>
          <p:nvPr/>
        </p:nvSpPr>
        <p:spPr>
          <a:xfrm>
            <a:off x="4856161" y="3173326"/>
            <a:ext cx="13282" cy="13282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6" name="r1_o06614"/>
          <p:cNvSpPr/>
          <p:nvPr/>
        </p:nvSpPr>
        <p:spPr>
          <a:xfrm>
            <a:off x="4877587" y="3193222"/>
            <a:ext cx="27986" cy="2798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7" name="r1_o06615"/>
          <p:cNvSpPr/>
          <p:nvPr/>
        </p:nvSpPr>
        <p:spPr>
          <a:xfrm>
            <a:off x="4881505" y="3196720"/>
            <a:ext cx="13601" cy="1360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8" name="r1_o06616"/>
          <p:cNvSpPr/>
          <p:nvPr/>
        </p:nvSpPr>
        <p:spPr>
          <a:xfrm>
            <a:off x="4881505" y="3196720"/>
            <a:ext cx="8501" cy="850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9" name="r1_o06617"/>
          <p:cNvSpPr/>
          <p:nvPr/>
        </p:nvSpPr>
        <p:spPr>
          <a:xfrm>
            <a:off x="4543505" y="670495"/>
            <a:ext cx="364400" cy="889135"/>
          </a:xfrm>
          <a:prstGeom prst="rect">
            <a:avLst/>
          </a:prstGeom>
          <a:solidFill>
            <a:srgbClr val="718086"/>
          </a:solidFill>
          <a:ln w="10160">
            <a:solidFill>
              <a:srgbClr val="50595B"/>
            </a:solidFill>
          </a:ln>
        </p:spPr>
        <p:txBody>
          <a:bodyPr/>
          <a:lstStyle/>
          <a:p/>
        </p:txBody>
      </p:sp>
      <p:sp>
        <p:nvSpPr>
          <p:cNvPr id="6620" name="r1_o06618"/>
          <p:cNvSpPr/>
          <p:nvPr/>
        </p:nvSpPr>
        <p:spPr>
          <a:xfrm>
            <a:off x="4448762" y="444567"/>
            <a:ext cx="561175" cy="240504"/>
          </a:xfrm>
          <a:prstGeom prst="rect">
            <a:avLst/>
          </a:prstGeom>
          <a:solidFill>
            <a:srgbClr val="949C9E"/>
          </a:solidFill>
          <a:ln>
            <a:noFill/>
          </a:ln>
        </p:spPr>
        <p:txBody>
          <a:bodyPr/>
          <a:lstStyle/>
          <a:p/>
        </p:txBody>
      </p:sp>
      <p:sp>
        <p:nvSpPr>
          <p:cNvPr id="6621" name="r1_o06619"/>
          <p:cNvSpPr/>
          <p:nvPr/>
        </p:nvSpPr>
        <p:spPr>
          <a:xfrm>
            <a:off x="4630961" y="1530478"/>
            <a:ext cx="174912" cy="422704"/>
          </a:xfrm>
          <a:prstGeom prst="rect">
            <a:avLst/>
          </a:prstGeom>
          <a:solidFill>
            <a:srgbClr val="A4C9DE"/>
          </a:solidFill>
          <a:ln>
            <a:noFill/>
          </a:ln>
        </p:spPr>
        <p:txBody>
          <a:bodyPr/>
          <a:lstStyle/>
          <a:p/>
        </p:txBody>
      </p:sp>
      <p:sp>
        <p:nvSpPr>
          <p:cNvPr id="6622" name="r1_o06620"/>
          <p:cNvSpPr/>
          <p:nvPr/>
        </p:nvSpPr>
        <p:spPr>
          <a:xfrm>
            <a:off x="4405034" y="1719966"/>
            <a:ext cx="626767" cy="160336"/>
          </a:xfrm>
          <a:prstGeom prst="ellipse">
            <a:avLst/>
          </a:prstGeom>
          <a:noFill/>
          <a:ln w="19050">
            <a:solidFill>
              <a:srgbClr val="80C9EC"/>
            </a:solidFill>
          </a:ln>
        </p:spPr>
        <p:txBody>
          <a:bodyPr/>
          <a:lstStyle/>
          <a:p/>
        </p:txBody>
      </p:sp>
      <p:sp>
        <p:nvSpPr>
          <p:cNvPr id="6623" name="r1_o06621"/>
          <p:cNvSpPr/>
          <p:nvPr/>
        </p:nvSpPr>
        <p:spPr>
          <a:xfrm>
            <a:off x="4295714" y="1698102"/>
            <a:ext cx="845407" cy="255080"/>
          </a:xfrm>
          <a:prstGeom prst="ellipse">
            <a:avLst/>
          </a:prstGeom>
          <a:noFill/>
          <a:ln w="19050">
            <a:solidFill>
              <a:srgbClr val="80C9EC"/>
            </a:solidFill>
          </a:ln>
        </p:spPr>
        <p:txBody>
          <a:bodyPr/>
          <a:lstStyle/>
          <a:p/>
        </p:txBody>
      </p:sp>
      <p:sp>
        <p:nvSpPr>
          <p:cNvPr id="6624" name="r1_o06622"/>
          <p:cNvSpPr/>
          <p:nvPr/>
        </p:nvSpPr>
        <p:spPr>
          <a:xfrm>
            <a:off x="4186394" y="1676238"/>
            <a:ext cx="1064047" cy="349824"/>
          </a:xfrm>
          <a:prstGeom prst="ellipse">
            <a:avLst/>
          </a:prstGeom>
          <a:noFill/>
          <a:ln w="19050">
            <a:solidFill>
              <a:srgbClr val="80C9EC"/>
            </a:solidFill>
          </a:ln>
        </p:spPr>
        <p:txBody>
          <a:bodyPr/>
          <a:lstStyle/>
          <a:p/>
        </p:txBody>
      </p:sp>
      <p:sp>
        <p:nvSpPr>
          <p:cNvPr id="6625" name="r1_o06623"/>
          <p:cNvSpPr/>
          <p:nvPr/>
        </p:nvSpPr>
        <p:spPr>
          <a:xfrm>
            <a:off x="4077074" y="1654374"/>
            <a:ext cx="1282687" cy="444567"/>
          </a:xfrm>
          <a:prstGeom prst="ellipse">
            <a:avLst/>
          </a:prstGeom>
          <a:noFill/>
          <a:ln w="19050">
            <a:solidFill>
              <a:srgbClr val="80C9EC"/>
            </a:solidFill>
          </a:ln>
        </p:spPr>
        <p:txBody>
          <a:bodyPr/>
          <a:lstStyle/>
          <a:p/>
        </p:txBody>
      </p:sp>
      <p:sp>
        <p:nvSpPr>
          <p:cNvPr id="6626" name="r1_o06624"/>
          <p:cNvSpPr/>
          <p:nvPr/>
        </p:nvSpPr>
        <p:spPr>
          <a:xfrm>
            <a:off x="3472171" y="3891787"/>
            <a:ext cx="2477917" cy="2477917"/>
          </a:xfrm>
          <a:prstGeom prst="ellipse">
            <a:avLst/>
          </a:prstGeom>
          <a:solidFill>
            <a:srgbClr val="F7FBFE"/>
          </a:solidFill>
          <a:ln w="20320">
            <a:solidFill>
              <a:srgbClr val="AEC9E8"/>
            </a:solidFill>
          </a:ln>
        </p:spPr>
        <p:txBody>
          <a:bodyPr/>
          <a:lstStyle/>
          <a:p/>
        </p:txBody>
      </p:sp>
      <p:sp>
        <p:nvSpPr>
          <p:cNvPr id="6627" name="r1_o06625"/>
          <p:cNvSpPr/>
          <p:nvPr/>
        </p:nvSpPr>
        <p:spPr>
          <a:xfrm>
            <a:off x="4536217" y="3498236"/>
            <a:ext cx="349824" cy="393552"/>
          </a:xfrm>
          <a:prstGeom prst="upArrow">
            <a:avLst/>
          </a:prstGeom>
          <a:solidFill>
            <a:srgbClr val="B9D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6628" name="r1_o06626"/>
          <p:cNvSpPr/>
          <p:nvPr/>
        </p:nvSpPr>
        <p:spPr>
          <a:xfrm>
            <a:off x="4069547" y="4133638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29" name="r1_o06627"/>
          <p:cNvSpPr/>
          <p:nvPr/>
        </p:nvSpPr>
        <p:spPr>
          <a:xfrm>
            <a:off x="5466868" y="4701957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0" name="r1_o06628"/>
          <p:cNvSpPr/>
          <p:nvPr/>
        </p:nvSpPr>
        <p:spPr>
          <a:xfrm flipH="1" flipV="1">
            <a:off x="5275259" y="4609788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1" name="r1_o06629"/>
          <p:cNvSpPr/>
          <p:nvPr/>
        </p:nvSpPr>
        <p:spPr>
          <a:xfrm>
            <a:off x="3983954" y="4369371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2" name="r1_o06630"/>
          <p:cNvSpPr/>
          <p:nvPr/>
        </p:nvSpPr>
        <p:spPr>
          <a:xfrm>
            <a:off x="5334351" y="4292082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3" name="r1_o06631"/>
          <p:cNvSpPr/>
          <p:nvPr/>
        </p:nvSpPr>
        <p:spPr>
          <a:xfrm>
            <a:off x="4726935" y="4415253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4" name="r1_o06632"/>
          <p:cNvSpPr/>
          <p:nvPr/>
        </p:nvSpPr>
        <p:spPr>
          <a:xfrm>
            <a:off x="4535318" y="4323074"/>
            <a:ext cx="109063" cy="8708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5" name="r1_o06633"/>
          <p:cNvSpPr/>
          <p:nvPr/>
        </p:nvSpPr>
        <p:spPr>
          <a:xfrm>
            <a:off x="4918544" y="4507422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6" name="r1_o06634"/>
          <p:cNvSpPr/>
          <p:nvPr/>
        </p:nvSpPr>
        <p:spPr>
          <a:xfrm>
            <a:off x="5275259" y="4609788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7" name="r1_o06635"/>
          <p:cNvSpPr/>
          <p:nvPr/>
        </p:nvSpPr>
        <p:spPr>
          <a:xfrm flipH="1" flipV="1">
            <a:off x="4812528" y="4179521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8" name="r1_o06636"/>
          <p:cNvSpPr/>
          <p:nvPr/>
        </p:nvSpPr>
        <p:spPr>
          <a:xfrm flipH="1" flipV="1">
            <a:off x="5139702" y="4440744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39" name="r1_o06637"/>
          <p:cNvSpPr/>
          <p:nvPr/>
        </p:nvSpPr>
        <p:spPr>
          <a:xfrm>
            <a:off x="4013495" y="4210513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0" name="r1_o06638"/>
          <p:cNvSpPr/>
          <p:nvPr/>
        </p:nvSpPr>
        <p:spPr>
          <a:xfrm>
            <a:off x="4367171" y="4553709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1" name="r1_o06639"/>
          <p:cNvSpPr/>
          <p:nvPr/>
        </p:nvSpPr>
        <p:spPr>
          <a:xfrm>
            <a:off x="4508816" y="4241101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2" name="r1_o06640"/>
          <p:cNvSpPr/>
          <p:nvPr/>
        </p:nvSpPr>
        <p:spPr>
          <a:xfrm flipH="1" flipV="1">
            <a:off x="4317207" y="4148932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3" name="r1_o06641"/>
          <p:cNvSpPr/>
          <p:nvPr/>
        </p:nvSpPr>
        <p:spPr>
          <a:xfrm>
            <a:off x="5086690" y="4276788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4" name="r1_o06642"/>
          <p:cNvSpPr/>
          <p:nvPr/>
        </p:nvSpPr>
        <p:spPr>
          <a:xfrm>
            <a:off x="4261156" y="4225807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5" name="r1_o06643"/>
          <p:cNvSpPr/>
          <p:nvPr/>
        </p:nvSpPr>
        <p:spPr>
          <a:xfrm>
            <a:off x="4974595" y="4430547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6" name="r1_o06644"/>
          <p:cNvSpPr/>
          <p:nvPr/>
        </p:nvSpPr>
        <p:spPr>
          <a:xfrm flipH="1" flipV="1">
            <a:off x="3957444" y="4287388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7" name="r1_o06645"/>
          <p:cNvSpPr/>
          <p:nvPr/>
        </p:nvSpPr>
        <p:spPr>
          <a:xfrm flipH="1" flipV="1">
            <a:off x="4700425" y="4333270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8" name="r1_o06646"/>
          <p:cNvSpPr/>
          <p:nvPr/>
        </p:nvSpPr>
        <p:spPr>
          <a:xfrm>
            <a:off x="4948085" y="4348565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49" name="r1_o06647"/>
          <p:cNvSpPr/>
          <p:nvPr/>
        </p:nvSpPr>
        <p:spPr>
          <a:xfrm>
            <a:off x="5083651" y="4517618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0" name="r1_o06648"/>
          <p:cNvSpPr/>
          <p:nvPr/>
        </p:nvSpPr>
        <p:spPr>
          <a:xfrm>
            <a:off x="5469916" y="4461136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1" name="r1_o06649"/>
          <p:cNvSpPr/>
          <p:nvPr/>
        </p:nvSpPr>
        <p:spPr>
          <a:xfrm>
            <a:off x="5060188" y="4194815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2" name="r1_o06650"/>
          <p:cNvSpPr/>
          <p:nvPr/>
        </p:nvSpPr>
        <p:spPr>
          <a:xfrm>
            <a:off x="4756476" y="4256395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3" name="r1_o06651"/>
          <p:cNvSpPr/>
          <p:nvPr/>
        </p:nvSpPr>
        <p:spPr>
          <a:xfrm>
            <a:off x="5139702" y="4440744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4" name="r1_o06652"/>
          <p:cNvSpPr/>
          <p:nvPr/>
        </p:nvSpPr>
        <p:spPr>
          <a:xfrm>
            <a:off x="4476227" y="4640780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5" name="r1_o06653"/>
          <p:cNvSpPr/>
          <p:nvPr/>
        </p:nvSpPr>
        <p:spPr>
          <a:xfrm>
            <a:off x="4479274" y="4399959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6" name="r1_o06654"/>
          <p:cNvSpPr/>
          <p:nvPr/>
        </p:nvSpPr>
        <p:spPr>
          <a:xfrm>
            <a:off x="4670883" y="4492128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7" name="r1_o06655"/>
          <p:cNvSpPr/>
          <p:nvPr/>
        </p:nvSpPr>
        <p:spPr>
          <a:xfrm>
            <a:off x="4779939" y="4579199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8" name="r1_o06656"/>
          <p:cNvSpPr/>
          <p:nvPr/>
        </p:nvSpPr>
        <p:spPr>
          <a:xfrm flipH="1" flipV="1">
            <a:off x="4532278" y="4563905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59" name="r1_o06657"/>
          <p:cNvSpPr/>
          <p:nvPr/>
        </p:nvSpPr>
        <p:spPr>
          <a:xfrm>
            <a:off x="4588330" y="4487030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0" name="r1_o06658"/>
          <p:cNvSpPr/>
          <p:nvPr/>
        </p:nvSpPr>
        <p:spPr>
          <a:xfrm>
            <a:off x="4039997" y="4292486"/>
            <a:ext cx="109063" cy="8708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1" name="r1_o06659"/>
          <p:cNvSpPr/>
          <p:nvPr/>
        </p:nvSpPr>
        <p:spPr>
          <a:xfrm flipH="1" flipV="1">
            <a:off x="4948085" y="4348565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2" name="r1_o06660"/>
          <p:cNvSpPr/>
          <p:nvPr/>
        </p:nvSpPr>
        <p:spPr>
          <a:xfrm flipH="1" flipV="1">
            <a:off x="5251797" y="4286984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3" name="r1_o06661"/>
          <p:cNvSpPr/>
          <p:nvPr/>
        </p:nvSpPr>
        <p:spPr>
          <a:xfrm flipH="1" flipV="1">
            <a:off x="5443406" y="4379153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4" name="r1_o06662"/>
          <p:cNvSpPr/>
          <p:nvPr/>
        </p:nvSpPr>
        <p:spPr>
          <a:xfrm flipH="1" flipV="1">
            <a:off x="4452765" y="4317976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5" name="r1_o06663"/>
          <p:cNvSpPr/>
          <p:nvPr/>
        </p:nvSpPr>
        <p:spPr>
          <a:xfrm>
            <a:off x="4152100" y="4138736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6" name="r1_o06664"/>
          <p:cNvSpPr/>
          <p:nvPr/>
        </p:nvSpPr>
        <p:spPr>
          <a:xfrm>
            <a:off x="4812528" y="4179521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7" name="r1_o06665"/>
          <p:cNvSpPr/>
          <p:nvPr/>
        </p:nvSpPr>
        <p:spPr>
          <a:xfrm>
            <a:off x="5522920" y="4625082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8" name="r1_o06666"/>
          <p:cNvSpPr/>
          <p:nvPr/>
        </p:nvSpPr>
        <p:spPr>
          <a:xfrm>
            <a:off x="3821886" y="4118344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69" name="r1_o06667"/>
          <p:cNvSpPr/>
          <p:nvPr/>
        </p:nvSpPr>
        <p:spPr>
          <a:xfrm>
            <a:off x="4231614" y="4384665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0" name="r1_o06668"/>
          <p:cNvSpPr/>
          <p:nvPr/>
        </p:nvSpPr>
        <p:spPr>
          <a:xfrm>
            <a:off x="4096049" y="4215611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1" name="r1_o06669"/>
          <p:cNvSpPr/>
          <p:nvPr/>
        </p:nvSpPr>
        <p:spPr>
          <a:xfrm>
            <a:off x="4287658" y="4307780"/>
            <a:ext cx="109063" cy="8708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2" name="r1_o06670"/>
          <p:cNvSpPr/>
          <p:nvPr/>
        </p:nvSpPr>
        <p:spPr>
          <a:xfrm>
            <a:off x="4564868" y="4164226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3" name="r1_o06671"/>
          <p:cNvSpPr/>
          <p:nvPr/>
        </p:nvSpPr>
        <p:spPr>
          <a:xfrm flipH="1" flipV="1">
            <a:off x="4149060" y="4379567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4" name="r1_o06672"/>
          <p:cNvSpPr/>
          <p:nvPr/>
        </p:nvSpPr>
        <p:spPr>
          <a:xfrm>
            <a:off x="4895081" y="4184619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5" name="r1_o06673"/>
          <p:cNvSpPr/>
          <p:nvPr/>
        </p:nvSpPr>
        <p:spPr>
          <a:xfrm>
            <a:off x="5278299" y="4368957"/>
            <a:ext cx="109063" cy="8708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6" name="r1_o06674"/>
          <p:cNvSpPr/>
          <p:nvPr/>
        </p:nvSpPr>
        <p:spPr>
          <a:xfrm>
            <a:off x="4093009" y="4456442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7" name="r1_o06675"/>
          <p:cNvSpPr/>
          <p:nvPr/>
        </p:nvSpPr>
        <p:spPr>
          <a:xfrm flipH="1" flipV="1">
            <a:off x="4644381" y="4410155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8" name="r1_o06676"/>
          <p:cNvSpPr/>
          <p:nvPr/>
        </p:nvSpPr>
        <p:spPr>
          <a:xfrm>
            <a:off x="4317207" y="4148932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79" name="r1_o06677"/>
          <p:cNvSpPr/>
          <p:nvPr/>
        </p:nvSpPr>
        <p:spPr>
          <a:xfrm flipH="1" flipV="1">
            <a:off x="4756476" y="4256395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0" name="r1_o06678"/>
          <p:cNvSpPr/>
          <p:nvPr/>
        </p:nvSpPr>
        <p:spPr>
          <a:xfrm>
            <a:off x="4149060" y="4379567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1" name="r1_o06679"/>
          <p:cNvSpPr/>
          <p:nvPr/>
        </p:nvSpPr>
        <p:spPr>
          <a:xfrm>
            <a:off x="4396721" y="4394861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2" name="r1_o06680"/>
          <p:cNvSpPr/>
          <p:nvPr/>
        </p:nvSpPr>
        <p:spPr>
          <a:xfrm flipH="1" flipV="1">
            <a:off x="5083651" y="4517618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3" name="r1_o06681"/>
          <p:cNvSpPr/>
          <p:nvPr/>
        </p:nvSpPr>
        <p:spPr>
          <a:xfrm>
            <a:off x="4700425" y="4333270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4" name="r1_o06682"/>
          <p:cNvSpPr/>
          <p:nvPr/>
        </p:nvSpPr>
        <p:spPr>
          <a:xfrm flipH="1" flipV="1">
            <a:off x="5060188" y="4194815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5" name="r1_o06683"/>
          <p:cNvSpPr/>
          <p:nvPr/>
        </p:nvSpPr>
        <p:spPr>
          <a:xfrm>
            <a:off x="5110152" y="4599591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6" name="r1_o06684"/>
          <p:cNvSpPr/>
          <p:nvPr/>
        </p:nvSpPr>
        <p:spPr>
          <a:xfrm>
            <a:off x="4452765" y="4317976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7" name="r1_o06685"/>
          <p:cNvSpPr/>
          <p:nvPr/>
        </p:nvSpPr>
        <p:spPr>
          <a:xfrm flipH="1" flipV="1">
            <a:off x="3821886" y="4118344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8" name="r1_o06686"/>
          <p:cNvSpPr/>
          <p:nvPr/>
        </p:nvSpPr>
        <p:spPr>
          <a:xfrm>
            <a:off x="4647421" y="4169324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89" name="r1_o06687"/>
          <p:cNvSpPr/>
          <p:nvPr/>
        </p:nvSpPr>
        <p:spPr>
          <a:xfrm flipH="1" flipV="1">
            <a:off x="4892042" y="4425449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0" name="r1_o06688"/>
          <p:cNvSpPr/>
          <p:nvPr/>
        </p:nvSpPr>
        <p:spPr>
          <a:xfrm flipH="1" flipV="1">
            <a:off x="4396721" y="4394861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1" name="r1_o06689"/>
          <p:cNvSpPr/>
          <p:nvPr/>
        </p:nvSpPr>
        <p:spPr>
          <a:xfrm flipH="1" flipV="1">
            <a:off x="4588330" y="4487030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2" name="r1_o06690"/>
          <p:cNvSpPr/>
          <p:nvPr/>
        </p:nvSpPr>
        <p:spPr>
          <a:xfrm>
            <a:off x="5142742" y="4199913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3" name="r1_o06691"/>
          <p:cNvSpPr/>
          <p:nvPr/>
        </p:nvSpPr>
        <p:spPr>
          <a:xfrm>
            <a:off x="4591370" y="4246199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4" name="r1_o06692"/>
          <p:cNvSpPr/>
          <p:nvPr/>
        </p:nvSpPr>
        <p:spPr>
          <a:xfrm>
            <a:off x="4782978" y="4338369"/>
            <a:ext cx="109063" cy="8708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5" name="r1_o06693"/>
          <p:cNvSpPr/>
          <p:nvPr/>
        </p:nvSpPr>
        <p:spPr>
          <a:xfrm>
            <a:off x="4614832" y="4569003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6" name="r1_o06694"/>
          <p:cNvSpPr/>
          <p:nvPr/>
        </p:nvSpPr>
        <p:spPr>
          <a:xfrm>
            <a:off x="4423223" y="4476834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7" name="r1_o06695"/>
          <p:cNvSpPr/>
          <p:nvPr/>
        </p:nvSpPr>
        <p:spPr>
          <a:xfrm>
            <a:off x="5219208" y="4686663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8" name="r1_o06696"/>
          <p:cNvSpPr/>
          <p:nvPr/>
        </p:nvSpPr>
        <p:spPr>
          <a:xfrm>
            <a:off x="5004137" y="4271690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699" name="r1_o06697"/>
          <p:cNvSpPr/>
          <p:nvPr/>
        </p:nvSpPr>
        <p:spPr>
          <a:xfrm>
            <a:off x="4892042" y="4425449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0" name="r1_o06698"/>
          <p:cNvSpPr/>
          <p:nvPr/>
        </p:nvSpPr>
        <p:spPr>
          <a:xfrm>
            <a:off x="5222256" y="4445842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1" name="r1_o06699"/>
          <p:cNvSpPr/>
          <p:nvPr/>
        </p:nvSpPr>
        <p:spPr>
          <a:xfrm flipH="1" flipV="1">
            <a:off x="4284618" y="4548611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2" name="r1_o06700"/>
          <p:cNvSpPr/>
          <p:nvPr/>
        </p:nvSpPr>
        <p:spPr>
          <a:xfrm>
            <a:off x="4284618" y="4548611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3" name="r1_o06701"/>
          <p:cNvSpPr/>
          <p:nvPr/>
        </p:nvSpPr>
        <p:spPr>
          <a:xfrm>
            <a:off x="4228566" y="4625486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4" name="r1_o06702"/>
          <p:cNvSpPr/>
          <p:nvPr/>
        </p:nvSpPr>
        <p:spPr>
          <a:xfrm>
            <a:off x="5413864" y="4538011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5" name="r1_o06703"/>
          <p:cNvSpPr/>
          <p:nvPr/>
        </p:nvSpPr>
        <p:spPr>
          <a:xfrm>
            <a:off x="5331311" y="4532913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6" name="r1_o06704"/>
          <p:cNvSpPr/>
          <p:nvPr/>
        </p:nvSpPr>
        <p:spPr>
          <a:xfrm flipH="1" flipV="1">
            <a:off x="5004137" y="4271690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7" name="r1_o06705"/>
          <p:cNvSpPr/>
          <p:nvPr/>
        </p:nvSpPr>
        <p:spPr>
          <a:xfrm>
            <a:off x="5166204" y="4522717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8" name="r1_o06706"/>
          <p:cNvSpPr/>
          <p:nvPr/>
        </p:nvSpPr>
        <p:spPr>
          <a:xfrm>
            <a:off x="4723887" y="4656074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09" name="r1_o06707"/>
          <p:cNvSpPr/>
          <p:nvPr/>
        </p:nvSpPr>
        <p:spPr>
          <a:xfrm>
            <a:off x="5195746" y="4363859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0" name="r1_o06708"/>
          <p:cNvSpPr/>
          <p:nvPr/>
        </p:nvSpPr>
        <p:spPr>
          <a:xfrm flipH="1" flipV="1">
            <a:off x="4779939" y="4579199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1" name="r1_o06709"/>
          <p:cNvSpPr/>
          <p:nvPr/>
        </p:nvSpPr>
        <p:spPr>
          <a:xfrm>
            <a:off x="4971547" y="4671368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2" name="r1_o06710"/>
          <p:cNvSpPr/>
          <p:nvPr/>
        </p:nvSpPr>
        <p:spPr>
          <a:xfrm flipH="1" flipV="1">
            <a:off x="4835990" y="4502324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3" name="r1_o06711"/>
          <p:cNvSpPr/>
          <p:nvPr/>
        </p:nvSpPr>
        <p:spPr>
          <a:xfrm>
            <a:off x="4119511" y="4538415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4" name="r1_o06712"/>
          <p:cNvSpPr/>
          <p:nvPr/>
        </p:nvSpPr>
        <p:spPr>
          <a:xfrm>
            <a:off x="4862492" y="4584297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5" name="r1_o06713"/>
          <p:cNvSpPr/>
          <p:nvPr/>
        </p:nvSpPr>
        <p:spPr>
          <a:xfrm flipH="1" flipV="1">
            <a:off x="5195746" y="4363859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6" name="r1_o06714"/>
          <p:cNvSpPr/>
          <p:nvPr/>
        </p:nvSpPr>
        <p:spPr>
          <a:xfrm>
            <a:off x="5030639" y="4353663"/>
            <a:ext cx="109063" cy="8708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7" name="r1_o06715"/>
          <p:cNvSpPr/>
          <p:nvPr/>
        </p:nvSpPr>
        <p:spPr>
          <a:xfrm flipH="1" flipV="1">
            <a:off x="4069547" y="4133638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8" name="r1_o06716"/>
          <p:cNvSpPr/>
          <p:nvPr/>
        </p:nvSpPr>
        <p:spPr>
          <a:xfrm flipH="1" flipV="1">
            <a:off x="5578971" y="4548207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19" name="r1_o06717"/>
          <p:cNvSpPr/>
          <p:nvPr/>
        </p:nvSpPr>
        <p:spPr>
          <a:xfrm>
            <a:off x="3904440" y="4123442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0" name="r1_o06718"/>
          <p:cNvSpPr/>
          <p:nvPr/>
        </p:nvSpPr>
        <p:spPr>
          <a:xfrm>
            <a:off x="4839030" y="4261494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1" name="r1_o06719"/>
          <p:cNvSpPr/>
          <p:nvPr/>
        </p:nvSpPr>
        <p:spPr>
          <a:xfrm>
            <a:off x="4399761" y="4154030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2" name="r1_o06720"/>
          <p:cNvSpPr/>
          <p:nvPr/>
        </p:nvSpPr>
        <p:spPr>
          <a:xfrm flipH="1" flipV="1">
            <a:off x="4261156" y="4225807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3" name="r1_o06721"/>
          <p:cNvSpPr/>
          <p:nvPr/>
        </p:nvSpPr>
        <p:spPr>
          <a:xfrm flipH="1" flipV="1">
            <a:off x="5387362" y="4456038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4" name="r1_o06722"/>
          <p:cNvSpPr/>
          <p:nvPr/>
        </p:nvSpPr>
        <p:spPr>
          <a:xfrm>
            <a:off x="4343709" y="4230905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5" name="r1_o06723"/>
          <p:cNvSpPr/>
          <p:nvPr/>
        </p:nvSpPr>
        <p:spPr>
          <a:xfrm>
            <a:off x="4835990" y="4502324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6" name="r1_o06724"/>
          <p:cNvSpPr/>
          <p:nvPr/>
        </p:nvSpPr>
        <p:spPr>
          <a:xfrm>
            <a:off x="4644381" y="4410155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7" name="r1_o06725"/>
          <p:cNvSpPr/>
          <p:nvPr/>
        </p:nvSpPr>
        <p:spPr>
          <a:xfrm>
            <a:off x="4205104" y="4302682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8" name="r1_o06726"/>
          <p:cNvSpPr/>
          <p:nvPr/>
        </p:nvSpPr>
        <p:spPr>
          <a:xfrm flipH="1" flipV="1">
            <a:off x="5027599" y="4594493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29" name="r1_o06727"/>
          <p:cNvSpPr/>
          <p:nvPr/>
        </p:nvSpPr>
        <p:spPr>
          <a:xfrm>
            <a:off x="5251797" y="4286984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0" name="r1_o06728"/>
          <p:cNvSpPr/>
          <p:nvPr/>
        </p:nvSpPr>
        <p:spPr>
          <a:xfrm flipH="1" flipV="1">
            <a:off x="4564868" y="4164226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1" name="r1_o06729"/>
          <p:cNvSpPr/>
          <p:nvPr/>
        </p:nvSpPr>
        <p:spPr>
          <a:xfrm flipH="1" flipV="1">
            <a:off x="5331311" y="4532913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2" name="r1_o06730"/>
          <p:cNvSpPr/>
          <p:nvPr/>
        </p:nvSpPr>
        <p:spPr>
          <a:xfrm flipH="1" flipV="1">
            <a:off x="4013495" y="4210513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3" name="r1_o06731"/>
          <p:cNvSpPr/>
          <p:nvPr/>
        </p:nvSpPr>
        <p:spPr>
          <a:xfrm>
            <a:off x="5357813" y="4614886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4" name="r1_o06732"/>
          <p:cNvSpPr/>
          <p:nvPr/>
        </p:nvSpPr>
        <p:spPr>
          <a:xfrm>
            <a:off x="3957444" y="4287388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5" name="r1_o06733"/>
          <p:cNvSpPr/>
          <p:nvPr/>
        </p:nvSpPr>
        <p:spPr>
          <a:xfrm flipH="1" flipV="1">
            <a:off x="4340669" y="4471736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6" name="r1_o06734"/>
          <p:cNvSpPr/>
          <p:nvPr/>
        </p:nvSpPr>
        <p:spPr>
          <a:xfrm>
            <a:off x="3848388" y="4200317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7" name="r1_o06735"/>
          <p:cNvSpPr/>
          <p:nvPr/>
        </p:nvSpPr>
        <p:spPr>
          <a:xfrm>
            <a:off x="4532278" y="4563905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8" name="r1_o06736"/>
          <p:cNvSpPr/>
          <p:nvPr/>
        </p:nvSpPr>
        <p:spPr>
          <a:xfrm flipH="1" flipV="1">
            <a:off x="4093009" y="4456442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39" name="r1_o06737"/>
          <p:cNvSpPr/>
          <p:nvPr/>
        </p:nvSpPr>
        <p:spPr>
          <a:xfrm flipH="1" flipV="1">
            <a:off x="4205104" y="4302682"/>
            <a:ext cx="26510" cy="8198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0" name="r1_o06738"/>
          <p:cNvSpPr/>
          <p:nvPr/>
        </p:nvSpPr>
        <p:spPr>
          <a:xfrm>
            <a:off x="5027599" y="4594493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1" name="r1_o06739"/>
          <p:cNvSpPr/>
          <p:nvPr/>
        </p:nvSpPr>
        <p:spPr>
          <a:xfrm>
            <a:off x="4175562" y="4461540"/>
            <a:ext cx="109055" cy="8707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2" name="r1_o06740"/>
          <p:cNvSpPr/>
          <p:nvPr/>
        </p:nvSpPr>
        <p:spPr>
          <a:xfrm flipH="1" flipV="1">
            <a:off x="4508816" y="4241101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3" name="r1_o06741"/>
          <p:cNvSpPr/>
          <p:nvPr/>
        </p:nvSpPr>
        <p:spPr>
          <a:xfrm>
            <a:off x="4340669" y="4471736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4" name="r1_o06742"/>
          <p:cNvSpPr/>
          <p:nvPr/>
        </p:nvSpPr>
        <p:spPr>
          <a:xfrm>
            <a:off x="5387362" y="4456038"/>
            <a:ext cx="82553" cy="509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5" name="r1_o06743"/>
          <p:cNvSpPr/>
          <p:nvPr/>
        </p:nvSpPr>
        <p:spPr>
          <a:xfrm flipH="1" flipV="1">
            <a:off x="5522920" y="4625082"/>
            <a:ext cx="26502" cy="8197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6746" name="r1_o06744"/>
          <p:cNvSpPr/>
          <p:nvPr/>
        </p:nvSpPr>
        <p:spPr>
          <a:xfrm>
            <a:off x="3785446" y="408190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47" name="r1_o06745"/>
          <p:cNvSpPr/>
          <p:nvPr/>
        </p:nvSpPr>
        <p:spPr>
          <a:xfrm>
            <a:off x="3795650" y="409101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48" name="r1_o06746"/>
          <p:cNvSpPr/>
          <p:nvPr/>
        </p:nvSpPr>
        <p:spPr>
          <a:xfrm>
            <a:off x="3795650" y="409101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49" name="r1_o06747"/>
          <p:cNvSpPr/>
          <p:nvPr/>
        </p:nvSpPr>
        <p:spPr>
          <a:xfrm>
            <a:off x="3831361" y="412417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0" name="r1_o06748"/>
          <p:cNvSpPr/>
          <p:nvPr/>
        </p:nvSpPr>
        <p:spPr>
          <a:xfrm>
            <a:off x="3837891" y="413000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1" name="r1_o06749"/>
          <p:cNvSpPr/>
          <p:nvPr/>
        </p:nvSpPr>
        <p:spPr>
          <a:xfrm>
            <a:off x="3837891" y="413000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2" name="r1_o06750"/>
          <p:cNvSpPr/>
          <p:nvPr/>
        </p:nvSpPr>
        <p:spPr>
          <a:xfrm>
            <a:off x="3868000" y="40870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3" name="r1_o06751"/>
          <p:cNvSpPr/>
          <p:nvPr/>
        </p:nvSpPr>
        <p:spPr>
          <a:xfrm>
            <a:off x="3878203" y="40961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4" name="r1_o06752"/>
          <p:cNvSpPr/>
          <p:nvPr/>
        </p:nvSpPr>
        <p:spPr>
          <a:xfrm>
            <a:off x="3878203" y="40961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5" name="r1_o06753"/>
          <p:cNvSpPr/>
          <p:nvPr/>
        </p:nvSpPr>
        <p:spPr>
          <a:xfrm>
            <a:off x="3913914" y="412927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6" name="r1_o06754"/>
          <p:cNvSpPr/>
          <p:nvPr/>
        </p:nvSpPr>
        <p:spPr>
          <a:xfrm>
            <a:off x="3920444" y="413510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7" name="r1_o06755"/>
          <p:cNvSpPr/>
          <p:nvPr/>
        </p:nvSpPr>
        <p:spPr>
          <a:xfrm>
            <a:off x="3920444" y="413510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8" name="r1_o06756"/>
          <p:cNvSpPr/>
          <p:nvPr/>
        </p:nvSpPr>
        <p:spPr>
          <a:xfrm>
            <a:off x="4033107" y="40971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9" name="r1_o06757"/>
          <p:cNvSpPr/>
          <p:nvPr/>
        </p:nvSpPr>
        <p:spPr>
          <a:xfrm>
            <a:off x="4043310" y="41063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0" name="r1_o06758"/>
          <p:cNvSpPr/>
          <p:nvPr/>
        </p:nvSpPr>
        <p:spPr>
          <a:xfrm>
            <a:off x="4043310" y="41063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1" name="r1_o06759"/>
          <p:cNvSpPr/>
          <p:nvPr/>
        </p:nvSpPr>
        <p:spPr>
          <a:xfrm>
            <a:off x="4079021" y="413946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2" name="r1_o06760"/>
          <p:cNvSpPr/>
          <p:nvPr/>
        </p:nvSpPr>
        <p:spPr>
          <a:xfrm>
            <a:off x="4085551" y="414529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3" name="r1_o06761"/>
          <p:cNvSpPr/>
          <p:nvPr/>
        </p:nvSpPr>
        <p:spPr>
          <a:xfrm>
            <a:off x="4085551" y="414529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4" name="r1_o06762"/>
          <p:cNvSpPr/>
          <p:nvPr/>
        </p:nvSpPr>
        <p:spPr>
          <a:xfrm>
            <a:off x="4115660" y="410229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5" name="r1_o06763"/>
          <p:cNvSpPr/>
          <p:nvPr/>
        </p:nvSpPr>
        <p:spPr>
          <a:xfrm>
            <a:off x="4125864" y="411140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6" name="r1_o06764"/>
          <p:cNvSpPr/>
          <p:nvPr/>
        </p:nvSpPr>
        <p:spPr>
          <a:xfrm>
            <a:off x="4125864" y="411140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7" name="r1_o06765"/>
          <p:cNvSpPr/>
          <p:nvPr/>
        </p:nvSpPr>
        <p:spPr>
          <a:xfrm>
            <a:off x="4161575" y="414456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8" name="r1_o06766"/>
          <p:cNvSpPr/>
          <p:nvPr/>
        </p:nvSpPr>
        <p:spPr>
          <a:xfrm>
            <a:off x="4168105" y="415039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9" name="r1_o06767"/>
          <p:cNvSpPr/>
          <p:nvPr/>
        </p:nvSpPr>
        <p:spPr>
          <a:xfrm>
            <a:off x="4168105" y="415039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0" name="r1_o06768"/>
          <p:cNvSpPr/>
          <p:nvPr/>
        </p:nvSpPr>
        <p:spPr>
          <a:xfrm>
            <a:off x="4280767" y="411249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1" name="r1_o06769"/>
          <p:cNvSpPr/>
          <p:nvPr/>
        </p:nvSpPr>
        <p:spPr>
          <a:xfrm>
            <a:off x="4290970" y="412160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2" name="r1_o06770"/>
          <p:cNvSpPr/>
          <p:nvPr/>
        </p:nvSpPr>
        <p:spPr>
          <a:xfrm>
            <a:off x="4290970" y="412160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3" name="r1_o06771"/>
          <p:cNvSpPr/>
          <p:nvPr/>
        </p:nvSpPr>
        <p:spPr>
          <a:xfrm>
            <a:off x="4326682" y="415476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4" name="r1_o06772"/>
          <p:cNvSpPr/>
          <p:nvPr/>
        </p:nvSpPr>
        <p:spPr>
          <a:xfrm>
            <a:off x="4333212" y="416059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5" name="r1_o06773"/>
          <p:cNvSpPr/>
          <p:nvPr/>
        </p:nvSpPr>
        <p:spPr>
          <a:xfrm>
            <a:off x="4333212" y="416059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6" name="r1_o06774"/>
          <p:cNvSpPr/>
          <p:nvPr/>
        </p:nvSpPr>
        <p:spPr>
          <a:xfrm>
            <a:off x="4363321" y="411759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7" name="r1_o06775"/>
          <p:cNvSpPr/>
          <p:nvPr/>
        </p:nvSpPr>
        <p:spPr>
          <a:xfrm>
            <a:off x="4373524" y="412670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8" name="r1_o06776"/>
          <p:cNvSpPr/>
          <p:nvPr/>
        </p:nvSpPr>
        <p:spPr>
          <a:xfrm>
            <a:off x="4373524" y="412670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9" name="r1_o06777"/>
          <p:cNvSpPr/>
          <p:nvPr/>
        </p:nvSpPr>
        <p:spPr>
          <a:xfrm>
            <a:off x="4409235" y="415986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0" name="r1_o06778"/>
          <p:cNvSpPr/>
          <p:nvPr/>
        </p:nvSpPr>
        <p:spPr>
          <a:xfrm>
            <a:off x="4415765" y="416569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1" name="r1_o06779"/>
          <p:cNvSpPr/>
          <p:nvPr/>
        </p:nvSpPr>
        <p:spPr>
          <a:xfrm>
            <a:off x="4415765" y="416569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2" name="r1_o06780"/>
          <p:cNvSpPr/>
          <p:nvPr/>
        </p:nvSpPr>
        <p:spPr>
          <a:xfrm>
            <a:off x="4528428" y="412778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3" name="r1_o06781"/>
          <p:cNvSpPr/>
          <p:nvPr/>
        </p:nvSpPr>
        <p:spPr>
          <a:xfrm>
            <a:off x="4538631" y="413689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4" name="r1_o06782"/>
          <p:cNvSpPr/>
          <p:nvPr/>
        </p:nvSpPr>
        <p:spPr>
          <a:xfrm>
            <a:off x="4538631" y="413689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5" name="r1_o06783"/>
          <p:cNvSpPr/>
          <p:nvPr/>
        </p:nvSpPr>
        <p:spPr>
          <a:xfrm>
            <a:off x="4574342" y="417005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6" name="r1_o06784"/>
          <p:cNvSpPr/>
          <p:nvPr/>
        </p:nvSpPr>
        <p:spPr>
          <a:xfrm>
            <a:off x="4580872" y="417588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7" name="r1_o06785"/>
          <p:cNvSpPr/>
          <p:nvPr/>
        </p:nvSpPr>
        <p:spPr>
          <a:xfrm>
            <a:off x="4580872" y="417588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8" name="r1_o06786"/>
          <p:cNvSpPr/>
          <p:nvPr/>
        </p:nvSpPr>
        <p:spPr>
          <a:xfrm>
            <a:off x="4610981" y="413288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9" name="r1_o06787"/>
          <p:cNvSpPr/>
          <p:nvPr/>
        </p:nvSpPr>
        <p:spPr>
          <a:xfrm>
            <a:off x="4621184" y="414199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0" name="r1_o06788"/>
          <p:cNvSpPr/>
          <p:nvPr/>
        </p:nvSpPr>
        <p:spPr>
          <a:xfrm>
            <a:off x="4621184" y="414199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1" name="r1_o06789"/>
          <p:cNvSpPr/>
          <p:nvPr/>
        </p:nvSpPr>
        <p:spPr>
          <a:xfrm>
            <a:off x="4656895" y="417515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2" name="r1_o06790"/>
          <p:cNvSpPr/>
          <p:nvPr/>
        </p:nvSpPr>
        <p:spPr>
          <a:xfrm>
            <a:off x="4663426" y="418098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3" name="r1_o06791"/>
          <p:cNvSpPr/>
          <p:nvPr/>
        </p:nvSpPr>
        <p:spPr>
          <a:xfrm>
            <a:off x="4663426" y="418098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4" name="r1_o06792"/>
          <p:cNvSpPr/>
          <p:nvPr/>
        </p:nvSpPr>
        <p:spPr>
          <a:xfrm>
            <a:off x="4776088" y="414308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5" name="r1_o06793"/>
          <p:cNvSpPr/>
          <p:nvPr/>
        </p:nvSpPr>
        <p:spPr>
          <a:xfrm>
            <a:off x="4786291" y="415219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6" name="r1_o06794"/>
          <p:cNvSpPr/>
          <p:nvPr/>
        </p:nvSpPr>
        <p:spPr>
          <a:xfrm>
            <a:off x="4786291" y="415219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7" name="r1_o06795"/>
          <p:cNvSpPr/>
          <p:nvPr/>
        </p:nvSpPr>
        <p:spPr>
          <a:xfrm>
            <a:off x="4822002" y="418535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8" name="r1_o06796"/>
          <p:cNvSpPr/>
          <p:nvPr/>
        </p:nvSpPr>
        <p:spPr>
          <a:xfrm>
            <a:off x="4828532" y="419118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9" name="r1_o06797"/>
          <p:cNvSpPr/>
          <p:nvPr/>
        </p:nvSpPr>
        <p:spPr>
          <a:xfrm>
            <a:off x="4828532" y="419118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0" name="r1_o06798"/>
          <p:cNvSpPr/>
          <p:nvPr/>
        </p:nvSpPr>
        <p:spPr>
          <a:xfrm>
            <a:off x="4858642" y="414817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1" name="r1_o06799"/>
          <p:cNvSpPr/>
          <p:nvPr/>
        </p:nvSpPr>
        <p:spPr>
          <a:xfrm>
            <a:off x="4868845" y="415728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2" name="r1_o06800"/>
          <p:cNvSpPr/>
          <p:nvPr/>
        </p:nvSpPr>
        <p:spPr>
          <a:xfrm>
            <a:off x="4868845" y="415728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3" name="r1_o06801"/>
          <p:cNvSpPr/>
          <p:nvPr/>
        </p:nvSpPr>
        <p:spPr>
          <a:xfrm>
            <a:off x="4904556" y="419044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4" name="r1_o06802"/>
          <p:cNvSpPr/>
          <p:nvPr/>
        </p:nvSpPr>
        <p:spPr>
          <a:xfrm>
            <a:off x="4911086" y="419627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5" name="r1_o06803"/>
          <p:cNvSpPr/>
          <p:nvPr/>
        </p:nvSpPr>
        <p:spPr>
          <a:xfrm>
            <a:off x="4911086" y="419627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6" name="r1_o06804"/>
          <p:cNvSpPr/>
          <p:nvPr/>
        </p:nvSpPr>
        <p:spPr>
          <a:xfrm>
            <a:off x="5023748" y="415837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7" name="r1_o06805"/>
          <p:cNvSpPr/>
          <p:nvPr/>
        </p:nvSpPr>
        <p:spPr>
          <a:xfrm>
            <a:off x="5033952" y="416748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8" name="r1_o06806"/>
          <p:cNvSpPr/>
          <p:nvPr/>
        </p:nvSpPr>
        <p:spPr>
          <a:xfrm>
            <a:off x="5033952" y="416748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9" name="r1_o06807"/>
          <p:cNvSpPr/>
          <p:nvPr/>
        </p:nvSpPr>
        <p:spPr>
          <a:xfrm>
            <a:off x="5069663" y="420064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0" name="r1_o06808"/>
          <p:cNvSpPr/>
          <p:nvPr/>
        </p:nvSpPr>
        <p:spPr>
          <a:xfrm>
            <a:off x="5076193" y="420647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1" name="r1_o06809"/>
          <p:cNvSpPr/>
          <p:nvPr/>
        </p:nvSpPr>
        <p:spPr>
          <a:xfrm>
            <a:off x="5076193" y="420647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2" name="r1_o06810"/>
          <p:cNvSpPr/>
          <p:nvPr/>
        </p:nvSpPr>
        <p:spPr>
          <a:xfrm>
            <a:off x="5106302" y="416347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3" name="r1_o06811"/>
          <p:cNvSpPr/>
          <p:nvPr/>
        </p:nvSpPr>
        <p:spPr>
          <a:xfrm>
            <a:off x="5116505" y="417258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4" name="r1_o06812"/>
          <p:cNvSpPr/>
          <p:nvPr/>
        </p:nvSpPr>
        <p:spPr>
          <a:xfrm>
            <a:off x="5116505" y="417258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5" name="r1_o06813"/>
          <p:cNvSpPr/>
          <p:nvPr/>
        </p:nvSpPr>
        <p:spPr>
          <a:xfrm>
            <a:off x="5152216" y="420574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6" name="r1_o06814"/>
          <p:cNvSpPr/>
          <p:nvPr/>
        </p:nvSpPr>
        <p:spPr>
          <a:xfrm>
            <a:off x="5158746" y="421157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7" name="r1_o06815"/>
          <p:cNvSpPr/>
          <p:nvPr/>
        </p:nvSpPr>
        <p:spPr>
          <a:xfrm>
            <a:off x="5158746" y="421157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8" name="r1_o06816"/>
          <p:cNvSpPr/>
          <p:nvPr/>
        </p:nvSpPr>
        <p:spPr>
          <a:xfrm>
            <a:off x="3811948" y="41638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9" name="r1_o06817"/>
          <p:cNvSpPr/>
          <p:nvPr/>
        </p:nvSpPr>
        <p:spPr>
          <a:xfrm>
            <a:off x="3822152" y="41729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0" name="r1_o06818"/>
          <p:cNvSpPr/>
          <p:nvPr/>
        </p:nvSpPr>
        <p:spPr>
          <a:xfrm>
            <a:off x="3822152" y="41729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1" name="r1_o06819"/>
          <p:cNvSpPr/>
          <p:nvPr/>
        </p:nvSpPr>
        <p:spPr>
          <a:xfrm>
            <a:off x="3857863" y="420614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2" name="r1_o06820"/>
          <p:cNvSpPr/>
          <p:nvPr/>
        </p:nvSpPr>
        <p:spPr>
          <a:xfrm>
            <a:off x="3864393" y="421197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3" name="r1_o06821"/>
          <p:cNvSpPr/>
          <p:nvPr/>
        </p:nvSpPr>
        <p:spPr>
          <a:xfrm>
            <a:off x="3864393" y="421197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4" name="r1_o06822"/>
          <p:cNvSpPr/>
          <p:nvPr/>
        </p:nvSpPr>
        <p:spPr>
          <a:xfrm>
            <a:off x="3977055" y="417407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5" name="r1_o06823"/>
          <p:cNvSpPr/>
          <p:nvPr/>
        </p:nvSpPr>
        <p:spPr>
          <a:xfrm>
            <a:off x="3987259" y="418318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6" name="r1_o06824"/>
          <p:cNvSpPr/>
          <p:nvPr/>
        </p:nvSpPr>
        <p:spPr>
          <a:xfrm>
            <a:off x="3987259" y="418318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7" name="r1_o06825"/>
          <p:cNvSpPr/>
          <p:nvPr/>
        </p:nvSpPr>
        <p:spPr>
          <a:xfrm>
            <a:off x="4059609" y="417917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8" name="r1_o06826"/>
          <p:cNvSpPr/>
          <p:nvPr/>
        </p:nvSpPr>
        <p:spPr>
          <a:xfrm>
            <a:off x="4069812" y="418828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29" name="r1_o06827"/>
          <p:cNvSpPr/>
          <p:nvPr/>
        </p:nvSpPr>
        <p:spPr>
          <a:xfrm>
            <a:off x="4069812" y="418828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0" name="r1_o06828"/>
          <p:cNvSpPr/>
          <p:nvPr/>
        </p:nvSpPr>
        <p:spPr>
          <a:xfrm>
            <a:off x="4224716" y="418936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1" name="r1_o06829"/>
          <p:cNvSpPr/>
          <p:nvPr/>
        </p:nvSpPr>
        <p:spPr>
          <a:xfrm>
            <a:off x="4234919" y="419847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2" name="r1_o06830"/>
          <p:cNvSpPr/>
          <p:nvPr/>
        </p:nvSpPr>
        <p:spPr>
          <a:xfrm>
            <a:off x="4234919" y="419847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3" name="r1_o06831"/>
          <p:cNvSpPr/>
          <p:nvPr/>
        </p:nvSpPr>
        <p:spPr>
          <a:xfrm>
            <a:off x="4307269" y="419446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4" name="r1_o06832"/>
          <p:cNvSpPr/>
          <p:nvPr/>
        </p:nvSpPr>
        <p:spPr>
          <a:xfrm>
            <a:off x="4317472" y="420357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5" name="r1_o06833"/>
          <p:cNvSpPr/>
          <p:nvPr/>
        </p:nvSpPr>
        <p:spPr>
          <a:xfrm>
            <a:off x="4317472" y="420357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6" name="r1_o06834"/>
          <p:cNvSpPr/>
          <p:nvPr/>
        </p:nvSpPr>
        <p:spPr>
          <a:xfrm>
            <a:off x="4472376" y="420466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7" name="r1_o06835"/>
          <p:cNvSpPr/>
          <p:nvPr/>
        </p:nvSpPr>
        <p:spPr>
          <a:xfrm>
            <a:off x="4482579" y="421377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8" name="r1_o06836"/>
          <p:cNvSpPr/>
          <p:nvPr/>
        </p:nvSpPr>
        <p:spPr>
          <a:xfrm>
            <a:off x="4482579" y="421377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39" name="r1_o06837"/>
          <p:cNvSpPr/>
          <p:nvPr/>
        </p:nvSpPr>
        <p:spPr>
          <a:xfrm>
            <a:off x="4554930" y="420975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0" name="r1_o06838"/>
          <p:cNvSpPr/>
          <p:nvPr/>
        </p:nvSpPr>
        <p:spPr>
          <a:xfrm>
            <a:off x="4565133" y="421886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1" name="r1_o06839"/>
          <p:cNvSpPr/>
          <p:nvPr/>
        </p:nvSpPr>
        <p:spPr>
          <a:xfrm>
            <a:off x="4565133" y="421886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2" name="r1_o06840"/>
          <p:cNvSpPr/>
          <p:nvPr/>
        </p:nvSpPr>
        <p:spPr>
          <a:xfrm>
            <a:off x="4720037" y="421995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3" name="r1_o06841"/>
          <p:cNvSpPr/>
          <p:nvPr/>
        </p:nvSpPr>
        <p:spPr>
          <a:xfrm>
            <a:off x="4730240" y="422906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4" name="r1_o06842"/>
          <p:cNvSpPr/>
          <p:nvPr/>
        </p:nvSpPr>
        <p:spPr>
          <a:xfrm>
            <a:off x="4730240" y="422906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5" name="r1_o06843"/>
          <p:cNvSpPr/>
          <p:nvPr/>
        </p:nvSpPr>
        <p:spPr>
          <a:xfrm>
            <a:off x="4802590" y="422505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6" name="r1_o06844"/>
          <p:cNvSpPr/>
          <p:nvPr/>
        </p:nvSpPr>
        <p:spPr>
          <a:xfrm>
            <a:off x="4812793" y="423416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7" name="r1_o06845"/>
          <p:cNvSpPr/>
          <p:nvPr/>
        </p:nvSpPr>
        <p:spPr>
          <a:xfrm>
            <a:off x="4812793" y="423416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8" name="r1_o06846"/>
          <p:cNvSpPr/>
          <p:nvPr/>
        </p:nvSpPr>
        <p:spPr>
          <a:xfrm>
            <a:off x="4967697" y="423525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49" name="r1_o06847"/>
          <p:cNvSpPr/>
          <p:nvPr/>
        </p:nvSpPr>
        <p:spPr>
          <a:xfrm>
            <a:off x="4977900" y="424436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0" name="r1_o06848"/>
          <p:cNvSpPr/>
          <p:nvPr/>
        </p:nvSpPr>
        <p:spPr>
          <a:xfrm>
            <a:off x="4977900" y="424436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1" name="r1_o06849"/>
          <p:cNvSpPr/>
          <p:nvPr/>
        </p:nvSpPr>
        <p:spPr>
          <a:xfrm>
            <a:off x="5050250" y="424034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2" name="r1_o06850"/>
          <p:cNvSpPr/>
          <p:nvPr/>
        </p:nvSpPr>
        <p:spPr>
          <a:xfrm>
            <a:off x="5060454" y="424945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3" name="r1_o06851"/>
          <p:cNvSpPr/>
          <p:nvPr/>
        </p:nvSpPr>
        <p:spPr>
          <a:xfrm>
            <a:off x="5060454" y="424945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4" name="r1_o06852"/>
          <p:cNvSpPr/>
          <p:nvPr/>
        </p:nvSpPr>
        <p:spPr>
          <a:xfrm>
            <a:off x="5215357" y="42505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5" name="r1_o06853"/>
          <p:cNvSpPr/>
          <p:nvPr/>
        </p:nvSpPr>
        <p:spPr>
          <a:xfrm>
            <a:off x="5225560" y="42596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6" name="r1_o06854"/>
          <p:cNvSpPr/>
          <p:nvPr/>
        </p:nvSpPr>
        <p:spPr>
          <a:xfrm>
            <a:off x="5225560" y="42596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7" name="r1_o06855"/>
          <p:cNvSpPr/>
          <p:nvPr/>
        </p:nvSpPr>
        <p:spPr>
          <a:xfrm>
            <a:off x="3921004" y="425094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8" name="r1_o06856"/>
          <p:cNvSpPr/>
          <p:nvPr/>
        </p:nvSpPr>
        <p:spPr>
          <a:xfrm>
            <a:off x="3931207" y="426005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59" name="r1_o06857"/>
          <p:cNvSpPr/>
          <p:nvPr/>
        </p:nvSpPr>
        <p:spPr>
          <a:xfrm>
            <a:off x="3931207" y="426005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0" name="r1_o06858"/>
          <p:cNvSpPr/>
          <p:nvPr/>
        </p:nvSpPr>
        <p:spPr>
          <a:xfrm>
            <a:off x="5297911" y="425564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1" name="r1_o06859"/>
          <p:cNvSpPr/>
          <p:nvPr/>
        </p:nvSpPr>
        <p:spPr>
          <a:xfrm>
            <a:off x="5308114" y="426475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2" name="r1_o06860"/>
          <p:cNvSpPr/>
          <p:nvPr/>
        </p:nvSpPr>
        <p:spPr>
          <a:xfrm>
            <a:off x="5308114" y="426475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3" name="r1_o06861"/>
          <p:cNvSpPr/>
          <p:nvPr/>
        </p:nvSpPr>
        <p:spPr>
          <a:xfrm>
            <a:off x="5343825" y="429791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4" name="r1_o06862"/>
          <p:cNvSpPr/>
          <p:nvPr/>
        </p:nvSpPr>
        <p:spPr>
          <a:xfrm>
            <a:off x="5350355" y="430374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5" name="r1_o06863"/>
          <p:cNvSpPr/>
          <p:nvPr/>
        </p:nvSpPr>
        <p:spPr>
          <a:xfrm>
            <a:off x="5350355" y="430374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6" name="r1_o06864"/>
          <p:cNvSpPr/>
          <p:nvPr/>
        </p:nvSpPr>
        <p:spPr>
          <a:xfrm>
            <a:off x="4003557" y="425604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7" name="r1_o06865"/>
          <p:cNvSpPr/>
          <p:nvPr/>
        </p:nvSpPr>
        <p:spPr>
          <a:xfrm>
            <a:off x="4013760" y="426515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8" name="r1_o06866"/>
          <p:cNvSpPr/>
          <p:nvPr/>
        </p:nvSpPr>
        <p:spPr>
          <a:xfrm>
            <a:off x="4013760" y="426515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9" name="r1_o06867"/>
          <p:cNvSpPr/>
          <p:nvPr/>
        </p:nvSpPr>
        <p:spPr>
          <a:xfrm>
            <a:off x="4168664" y="426624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0" name="r1_o06868"/>
          <p:cNvSpPr/>
          <p:nvPr/>
        </p:nvSpPr>
        <p:spPr>
          <a:xfrm>
            <a:off x="4178867" y="427535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1" name="r1_o06869"/>
          <p:cNvSpPr/>
          <p:nvPr/>
        </p:nvSpPr>
        <p:spPr>
          <a:xfrm>
            <a:off x="4178867" y="427535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2" name="r1_o06870"/>
          <p:cNvSpPr/>
          <p:nvPr/>
        </p:nvSpPr>
        <p:spPr>
          <a:xfrm>
            <a:off x="4251218" y="42713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3" name="r1_o06871"/>
          <p:cNvSpPr/>
          <p:nvPr/>
        </p:nvSpPr>
        <p:spPr>
          <a:xfrm>
            <a:off x="4261421" y="42804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4" name="r1_o06872"/>
          <p:cNvSpPr/>
          <p:nvPr/>
        </p:nvSpPr>
        <p:spPr>
          <a:xfrm>
            <a:off x="4261421" y="42804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5" name="r1_o06873"/>
          <p:cNvSpPr/>
          <p:nvPr/>
        </p:nvSpPr>
        <p:spPr>
          <a:xfrm>
            <a:off x="4416325" y="428153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6" name="r1_o06874"/>
          <p:cNvSpPr/>
          <p:nvPr/>
        </p:nvSpPr>
        <p:spPr>
          <a:xfrm>
            <a:off x="4426528" y="429064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7" name="r1_o06875"/>
          <p:cNvSpPr/>
          <p:nvPr/>
        </p:nvSpPr>
        <p:spPr>
          <a:xfrm>
            <a:off x="4426528" y="429064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8" name="r1_o06876"/>
          <p:cNvSpPr/>
          <p:nvPr/>
        </p:nvSpPr>
        <p:spPr>
          <a:xfrm>
            <a:off x="4498878" y="428663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9" name="r1_o06877"/>
          <p:cNvSpPr/>
          <p:nvPr/>
        </p:nvSpPr>
        <p:spPr>
          <a:xfrm>
            <a:off x="4509081" y="429574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0" name="r1_o06878"/>
          <p:cNvSpPr/>
          <p:nvPr/>
        </p:nvSpPr>
        <p:spPr>
          <a:xfrm>
            <a:off x="4509081" y="429574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1" name="r1_o06879"/>
          <p:cNvSpPr/>
          <p:nvPr/>
        </p:nvSpPr>
        <p:spPr>
          <a:xfrm>
            <a:off x="4663985" y="429683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2" name="r1_o06880"/>
          <p:cNvSpPr/>
          <p:nvPr/>
        </p:nvSpPr>
        <p:spPr>
          <a:xfrm>
            <a:off x="4674188" y="430594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3" name="r1_o06881"/>
          <p:cNvSpPr/>
          <p:nvPr/>
        </p:nvSpPr>
        <p:spPr>
          <a:xfrm>
            <a:off x="4674188" y="430594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4" name="r1_o06882"/>
          <p:cNvSpPr/>
          <p:nvPr/>
        </p:nvSpPr>
        <p:spPr>
          <a:xfrm>
            <a:off x="4746538" y="430192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5" name="r1_o06883"/>
          <p:cNvSpPr/>
          <p:nvPr/>
        </p:nvSpPr>
        <p:spPr>
          <a:xfrm>
            <a:off x="4756742" y="431103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6" name="r1_o06884"/>
          <p:cNvSpPr/>
          <p:nvPr/>
        </p:nvSpPr>
        <p:spPr>
          <a:xfrm>
            <a:off x="4756742" y="431103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7" name="r1_o06885"/>
          <p:cNvSpPr/>
          <p:nvPr/>
        </p:nvSpPr>
        <p:spPr>
          <a:xfrm>
            <a:off x="4911645" y="431212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8" name="r1_o06886"/>
          <p:cNvSpPr/>
          <p:nvPr/>
        </p:nvSpPr>
        <p:spPr>
          <a:xfrm>
            <a:off x="4921849" y="432123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9" name="r1_o06887"/>
          <p:cNvSpPr/>
          <p:nvPr/>
        </p:nvSpPr>
        <p:spPr>
          <a:xfrm>
            <a:off x="4921849" y="432123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0" name="r1_o06888"/>
          <p:cNvSpPr/>
          <p:nvPr/>
        </p:nvSpPr>
        <p:spPr>
          <a:xfrm>
            <a:off x="4994199" y="431722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1" name="r1_o06889"/>
          <p:cNvSpPr/>
          <p:nvPr/>
        </p:nvSpPr>
        <p:spPr>
          <a:xfrm>
            <a:off x="5004402" y="432633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2" name="r1_o06890"/>
          <p:cNvSpPr/>
          <p:nvPr/>
        </p:nvSpPr>
        <p:spPr>
          <a:xfrm>
            <a:off x="5004402" y="432633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3" name="r1_o06891"/>
          <p:cNvSpPr/>
          <p:nvPr/>
        </p:nvSpPr>
        <p:spPr>
          <a:xfrm>
            <a:off x="5159306" y="432741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4" name="r1_o06892"/>
          <p:cNvSpPr/>
          <p:nvPr/>
        </p:nvSpPr>
        <p:spPr>
          <a:xfrm>
            <a:off x="5169509" y="433652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5" name="r1_o06893"/>
          <p:cNvSpPr/>
          <p:nvPr/>
        </p:nvSpPr>
        <p:spPr>
          <a:xfrm>
            <a:off x="5169509" y="433652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6" name="r1_o06894"/>
          <p:cNvSpPr/>
          <p:nvPr/>
        </p:nvSpPr>
        <p:spPr>
          <a:xfrm>
            <a:off x="5241859" y="433251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7" name="r1_o06895"/>
          <p:cNvSpPr/>
          <p:nvPr/>
        </p:nvSpPr>
        <p:spPr>
          <a:xfrm>
            <a:off x="5252062" y="434162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8" name="r1_o06896"/>
          <p:cNvSpPr/>
          <p:nvPr/>
        </p:nvSpPr>
        <p:spPr>
          <a:xfrm>
            <a:off x="5252062" y="434162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9" name="r1_o06897"/>
          <p:cNvSpPr/>
          <p:nvPr/>
        </p:nvSpPr>
        <p:spPr>
          <a:xfrm>
            <a:off x="3947514" y="433293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0" name="r1_o06898"/>
          <p:cNvSpPr/>
          <p:nvPr/>
        </p:nvSpPr>
        <p:spPr>
          <a:xfrm>
            <a:off x="3957717" y="434204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1" name="r1_o06899"/>
          <p:cNvSpPr/>
          <p:nvPr/>
        </p:nvSpPr>
        <p:spPr>
          <a:xfrm>
            <a:off x="3957717" y="434204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2" name="r1_o06900"/>
          <p:cNvSpPr/>
          <p:nvPr/>
        </p:nvSpPr>
        <p:spPr>
          <a:xfrm>
            <a:off x="3993428" y="437520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3" name="r1_o06901"/>
          <p:cNvSpPr/>
          <p:nvPr/>
        </p:nvSpPr>
        <p:spPr>
          <a:xfrm>
            <a:off x="3999958" y="438103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4" name="r1_o06902"/>
          <p:cNvSpPr/>
          <p:nvPr/>
        </p:nvSpPr>
        <p:spPr>
          <a:xfrm>
            <a:off x="3999958" y="438103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5" name="r1_o06903"/>
          <p:cNvSpPr/>
          <p:nvPr/>
        </p:nvSpPr>
        <p:spPr>
          <a:xfrm>
            <a:off x="5406966" y="434271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6" name="r1_o06904"/>
          <p:cNvSpPr/>
          <p:nvPr/>
        </p:nvSpPr>
        <p:spPr>
          <a:xfrm>
            <a:off x="5417169" y="435182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7" name="r1_o06905"/>
          <p:cNvSpPr/>
          <p:nvPr/>
        </p:nvSpPr>
        <p:spPr>
          <a:xfrm>
            <a:off x="5417169" y="435182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8" name="r1_o06906"/>
          <p:cNvSpPr/>
          <p:nvPr/>
        </p:nvSpPr>
        <p:spPr>
          <a:xfrm>
            <a:off x="5452881" y="438498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9" name="r1_o06907"/>
          <p:cNvSpPr/>
          <p:nvPr/>
        </p:nvSpPr>
        <p:spPr>
          <a:xfrm>
            <a:off x="5459411" y="439081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0" name="r1_o06908"/>
          <p:cNvSpPr/>
          <p:nvPr/>
        </p:nvSpPr>
        <p:spPr>
          <a:xfrm>
            <a:off x="5459411" y="439081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1" name="r1_o06909"/>
          <p:cNvSpPr/>
          <p:nvPr/>
        </p:nvSpPr>
        <p:spPr>
          <a:xfrm>
            <a:off x="4112621" y="434312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2" name="r1_o06910"/>
          <p:cNvSpPr/>
          <p:nvPr/>
        </p:nvSpPr>
        <p:spPr>
          <a:xfrm>
            <a:off x="4122824" y="435223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3" name="r1_o06911"/>
          <p:cNvSpPr/>
          <p:nvPr/>
        </p:nvSpPr>
        <p:spPr>
          <a:xfrm>
            <a:off x="4122824" y="435223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4" name="r1_o06912"/>
          <p:cNvSpPr/>
          <p:nvPr/>
        </p:nvSpPr>
        <p:spPr>
          <a:xfrm>
            <a:off x="4195174" y="434822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5" name="r1_o06913"/>
          <p:cNvSpPr/>
          <p:nvPr/>
        </p:nvSpPr>
        <p:spPr>
          <a:xfrm>
            <a:off x="4205377" y="435733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6" name="r1_o06914"/>
          <p:cNvSpPr/>
          <p:nvPr/>
        </p:nvSpPr>
        <p:spPr>
          <a:xfrm>
            <a:off x="4205377" y="435733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7" name="r1_o06915"/>
          <p:cNvSpPr/>
          <p:nvPr/>
        </p:nvSpPr>
        <p:spPr>
          <a:xfrm>
            <a:off x="4360281" y="435842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8" name="r1_o06916"/>
          <p:cNvSpPr/>
          <p:nvPr/>
        </p:nvSpPr>
        <p:spPr>
          <a:xfrm>
            <a:off x="4370484" y="436753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9" name="r1_o06917"/>
          <p:cNvSpPr/>
          <p:nvPr/>
        </p:nvSpPr>
        <p:spPr>
          <a:xfrm>
            <a:off x="4370484" y="436753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0" name="r1_o06918"/>
          <p:cNvSpPr/>
          <p:nvPr/>
        </p:nvSpPr>
        <p:spPr>
          <a:xfrm>
            <a:off x="4442834" y="436351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1" name="r1_o06919"/>
          <p:cNvSpPr/>
          <p:nvPr/>
        </p:nvSpPr>
        <p:spPr>
          <a:xfrm>
            <a:off x="4453038" y="437262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2" name="r1_o06920"/>
          <p:cNvSpPr/>
          <p:nvPr/>
        </p:nvSpPr>
        <p:spPr>
          <a:xfrm>
            <a:off x="4453038" y="437262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3" name="r1_o06921"/>
          <p:cNvSpPr/>
          <p:nvPr/>
        </p:nvSpPr>
        <p:spPr>
          <a:xfrm>
            <a:off x="4607941" y="437371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4" name="r1_o06922"/>
          <p:cNvSpPr/>
          <p:nvPr/>
        </p:nvSpPr>
        <p:spPr>
          <a:xfrm>
            <a:off x="4618144" y="438282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5" name="r1_o06923"/>
          <p:cNvSpPr/>
          <p:nvPr/>
        </p:nvSpPr>
        <p:spPr>
          <a:xfrm>
            <a:off x="4618144" y="438282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6" name="r1_o06924"/>
          <p:cNvSpPr/>
          <p:nvPr/>
        </p:nvSpPr>
        <p:spPr>
          <a:xfrm>
            <a:off x="4690495" y="437881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7" name="r1_o06925"/>
          <p:cNvSpPr/>
          <p:nvPr/>
        </p:nvSpPr>
        <p:spPr>
          <a:xfrm>
            <a:off x="4700698" y="438792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8" name="r1_o06926"/>
          <p:cNvSpPr/>
          <p:nvPr/>
        </p:nvSpPr>
        <p:spPr>
          <a:xfrm>
            <a:off x="4700698" y="438792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9" name="r1_o06927"/>
          <p:cNvSpPr/>
          <p:nvPr/>
        </p:nvSpPr>
        <p:spPr>
          <a:xfrm>
            <a:off x="4855602" y="438900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0" name="r1_o06928"/>
          <p:cNvSpPr/>
          <p:nvPr/>
        </p:nvSpPr>
        <p:spPr>
          <a:xfrm>
            <a:off x="4865805" y="439811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1" name="r1_o06929"/>
          <p:cNvSpPr/>
          <p:nvPr/>
        </p:nvSpPr>
        <p:spPr>
          <a:xfrm>
            <a:off x="4865805" y="439811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2" name="r1_o06930"/>
          <p:cNvSpPr/>
          <p:nvPr/>
        </p:nvSpPr>
        <p:spPr>
          <a:xfrm>
            <a:off x="4938155" y="439410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3" name="r1_o06931"/>
          <p:cNvSpPr/>
          <p:nvPr/>
        </p:nvSpPr>
        <p:spPr>
          <a:xfrm>
            <a:off x="4948358" y="440321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4" name="r1_o06932"/>
          <p:cNvSpPr/>
          <p:nvPr/>
        </p:nvSpPr>
        <p:spPr>
          <a:xfrm>
            <a:off x="4948358" y="440321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5" name="r1_o06933"/>
          <p:cNvSpPr/>
          <p:nvPr/>
        </p:nvSpPr>
        <p:spPr>
          <a:xfrm>
            <a:off x="5103262" y="440430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6" name="r1_o06934"/>
          <p:cNvSpPr/>
          <p:nvPr/>
        </p:nvSpPr>
        <p:spPr>
          <a:xfrm>
            <a:off x="5113465" y="441341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7" name="r1_o06935"/>
          <p:cNvSpPr/>
          <p:nvPr/>
        </p:nvSpPr>
        <p:spPr>
          <a:xfrm>
            <a:off x="5113465" y="441341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8" name="r1_o06936"/>
          <p:cNvSpPr/>
          <p:nvPr/>
        </p:nvSpPr>
        <p:spPr>
          <a:xfrm>
            <a:off x="5185816" y="44094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9" name="r1_o06937"/>
          <p:cNvSpPr/>
          <p:nvPr/>
        </p:nvSpPr>
        <p:spPr>
          <a:xfrm>
            <a:off x="5196019" y="44185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0" name="r1_o06938"/>
          <p:cNvSpPr/>
          <p:nvPr/>
        </p:nvSpPr>
        <p:spPr>
          <a:xfrm>
            <a:off x="5196019" y="44185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1" name="r1_o06939"/>
          <p:cNvSpPr/>
          <p:nvPr/>
        </p:nvSpPr>
        <p:spPr>
          <a:xfrm>
            <a:off x="5350922" y="44195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2" name="r1_o06940"/>
          <p:cNvSpPr/>
          <p:nvPr/>
        </p:nvSpPr>
        <p:spPr>
          <a:xfrm>
            <a:off x="5361126" y="44287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3" name="r1_o06941"/>
          <p:cNvSpPr/>
          <p:nvPr/>
        </p:nvSpPr>
        <p:spPr>
          <a:xfrm>
            <a:off x="5361126" y="44287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4" name="r1_o06942"/>
          <p:cNvSpPr/>
          <p:nvPr/>
        </p:nvSpPr>
        <p:spPr>
          <a:xfrm>
            <a:off x="4056569" y="44200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5" name="r1_o06943"/>
          <p:cNvSpPr/>
          <p:nvPr/>
        </p:nvSpPr>
        <p:spPr>
          <a:xfrm>
            <a:off x="4066772" y="44291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6" name="r1_o06944"/>
          <p:cNvSpPr/>
          <p:nvPr/>
        </p:nvSpPr>
        <p:spPr>
          <a:xfrm>
            <a:off x="4066772" y="44291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7" name="r1_o06945"/>
          <p:cNvSpPr/>
          <p:nvPr/>
        </p:nvSpPr>
        <p:spPr>
          <a:xfrm>
            <a:off x="5433476" y="442469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8" name="r1_o06946"/>
          <p:cNvSpPr/>
          <p:nvPr/>
        </p:nvSpPr>
        <p:spPr>
          <a:xfrm>
            <a:off x="5443679" y="443380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9" name="r1_o06947"/>
          <p:cNvSpPr/>
          <p:nvPr/>
        </p:nvSpPr>
        <p:spPr>
          <a:xfrm>
            <a:off x="5443679" y="443380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0" name="r1_o06948"/>
          <p:cNvSpPr/>
          <p:nvPr/>
        </p:nvSpPr>
        <p:spPr>
          <a:xfrm>
            <a:off x="4139122" y="442510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1" name="r1_o06949"/>
          <p:cNvSpPr/>
          <p:nvPr/>
        </p:nvSpPr>
        <p:spPr>
          <a:xfrm>
            <a:off x="4149326" y="443421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2" name="r1_o06950"/>
          <p:cNvSpPr/>
          <p:nvPr/>
        </p:nvSpPr>
        <p:spPr>
          <a:xfrm>
            <a:off x="4149326" y="443421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3" name="r1_o06951"/>
          <p:cNvSpPr/>
          <p:nvPr/>
        </p:nvSpPr>
        <p:spPr>
          <a:xfrm>
            <a:off x="4304229" y="443529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4" name="r1_o06952"/>
          <p:cNvSpPr/>
          <p:nvPr/>
        </p:nvSpPr>
        <p:spPr>
          <a:xfrm>
            <a:off x="4314433" y="444440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5" name="r1_o06953"/>
          <p:cNvSpPr/>
          <p:nvPr/>
        </p:nvSpPr>
        <p:spPr>
          <a:xfrm>
            <a:off x="4314433" y="444440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6" name="r1_o06954"/>
          <p:cNvSpPr/>
          <p:nvPr/>
        </p:nvSpPr>
        <p:spPr>
          <a:xfrm>
            <a:off x="4386783" y="444039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7" name="r1_o06955"/>
          <p:cNvSpPr/>
          <p:nvPr/>
        </p:nvSpPr>
        <p:spPr>
          <a:xfrm>
            <a:off x="4396986" y="444950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8" name="r1_o06956"/>
          <p:cNvSpPr/>
          <p:nvPr/>
        </p:nvSpPr>
        <p:spPr>
          <a:xfrm>
            <a:off x="4396986" y="444950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9" name="r1_o06957"/>
          <p:cNvSpPr/>
          <p:nvPr/>
        </p:nvSpPr>
        <p:spPr>
          <a:xfrm>
            <a:off x="4551890" y="445059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0" name="r1_o06958"/>
          <p:cNvSpPr/>
          <p:nvPr/>
        </p:nvSpPr>
        <p:spPr>
          <a:xfrm>
            <a:off x="4562093" y="445970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1" name="r1_o06959"/>
          <p:cNvSpPr/>
          <p:nvPr/>
        </p:nvSpPr>
        <p:spPr>
          <a:xfrm>
            <a:off x="4562093" y="445970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2" name="r1_o06960"/>
          <p:cNvSpPr/>
          <p:nvPr/>
        </p:nvSpPr>
        <p:spPr>
          <a:xfrm>
            <a:off x="4634443" y="445568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3" name="r1_o06961"/>
          <p:cNvSpPr/>
          <p:nvPr/>
        </p:nvSpPr>
        <p:spPr>
          <a:xfrm>
            <a:off x="4644646" y="446479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4" name="r1_o06962"/>
          <p:cNvSpPr/>
          <p:nvPr/>
        </p:nvSpPr>
        <p:spPr>
          <a:xfrm>
            <a:off x="4644646" y="446479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5" name="r1_o06963"/>
          <p:cNvSpPr/>
          <p:nvPr/>
        </p:nvSpPr>
        <p:spPr>
          <a:xfrm>
            <a:off x="4799550" y="446588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6" name="r1_o06964"/>
          <p:cNvSpPr/>
          <p:nvPr/>
        </p:nvSpPr>
        <p:spPr>
          <a:xfrm>
            <a:off x="4809753" y="447499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7" name="r1_o06965"/>
          <p:cNvSpPr/>
          <p:nvPr/>
        </p:nvSpPr>
        <p:spPr>
          <a:xfrm>
            <a:off x="4809753" y="447499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8" name="r1_o06966"/>
          <p:cNvSpPr/>
          <p:nvPr/>
        </p:nvSpPr>
        <p:spPr>
          <a:xfrm>
            <a:off x="4882104" y="447098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9" name="r1_o06967"/>
          <p:cNvSpPr/>
          <p:nvPr/>
        </p:nvSpPr>
        <p:spPr>
          <a:xfrm>
            <a:off x="4892307" y="448009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0" name="r1_o06968"/>
          <p:cNvSpPr/>
          <p:nvPr/>
        </p:nvSpPr>
        <p:spPr>
          <a:xfrm>
            <a:off x="4892307" y="448009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1" name="r1_o06969"/>
          <p:cNvSpPr/>
          <p:nvPr/>
        </p:nvSpPr>
        <p:spPr>
          <a:xfrm>
            <a:off x="5047211" y="448117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2" name="r1_o06970"/>
          <p:cNvSpPr/>
          <p:nvPr/>
        </p:nvSpPr>
        <p:spPr>
          <a:xfrm>
            <a:off x="5057414" y="449028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3" name="r1_o06971"/>
          <p:cNvSpPr/>
          <p:nvPr/>
        </p:nvSpPr>
        <p:spPr>
          <a:xfrm>
            <a:off x="5057414" y="449028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4" name="r1_o06972"/>
          <p:cNvSpPr/>
          <p:nvPr/>
        </p:nvSpPr>
        <p:spPr>
          <a:xfrm>
            <a:off x="5129764" y="44862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5" name="r1_o06973"/>
          <p:cNvSpPr/>
          <p:nvPr/>
        </p:nvSpPr>
        <p:spPr>
          <a:xfrm>
            <a:off x="5139967" y="44953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6" name="r1_o06974"/>
          <p:cNvSpPr/>
          <p:nvPr/>
        </p:nvSpPr>
        <p:spPr>
          <a:xfrm>
            <a:off x="5139967" y="44953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7" name="r1_o06975"/>
          <p:cNvSpPr/>
          <p:nvPr/>
        </p:nvSpPr>
        <p:spPr>
          <a:xfrm>
            <a:off x="5294871" y="449647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8" name="r1_o06976"/>
          <p:cNvSpPr/>
          <p:nvPr/>
        </p:nvSpPr>
        <p:spPr>
          <a:xfrm>
            <a:off x="5305074" y="450558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9" name="r1_o06977"/>
          <p:cNvSpPr/>
          <p:nvPr/>
        </p:nvSpPr>
        <p:spPr>
          <a:xfrm>
            <a:off x="5305074" y="450558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0" name="r1_o06978"/>
          <p:cNvSpPr/>
          <p:nvPr/>
        </p:nvSpPr>
        <p:spPr>
          <a:xfrm>
            <a:off x="5377424" y="450157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1" name="r1_o06979"/>
          <p:cNvSpPr/>
          <p:nvPr/>
        </p:nvSpPr>
        <p:spPr>
          <a:xfrm>
            <a:off x="5387628" y="451068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2" name="r1_o06980"/>
          <p:cNvSpPr/>
          <p:nvPr/>
        </p:nvSpPr>
        <p:spPr>
          <a:xfrm>
            <a:off x="5387628" y="451068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3" name="r1_o06981"/>
          <p:cNvSpPr/>
          <p:nvPr/>
        </p:nvSpPr>
        <p:spPr>
          <a:xfrm>
            <a:off x="4083071" y="450197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4" name="r1_o06982"/>
          <p:cNvSpPr/>
          <p:nvPr/>
        </p:nvSpPr>
        <p:spPr>
          <a:xfrm>
            <a:off x="4093274" y="451108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5" name="r1_o06983"/>
          <p:cNvSpPr/>
          <p:nvPr/>
        </p:nvSpPr>
        <p:spPr>
          <a:xfrm>
            <a:off x="4093274" y="451108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6" name="r1_o06984"/>
          <p:cNvSpPr/>
          <p:nvPr/>
        </p:nvSpPr>
        <p:spPr>
          <a:xfrm>
            <a:off x="4128985" y="454424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7" name="r1_o06985"/>
          <p:cNvSpPr/>
          <p:nvPr/>
        </p:nvSpPr>
        <p:spPr>
          <a:xfrm>
            <a:off x="4135515" y="455007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8" name="r1_o06986"/>
          <p:cNvSpPr/>
          <p:nvPr/>
        </p:nvSpPr>
        <p:spPr>
          <a:xfrm>
            <a:off x="4135515" y="455007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9" name="r1_o06987"/>
          <p:cNvSpPr/>
          <p:nvPr/>
        </p:nvSpPr>
        <p:spPr>
          <a:xfrm>
            <a:off x="5542531" y="451176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0" name="r1_o06988"/>
          <p:cNvSpPr/>
          <p:nvPr/>
        </p:nvSpPr>
        <p:spPr>
          <a:xfrm>
            <a:off x="5552735" y="452087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1" name="r1_o06989"/>
          <p:cNvSpPr/>
          <p:nvPr/>
        </p:nvSpPr>
        <p:spPr>
          <a:xfrm>
            <a:off x="5552735" y="452087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2" name="r1_o06990"/>
          <p:cNvSpPr/>
          <p:nvPr/>
        </p:nvSpPr>
        <p:spPr>
          <a:xfrm>
            <a:off x="5588446" y="455403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3" name="r1_o06991"/>
          <p:cNvSpPr/>
          <p:nvPr/>
        </p:nvSpPr>
        <p:spPr>
          <a:xfrm>
            <a:off x="5594976" y="455986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4" name="r1_o06992"/>
          <p:cNvSpPr/>
          <p:nvPr/>
        </p:nvSpPr>
        <p:spPr>
          <a:xfrm>
            <a:off x="5594976" y="455986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5" name="r1_o06993"/>
          <p:cNvSpPr/>
          <p:nvPr/>
        </p:nvSpPr>
        <p:spPr>
          <a:xfrm>
            <a:off x="4248178" y="451217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6" name="r1_o06994"/>
          <p:cNvSpPr/>
          <p:nvPr/>
        </p:nvSpPr>
        <p:spPr>
          <a:xfrm>
            <a:off x="4258381" y="452128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7" name="r1_o06995"/>
          <p:cNvSpPr/>
          <p:nvPr/>
        </p:nvSpPr>
        <p:spPr>
          <a:xfrm>
            <a:off x="4258381" y="452128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8" name="r1_o06996"/>
          <p:cNvSpPr/>
          <p:nvPr/>
        </p:nvSpPr>
        <p:spPr>
          <a:xfrm>
            <a:off x="4330731" y="451726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9" name="r1_o06997"/>
          <p:cNvSpPr/>
          <p:nvPr/>
        </p:nvSpPr>
        <p:spPr>
          <a:xfrm>
            <a:off x="4340935" y="452637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0" name="r1_o06998"/>
          <p:cNvSpPr/>
          <p:nvPr/>
        </p:nvSpPr>
        <p:spPr>
          <a:xfrm>
            <a:off x="4340935" y="452637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1" name="r1_o06999"/>
          <p:cNvSpPr/>
          <p:nvPr/>
        </p:nvSpPr>
        <p:spPr>
          <a:xfrm>
            <a:off x="4495838" y="452746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2" name="r1_o07000"/>
          <p:cNvSpPr/>
          <p:nvPr/>
        </p:nvSpPr>
        <p:spPr>
          <a:xfrm>
            <a:off x="4506041" y="453657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3" name="r1_o07001"/>
          <p:cNvSpPr/>
          <p:nvPr/>
        </p:nvSpPr>
        <p:spPr>
          <a:xfrm>
            <a:off x="4506041" y="453657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4" name="r1_o07002"/>
          <p:cNvSpPr/>
          <p:nvPr/>
        </p:nvSpPr>
        <p:spPr>
          <a:xfrm>
            <a:off x="4578392" y="453256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5" name="r1_o07003"/>
          <p:cNvSpPr/>
          <p:nvPr/>
        </p:nvSpPr>
        <p:spPr>
          <a:xfrm>
            <a:off x="4588595" y="454167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6" name="r1_o07004"/>
          <p:cNvSpPr/>
          <p:nvPr/>
        </p:nvSpPr>
        <p:spPr>
          <a:xfrm>
            <a:off x="4588595" y="454167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7" name="r1_o07005"/>
          <p:cNvSpPr/>
          <p:nvPr/>
        </p:nvSpPr>
        <p:spPr>
          <a:xfrm>
            <a:off x="4743499" y="454275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8" name="r1_o07006"/>
          <p:cNvSpPr/>
          <p:nvPr/>
        </p:nvSpPr>
        <p:spPr>
          <a:xfrm>
            <a:off x="4753702" y="455186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9" name="r1_o07007"/>
          <p:cNvSpPr/>
          <p:nvPr/>
        </p:nvSpPr>
        <p:spPr>
          <a:xfrm>
            <a:off x="4753702" y="455186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0" name="r1_o07008"/>
          <p:cNvSpPr/>
          <p:nvPr/>
        </p:nvSpPr>
        <p:spPr>
          <a:xfrm>
            <a:off x="4826052" y="454785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1" name="r1_o07009"/>
          <p:cNvSpPr/>
          <p:nvPr/>
        </p:nvSpPr>
        <p:spPr>
          <a:xfrm>
            <a:off x="4836255" y="455696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2" name="r1_o07010"/>
          <p:cNvSpPr/>
          <p:nvPr/>
        </p:nvSpPr>
        <p:spPr>
          <a:xfrm>
            <a:off x="4836255" y="455696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3" name="r1_o07011"/>
          <p:cNvSpPr/>
          <p:nvPr/>
        </p:nvSpPr>
        <p:spPr>
          <a:xfrm>
            <a:off x="4991159" y="455805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4" name="r1_o07012"/>
          <p:cNvSpPr/>
          <p:nvPr/>
        </p:nvSpPr>
        <p:spPr>
          <a:xfrm>
            <a:off x="5001362" y="456716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5" name="r1_o07013"/>
          <p:cNvSpPr/>
          <p:nvPr/>
        </p:nvSpPr>
        <p:spPr>
          <a:xfrm>
            <a:off x="5001362" y="456716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6" name="r1_o07014"/>
          <p:cNvSpPr/>
          <p:nvPr/>
        </p:nvSpPr>
        <p:spPr>
          <a:xfrm>
            <a:off x="5073712" y="456315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7" name="r1_o07015"/>
          <p:cNvSpPr/>
          <p:nvPr/>
        </p:nvSpPr>
        <p:spPr>
          <a:xfrm>
            <a:off x="5083916" y="457226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8" name="r1_o07016"/>
          <p:cNvSpPr/>
          <p:nvPr/>
        </p:nvSpPr>
        <p:spPr>
          <a:xfrm>
            <a:off x="5083916" y="457226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9" name="r1_o07017"/>
          <p:cNvSpPr/>
          <p:nvPr/>
        </p:nvSpPr>
        <p:spPr>
          <a:xfrm>
            <a:off x="5238819" y="457334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0" name="r1_o07018"/>
          <p:cNvSpPr/>
          <p:nvPr/>
        </p:nvSpPr>
        <p:spPr>
          <a:xfrm>
            <a:off x="5249023" y="458245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1" name="r1_o07019"/>
          <p:cNvSpPr/>
          <p:nvPr/>
        </p:nvSpPr>
        <p:spPr>
          <a:xfrm>
            <a:off x="5249023" y="458245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2" name="r1_o07020"/>
          <p:cNvSpPr/>
          <p:nvPr/>
        </p:nvSpPr>
        <p:spPr>
          <a:xfrm>
            <a:off x="5321373" y="457844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3" name="r1_o07021"/>
          <p:cNvSpPr/>
          <p:nvPr/>
        </p:nvSpPr>
        <p:spPr>
          <a:xfrm>
            <a:off x="5331576" y="458755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4" name="r1_o07022"/>
          <p:cNvSpPr/>
          <p:nvPr/>
        </p:nvSpPr>
        <p:spPr>
          <a:xfrm>
            <a:off x="5331576" y="458755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5" name="r1_o07023"/>
          <p:cNvSpPr/>
          <p:nvPr/>
        </p:nvSpPr>
        <p:spPr>
          <a:xfrm>
            <a:off x="5486480" y="458864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6" name="r1_o07024"/>
          <p:cNvSpPr/>
          <p:nvPr/>
        </p:nvSpPr>
        <p:spPr>
          <a:xfrm>
            <a:off x="5496683" y="459775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7" name="r1_o07025"/>
          <p:cNvSpPr/>
          <p:nvPr/>
        </p:nvSpPr>
        <p:spPr>
          <a:xfrm>
            <a:off x="5496683" y="459775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8" name="r1_o07026"/>
          <p:cNvSpPr/>
          <p:nvPr/>
        </p:nvSpPr>
        <p:spPr>
          <a:xfrm>
            <a:off x="4192126" y="458904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9" name="r1_o07027"/>
          <p:cNvSpPr/>
          <p:nvPr/>
        </p:nvSpPr>
        <p:spPr>
          <a:xfrm>
            <a:off x="4202330" y="459815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0" name="r1_o07028"/>
          <p:cNvSpPr/>
          <p:nvPr/>
        </p:nvSpPr>
        <p:spPr>
          <a:xfrm>
            <a:off x="4202330" y="459815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1" name="r1_o07029"/>
          <p:cNvSpPr/>
          <p:nvPr/>
        </p:nvSpPr>
        <p:spPr>
          <a:xfrm>
            <a:off x="4238041" y="463131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2" name="r1_o07030"/>
          <p:cNvSpPr/>
          <p:nvPr/>
        </p:nvSpPr>
        <p:spPr>
          <a:xfrm>
            <a:off x="4244571" y="463714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3" name="r1_o07031"/>
          <p:cNvSpPr/>
          <p:nvPr/>
        </p:nvSpPr>
        <p:spPr>
          <a:xfrm>
            <a:off x="4244571" y="463714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4" name="r1_o07032"/>
          <p:cNvSpPr/>
          <p:nvPr/>
        </p:nvSpPr>
        <p:spPr>
          <a:xfrm>
            <a:off x="5569033" y="45937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5" name="r1_o07033"/>
          <p:cNvSpPr/>
          <p:nvPr/>
        </p:nvSpPr>
        <p:spPr>
          <a:xfrm>
            <a:off x="5579236" y="46028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6" name="r1_o07034"/>
          <p:cNvSpPr/>
          <p:nvPr/>
        </p:nvSpPr>
        <p:spPr>
          <a:xfrm>
            <a:off x="5579236" y="46028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7" name="r1_o07035"/>
          <p:cNvSpPr/>
          <p:nvPr/>
        </p:nvSpPr>
        <p:spPr>
          <a:xfrm>
            <a:off x="5614948" y="463601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8" name="r1_o07036"/>
          <p:cNvSpPr/>
          <p:nvPr/>
        </p:nvSpPr>
        <p:spPr>
          <a:xfrm>
            <a:off x="5621478" y="464184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9" name="r1_o07037"/>
          <p:cNvSpPr/>
          <p:nvPr/>
        </p:nvSpPr>
        <p:spPr>
          <a:xfrm>
            <a:off x="5621478" y="464184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0" name="r1_o07038"/>
          <p:cNvSpPr/>
          <p:nvPr/>
        </p:nvSpPr>
        <p:spPr>
          <a:xfrm>
            <a:off x="4274680" y="45941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1" name="r1_o07039"/>
          <p:cNvSpPr/>
          <p:nvPr/>
        </p:nvSpPr>
        <p:spPr>
          <a:xfrm>
            <a:off x="4284883" y="46032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2" name="r1_o07040"/>
          <p:cNvSpPr/>
          <p:nvPr/>
        </p:nvSpPr>
        <p:spPr>
          <a:xfrm>
            <a:off x="4284883" y="46032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3" name="r1_o07041"/>
          <p:cNvSpPr/>
          <p:nvPr/>
        </p:nvSpPr>
        <p:spPr>
          <a:xfrm>
            <a:off x="4320594" y="463641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4" name="r1_o07042"/>
          <p:cNvSpPr/>
          <p:nvPr/>
        </p:nvSpPr>
        <p:spPr>
          <a:xfrm>
            <a:off x="4327124" y="464224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5" name="r1_o07043"/>
          <p:cNvSpPr/>
          <p:nvPr/>
        </p:nvSpPr>
        <p:spPr>
          <a:xfrm>
            <a:off x="4327124" y="464224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6" name="r1_o07044"/>
          <p:cNvSpPr/>
          <p:nvPr/>
        </p:nvSpPr>
        <p:spPr>
          <a:xfrm>
            <a:off x="4439787" y="46043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7" name="r1_o07045"/>
          <p:cNvSpPr/>
          <p:nvPr/>
        </p:nvSpPr>
        <p:spPr>
          <a:xfrm>
            <a:off x="4449990" y="46134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8" name="r1_o07046"/>
          <p:cNvSpPr/>
          <p:nvPr/>
        </p:nvSpPr>
        <p:spPr>
          <a:xfrm>
            <a:off x="4449990" y="46134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9" name="r1_o07047"/>
          <p:cNvSpPr/>
          <p:nvPr/>
        </p:nvSpPr>
        <p:spPr>
          <a:xfrm>
            <a:off x="4485701" y="464661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0" name="r1_o07048"/>
          <p:cNvSpPr/>
          <p:nvPr/>
        </p:nvSpPr>
        <p:spPr>
          <a:xfrm>
            <a:off x="4492231" y="465244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1" name="r1_o07049"/>
          <p:cNvSpPr/>
          <p:nvPr/>
        </p:nvSpPr>
        <p:spPr>
          <a:xfrm>
            <a:off x="4492231" y="465244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2" name="r1_o07050"/>
          <p:cNvSpPr/>
          <p:nvPr/>
        </p:nvSpPr>
        <p:spPr>
          <a:xfrm>
            <a:off x="4522340" y="460943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3" name="r1_o07051"/>
          <p:cNvSpPr/>
          <p:nvPr/>
        </p:nvSpPr>
        <p:spPr>
          <a:xfrm>
            <a:off x="4532543" y="461854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4" name="r1_o07052"/>
          <p:cNvSpPr/>
          <p:nvPr/>
        </p:nvSpPr>
        <p:spPr>
          <a:xfrm>
            <a:off x="4532543" y="461854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5" name="r1_o07053"/>
          <p:cNvSpPr/>
          <p:nvPr/>
        </p:nvSpPr>
        <p:spPr>
          <a:xfrm>
            <a:off x="4568255" y="465170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6" name="r1_o07054"/>
          <p:cNvSpPr/>
          <p:nvPr/>
        </p:nvSpPr>
        <p:spPr>
          <a:xfrm>
            <a:off x="4574785" y="465753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7" name="r1_o07055"/>
          <p:cNvSpPr/>
          <p:nvPr/>
        </p:nvSpPr>
        <p:spPr>
          <a:xfrm>
            <a:off x="4574785" y="465753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8" name="r1_o07056"/>
          <p:cNvSpPr/>
          <p:nvPr/>
        </p:nvSpPr>
        <p:spPr>
          <a:xfrm>
            <a:off x="4687447" y="461963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9" name="r1_o07057"/>
          <p:cNvSpPr/>
          <p:nvPr/>
        </p:nvSpPr>
        <p:spPr>
          <a:xfrm>
            <a:off x="4697650" y="462874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0" name="r1_o07058"/>
          <p:cNvSpPr/>
          <p:nvPr/>
        </p:nvSpPr>
        <p:spPr>
          <a:xfrm>
            <a:off x="4697650" y="462874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1" name="r1_o07059"/>
          <p:cNvSpPr/>
          <p:nvPr/>
        </p:nvSpPr>
        <p:spPr>
          <a:xfrm>
            <a:off x="4733361" y="466190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2" name="r1_o07060"/>
          <p:cNvSpPr/>
          <p:nvPr/>
        </p:nvSpPr>
        <p:spPr>
          <a:xfrm>
            <a:off x="4739892" y="466773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3" name="r1_o07061"/>
          <p:cNvSpPr/>
          <p:nvPr/>
        </p:nvSpPr>
        <p:spPr>
          <a:xfrm>
            <a:off x="4739892" y="466773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4" name="r1_o07062"/>
          <p:cNvSpPr/>
          <p:nvPr/>
        </p:nvSpPr>
        <p:spPr>
          <a:xfrm>
            <a:off x="4770001" y="462473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5" name="r1_o07063"/>
          <p:cNvSpPr/>
          <p:nvPr/>
        </p:nvSpPr>
        <p:spPr>
          <a:xfrm>
            <a:off x="4780204" y="463384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6" name="r1_o07064"/>
          <p:cNvSpPr/>
          <p:nvPr/>
        </p:nvSpPr>
        <p:spPr>
          <a:xfrm>
            <a:off x="4780204" y="463384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7" name="r1_o07065"/>
          <p:cNvSpPr/>
          <p:nvPr/>
        </p:nvSpPr>
        <p:spPr>
          <a:xfrm>
            <a:off x="4815915" y="466700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8" name="r1_o07066"/>
          <p:cNvSpPr/>
          <p:nvPr/>
        </p:nvSpPr>
        <p:spPr>
          <a:xfrm>
            <a:off x="4822445" y="467283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9" name="r1_o07067"/>
          <p:cNvSpPr/>
          <p:nvPr/>
        </p:nvSpPr>
        <p:spPr>
          <a:xfrm>
            <a:off x="4822445" y="467283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0" name="r1_o07068"/>
          <p:cNvSpPr/>
          <p:nvPr/>
        </p:nvSpPr>
        <p:spPr>
          <a:xfrm>
            <a:off x="4935108" y="463492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1" name="r1_o07069"/>
          <p:cNvSpPr/>
          <p:nvPr/>
        </p:nvSpPr>
        <p:spPr>
          <a:xfrm>
            <a:off x="4945311" y="464403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2" name="r1_o07070"/>
          <p:cNvSpPr/>
          <p:nvPr/>
        </p:nvSpPr>
        <p:spPr>
          <a:xfrm>
            <a:off x="4945311" y="464403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3" name="r1_o07071"/>
          <p:cNvSpPr/>
          <p:nvPr/>
        </p:nvSpPr>
        <p:spPr>
          <a:xfrm>
            <a:off x="4981022" y="467719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4" name="r1_o07072"/>
          <p:cNvSpPr/>
          <p:nvPr/>
        </p:nvSpPr>
        <p:spPr>
          <a:xfrm>
            <a:off x="4987552" y="468302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5" name="r1_o07073"/>
          <p:cNvSpPr/>
          <p:nvPr/>
        </p:nvSpPr>
        <p:spPr>
          <a:xfrm>
            <a:off x="4987552" y="468302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6" name="r1_o07074"/>
          <p:cNvSpPr/>
          <p:nvPr/>
        </p:nvSpPr>
        <p:spPr>
          <a:xfrm>
            <a:off x="5017661" y="464002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7" name="r1_o07075"/>
          <p:cNvSpPr/>
          <p:nvPr/>
        </p:nvSpPr>
        <p:spPr>
          <a:xfrm>
            <a:off x="5027864" y="464913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8" name="r1_o07076"/>
          <p:cNvSpPr/>
          <p:nvPr/>
        </p:nvSpPr>
        <p:spPr>
          <a:xfrm>
            <a:off x="5027864" y="464913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9" name="r1_o07077"/>
          <p:cNvSpPr/>
          <p:nvPr/>
        </p:nvSpPr>
        <p:spPr>
          <a:xfrm>
            <a:off x="5063575" y="468229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0" name="r1_o07078"/>
          <p:cNvSpPr/>
          <p:nvPr/>
        </p:nvSpPr>
        <p:spPr>
          <a:xfrm>
            <a:off x="5070105" y="468812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1" name="r1_o07079"/>
          <p:cNvSpPr/>
          <p:nvPr/>
        </p:nvSpPr>
        <p:spPr>
          <a:xfrm>
            <a:off x="5070105" y="468812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2" name="r1_o07080"/>
          <p:cNvSpPr/>
          <p:nvPr/>
        </p:nvSpPr>
        <p:spPr>
          <a:xfrm>
            <a:off x="5182768" y="465022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3" name="r1_o07081"/>
          <p:cNvSpPr/>
          <p:nvPr/>
        </p:nvSpPr>
        <p:spPr>
          <a:xfrm>
            <a:off x="5192971" y="465933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4" name="r1_o07082"/>
          <p:cNvSpPr/>
          <p:nvPr/>
        </p:nvSpPr>
        <p:spPr>
          <a:xfrm>
            <a:off x="5192971" y="465933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5" name="r1_o07083"/>
          <p:cNvSpPr/>
          <p:nvPr/>
        </p:nvSpPr>
        <p:spPr>
          <a:xfrm>
            <a:off x="5228682" y="469249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6" name="r1_o07084"/>
          <p:cNvSpPr/>
          <p:nvPr/>
        </p:nvSpPr>
        <p:spPr>
          <a:xfrm>
            <a:off x="5235212" y="469832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7" name="r1_o07085"/>
          <p:cNvSpPr/>
          <p:nvPr/>
        </p:nvSpPr>
        <p:spPr>
          <a:xfrm>
            <a:off x="5235212" y="469832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8" name="r1_o07086"/>
          <p:cNvSpPr/>
          <p:nvPr/>
        </p:nvSpPr>
        <p:spPr>
          <a:xfrm>
            <a:off x="5265321" y="465532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9" name="r1_o07087"/>
          <p:cNvSpPr/>
          <p:nvPr/>
        </p:nvSpPr>
        <p:spPr>
          <a:xfrm>
            <a:off x="5275525" y="466443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0" name="r1_o07088"/>
          <p:cNvSpPr/>
          <p:nvPr/>
        </p:nvSpPr>
        <p:spPr>
          <a:xfrm>
            <a:off x="5275525" y="466443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1" name="r1_o07089"/>
          <p:cNvSpPr/>
          <p:nvPr/>
        </p:nvSpPr>
        <p:spPr>
          <a:xfrm>
            <a:off x="5311236" y="469759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2" name="r1_o07090"/>
          <p:cNvSpPr/>
          <p:nvPr/>
        </p:nvSpPr>
        <p:spPr>
          <a:xfrm>
            <a:off x="5317766" y="470342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3" name="r1_o07091"/>
          <p:cNvSpPr/>
          <p:nvPr/>
        </p:nvSpPr>
        <p:spPr>
          <a:xfrm>
            <a:off x="5317766" y="470342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4" name="r1_o07092"/>
          <p:cNvSpPr/>
          <p:nvPr/>
        </p:nvSpPr>
        <p:spPr>
          <a:xfrm>
            <a:off x="5430428" y="466551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5" name="r1_o07093"/>
          <p:cNvSpPr/>
          <p:nvPr/>
        </p:nvSpPr>
        <p:spPr>
          <a:xfrm>
            <a:off x="5440631" y="467462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6" name="r1_o07094"/>
          <p:cNvSpPr/>
          <p:nvPr/>
        </p:nvSpPr>
        <p:spPr>
          <a:xfrm>
            <a:off x="5440631" y="467462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7" name="r1_o07095"/>
          <p:cNvSpPr/>
          <p:nvPr/>
        </p:nvSpPr>
        <p:spPr>
          <a:xfrm>
            <a:off x="5476343" y="470778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8" name="r1_o07096"/>
          <p:cNvSpPr/>
          <p:nvPr/>
        </p:nvSpPr>
        <p:spPr>
          <a:xfrm>
            <a:off x="5482873" y="471361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9" name="r1_o07097"/>
          <p:cNvSpPr/>
          <p:nvPr/>
        </p:nvSpPr>
        <p:spPr>
          <a:xfrm>
            <a:off x="5482873" y="471361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0" name="r1_o07098"/>
          <p:cNvSpPr/>
          <p:nvPr/>
        </p:nvSpPr>
        <p:spPr>
          <a:xfrm>
            <a:off x="5512982" y="467061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1" name="r1_o07099"/>
          <p:cNvSpPr/>
          <p:nvPr/>
        </p:nvSpPr>
        <p:spPr>
          <a:xfrm>
            <a:off x="5523185" y="467972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2" name="r1_o07100"/>
          <p:cNvSpPr/>
          <p:nvPr/>
        </p:nvSpPr>
        <p:spPr>
          <a:xfrm>
            <a:off x="5523185" y="467972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3" name="r1_o07101"/>
          <p:cNvSpPr/>
          <p:nvPr/>
        </p:nvSpPr>
        <p:spPr>
          <a:xfrm>
            <a:off x="5558896" y="471288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4" name="r1_o07102"/>
          <p:cNvSpPr/>
          <p:nvPr/>
        </p:nvSpPr>
        <p:spPr>
          <a:xfrm>
            <a:off x="5565426" y="471871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5" name="r1_o07103"/>
          <p:cNvSpPr/>
          <p:nvPr/>
        </p:nvSpPr>
        <p:spPr>
          <a:xfrm>
            <a:off x="5565426" y="471871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6" name="r1_o07104"/>
          <p:cNvSpPr/>
          <p:nvPr/>
        </p:nvSpPr>
        <p:spPr>
          <a:xfrm flipV="1">
            <a:off x="3742949" y="4882882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07" name="r1_o07105"/>
          <p:cNvSpPr/>
          <p:nvPr/>
        </p:nvSpPr>
        <p:spPr>
          <a:xfrm flipV="1">
            <a:off x="5285509" y="5274017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08" name="r1_o07106"/>
          <p:cNvSpPr/>
          <p:nvPr/>
        </p:nvSpPr>
        <p:spPr>
          <a:xfrm flipH="1" flipV="1">
            <a:off x="5071897" y="5212257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09" name="r1_o07107"/>
          <p:cNvSpPr/>
          <p:nvPr/>
        </p:nvSpPr>
        <p:spPr>
          <a:xfrm>
            <a:off x="3688129" y="5150429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0" name="r1_o07108"/>
          <p:cNvSpPr/>
          <p:nvPr/>
        </p:nvSpPr>
        <p:spPr>
          <a:xfrm>
            <a:off x="5087022" y="4869240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1" name="r1_o07109"/>
          <p:cNvSpPr/>
          <p:nvPr/>
        </p:nvSpPr>
        <p:spPr>
          <a:xfrm>
            <a:off x="4470755" y="5088736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2" name="r1_o07110"/>
          <p:cNvSpPr/>
          <p:nvPr/>
        </p:nvSpPr>
        <p:spPr>
          <a:xfrm>
            <a:off x="4257133" y="5020112"/>
            <a:ext cx="126664" cy="7547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3" name="r1_o07111"/>
          <p:cNvSpPr/>
          <p:nvPr/>
        </p:nvSpPr>
        <p:spPr>
          <a:xfrm>
            <a:off x="4684367" y="5157351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4" name="r1_o07112"/>
          <p:cNvSpPr/>
          <p:nvPr/>
        </p:nvSpPr>
        <p:spPr>
          <a:xfrm flipV="1">
            <a:off x="5071897" y="5205402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5" name="r1_o07113"/>
          <p:cNvSpPr/>
          <p:nvPr/>
        </p:nvSpPr>
        <p:spPr>
          <a:xfrm flipH="1" flipV="1">
            <a:off x="4525575" y="4828044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6" name="r1_o07114"/>
          <p:cNvSpPr/>
          <p:nvPr/>
        </p:nvSpPr>
        <p:spPr>
          <a:xfrm flipH="1" flipV="1">
            <a:off x="4905547" y="5054463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7" name="r1_o07115"/>
          <p:cNvSpPr/>
          <p:nvPr/>
        </p:nvSpPr>
        <p:spPr>
          <a:xfrm flipV="1">
            <a:off x="3695686" y="4972062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8" name="r1_o07116"/>
          <p:cNvSpPr/>
          <p:nvPr/>
        </p:nvSpPr>
        <p:spPr>
          <a:xfrm>
            <a:off x="4115353" y="5287659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19" name="r1_o07117"/>
          <p:cNvSpPr/>
          <p:nvPr/>
        </p:nvSpPr>
        <p:spPr>
          <a:xfrm flipV="1">
            <a:off x="4217437" y="4930933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0" name="r1_o07118"/>
          <p:cNvSpPr/>
          <p:nvPr/>
        </p:nvSpPr>
        <p:spPr>
          <a:xfrm flipH="1" flipV="1">
            <a:off x="4003825" y="4869173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1" name="r1_o07119"/>
          <p:cNvSpPr/>
          <p:nvPr/>
        </p:nvSpPr>
        <p:spPr>
          <a:xfrm>
            <a:off x="4826146" y="4889805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2" name="r1_o07120"/>
          <p:cNvSpPr/>
          <p:nvPr/>
        </p:nvSpPr>
        <p:spPr>
          <a:xfrm flipV="1">
            <a:off x="3956562" y="4951497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3" name="r1_o07121"/>
          <p:cNvSpPr/>
          <p:nvPr/>
        </p:nvSpPr>
        <p:spPr>
          <a:xfrm>
            <a:off x="4731630" y="5068172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4" name="r1_o07122"/>
          <p:cNvSpPr/>
          <p:nvPr/>
        </p:nvSpPr>
        <p:spPr>
          <a:xfrm flipH="1" flipV="1">
            <a:off x="3648423" y="5068096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5" name="r1_o07123"/>
          <p:cNvSpPr/>
          <p:nvPr/>
        </p:nvSpPr>
        <p:spPr>
          <a:xfrm flipH="1" flipV="1">
            <a:off x="4431049" y="5006403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6" name="r1_o07124"/>
          <p:cNvSpPr/>
          <p:nvPr/>
        </p:nvSpPr>
        <p:spPr>
          <a:xfrm flipV="1">
            <a:off x="4691925" y="4978984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7" name="r1_o07125"/>
          <p:cNvSpPr/>
          <p:nvPr/>
        </p:nvSpPr>
        <p:spPr>
          <a:xfrm flipV="1">
            <a:off x="4858284" y="5136787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8" name="r1_o07126"/>
          <p:cNvSpPr/>
          <p:nvPr/>
        </p:nvSpPr>
        <p:spPr>
          <a:xfrm>
            <a:off x="5253381" y="5027044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29" name="r1_o07127"/>
          <p:cNvSpPr/>
          <p:nvPr/>
        </p:nvSpPr>
        <p:spPr>
          <a:xfrm flipV="1">
            <a:off x="4786451" y="4800625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0" name="r1_o07128"/>
          <p:cNvSpPr/>
          <p:nvPr/>
        </p:nvSpPr>
        <p:spPr>
          <a:xfrm flipV="1">
            <a:off x="4478312" y="4910369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1" name="r1_o07129"/>
          <p:cNvSpPr/>
          <p:nvPr/>
        </p:nvSpPr>
        <p:spPr>
          <a:xfrm flipV="1">
            <a:off x="4905547" y="5047608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2" name="r1_o07130"/>
          <p:cNvSpPr/>
          <p:nvPr/>
        </p:nvSpPr>
        <p:spPr>
          <a:xfrm flipV="1">
            <a:off x="4242008" y="5356274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3" name="r1_o07131"/>
          <p:cNvSpPr/>
          <p:nvPr/>
        </p:nvSpPr>
        <p:spPr>
          <a:xfrm>
            <a:off x="4209879" y="5109301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4" name="r1_o07132"/>
          <p:cNvSpPr/>
          <p:nvPr/>
        </p:nvSpPr>
        <p:spPr>
          <a:xfrm>
            <a:off x="4423492" y="5177915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5" name="r1_o07133"/>
          <p:cNvSpPr/>
          <p:nvPr/>
        </p:nvSpPr>
        <p:spPr>
          <a:xfrm flipV="1">
            <a:off x="4550146" y="5246530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6" name="r1_o07134"/>
          <p:cNvSpPr/>
          <p:nvPr/>
        </p:nvSpPr>
        <p:spPr>
          <a:xfrm flipH="1" flipV="1">
            <a:off x="4289270" y="5273949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7" name="r1_o07135"/>
          <p:cNvSpPr/>
          <p:nvPr/>
        </p:nvSpPr>
        <p:spPr>
          <a:xfrm flipV="1">
            <a:off x="4336533" y="5177915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8" name="r1_o07136"/>
          <p:cNvSpPr/>
          <p:nvPr/>
        </p:nvSpPr>
        <p:spPr>
          <a:xfrm>
            <a:off x="3735382" y="5061241"/>
            <a:ext cx="126664" cy="7547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39" name="r1_o07137"/>
          <p:cNvSpPr/>
          <p:nvPr/>
        </p:nvSpPr>
        <p:spPr>
          <a:xfrm flipH="1" flipV="1">
            <a:off x="4691925" y="4985839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0" name="r1_o07138"/>
          <p:cNvSpPr/>
          <p:nvPr/>
        </p:nvSpPr>
        <p:spPr>
          <a:xfrm flipH="1" flipV="1">
            <a:off x="5000063" y="4876095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1" name="r1_o07139"/>
          <p:cNvSpPr/>
          <p:nvPr/>
        </p:nvSpPr>
        <p:spPr>
          <a:xfrm flipH="1" flipV="1">
            <a:off x="5213676" y="4944710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2" name="r1_o07140"/>
          <p:cNvSpPr/>
          <p:nvPr/>
        </p:nvSpPr>
        <p:spPr>
          <a:xfrm flipH="1" flipV="1">
            <a:off x="4170174" y="5026967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3" name="r1_o07141"/>
          <p:cNvSpPr/>
          <p:nvPr/>
        </p:nvSpPr>
        <p:spPr>
          <a:xfrm>
            <a:off x="3829908" y="4882882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4" name="r1_o07142"/>
          <p:cNvSpPr/>
          <p:nvPr/>
        </p:nvSpPr>
        <p:spPr>
          <a:xfrm flipV="1">
            <a:off x="4525575" y="4821190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5" name="r1_o07143"/>
          <p:cNvSpPr/>
          <p:nvPr/>
        </p:nvSpPr>
        <p:spPr>
          <a:xfrm flipV="1">
            <a:off x="5332772" y="5184838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6" name="r1_o07144"/>
          <p:cNvSpPr/>
          <p:nvPr/>
        </p:nvSpPr>
        <p:spPr>
          <a:xfrm flipV="1">
            <a:off x="3482074" y="4903447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7" name="r1_o07145"/>
          <p:cNvSpPr/>
          <p:nvPr/>
        </p:nvSpPr>
        <p:spPr>
          <a:xfrm>
            <a:off x="3949004" y="5129865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8" name="r1_o07146"/>
          <p:cNvSpPr/>
          <p:nvPr/>
        </p:nvSpPr>
        <p:spPr>
          <a:xfrm>
            <a:off x="3782645" y="4972062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49" name="r1_o07147"/>
          <p:cNvSpPr/>
          <p:nvPr/>
        </p:nvSpPr>
        <p:spPr>
          <a:xfrm>
            <a:off x="3996257" y="5040677"/>
            <a:ext cx="126664" cy="7547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0" name="r1_o07148"/>
          <p:cNvSpPr/>
          <p:nvPr/>
        </p:nvSpPr>
        <p:spPr>
          <a:xfrm flipV="1">
            <a:off x="4264700" y="4841754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1" name="r1_o07149"/>
          <p:cNvSpPr/>
          <p:nvPr/>
        </p:nvSpPr>
        <p:spPr>
          <a:xfrm flipH="1" flipV="1">
            <a:off x="3862045" y="5136720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2" name="r1_o07150"/>
          <p:cNvSpPr/>
          <p:nvPr/>
        </p:nvSpPr>
        <p:spPr>
          <a:xfrm>
            <a:off x="4612534" y="4821190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3" name="r1_o07151"/>
          <p:cNvSpPr/>
          <p:nvPr/>
        </p:nvSpPr>
        <p:spPr>
          <a:xfrm>
            <a:off x="5039759" y="4958420"/>
            <a:ext cx="126664" cy="7547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4" name="r1_o07152"/>
          <p:cNvSpPr/>
          <p:nvPr/>
        </p:nvSpPr>
        <p:spPr>
          <a:xfrm flipV="1">
            <a:off x="3814783" y="5219044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5" name="r1_o07153"/>
          <p:cNvSpPr/>
          <p:nvPr/>
        </p:nvSpPr>
        <p:spPr>
          <a:xfrm flipH="1" flipV="1">
            <a:off x="4383796" y="5095591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6" name="r1_o07154"/>
          <p:cNvSpPr/>
          <p:nvPr/>
        </p:nvSpPr>
        <p:spPr>
          <a:xfrm flipV="1">
            <a:off x="4003825" y="4862318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7" name="r1_o07155"/>
          <p:cNvSpPr/>
          <p:nvPr/>
        </p:nvSpPr>
        <p:spPr>
          <a:xfrm flipH="1" flipV="1">
            <a:off x="4478312" y="4917224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8" name="r1_o07156"/>
          <p:cNvSpPr/>
          <p:nvPr/>
        </p:nvSpPr>
        <p:spPr>
          <a:xfrm flipV="1">
            <a:off x="3862045" y="5129865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59" name="r1_o07157"/>
          <p:cNvSpPr/>
          <p:nvPr/>
        </p:nvSpPr>
        <p:spPr>
          <a:xfrm flipV="1">
            <a:off x="4122921" y="5109301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0" name="r1_o07158"/>
          <p:cNvSpPr/>
          <p:nvPr/>
        </p:nvSpPr>
        <p:spPr>
          <a:xfrm flipH="1" flipV="1">
            <a:off x="4858284" y="5143642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1" name="r1_o07159"/>
          <p:cNvSpPr/>
          <p:nvPr/>
        </p:nvSpPr>
        <p:spPr>
          <a:xfrm flipV="1">
            <a:off x="4431049" y="4999548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2" name="r1_o07160"/>
          <p:cNvSpPr/>
          <p:nvPr/>
        </p:nvSpPr>
        <p:spPr>
          <a:xfrm flipH="1" flipV="1">
            <a:off x="4786451" y="4807480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3" name="r1_o07161"/>
          <p:cNvSpPr/>
          <p:nvPr/>
        </p:nvSpPr>
        <p:spPr>
          <a:xfrm>
            <a:off x="4897980" y="5225966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4" name="r1_o07162"/>
          <p:cNvSpPr/>
          <p:nvPr/>
        </p:nvSpPr>
        <p:spPr>
          <a:xfrm flipV="1">
            <a:off x="4170174" y="5020112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5" name="r1_o07163"/>
          <p:cNvSpPr/>
          <p:nvPr/>
        </p:nvSpPr>
        <p:spPr>
          <a:xfrm flipH="1" flipV="1">
            <a:off x="3482074" y="4910301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6" name="r1_o07164"/>
          <p:cNvSpPr/>
          <p:nvPr/>
        </p:nvSpPr>
        <p:spPr>
          <a:xfrm>
            <a:off x="4351658" y="4841754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7" name="r1_o07165"/>
          <p:cNvSpPr/>
          <p:nvPr/>
        </p:nvSpPr>
        <p:spPr>
          <a:xfrm flipH="1" flipV="1">
            <a:off x="4644672" y="5075027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8" name="r1_o07166"/>
          <p:cNvSpPr/>
          <p:nvPr/>
        </p:nvSpPr>
        <p:spPr>
          <a:xfrm flipH="1" flipV="1">
            <a:off x="4122921" y="5116155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69" name="r1_o07167"/>
          <p:cNvSpPr/>
          <p:nvPr/>
        </p:nvSpPr>
        <p:spPr>
          <a:xfrm flipH="1" flipV="1">
            <a:off x="4336533" y="5184770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0" name="r1_o07168"/>
          <p:cNvSpPr/>
          <p:nvPr/>
        </p:nvSpPr>
        <p:spPr>
          <a:xfrm>
            <a:off x="4873409" y="4800625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1" name="r1_o07169"/>
          <p:cNvSpPr/>
          <p:nvPr/>
        </p:nvSpPr>
        <p:spPr>
          <a:xfrm>
            <a:off x="4304395" y="4930933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2" name="r1_o07170"/>
          <p:cNvSpPr/>
          <p:nvPr/>
        </p:nvSpPr>
        <p:spPr>
          <a:xfrm>
            <a:off x="4518008" y="4999548"/>
            <a:ext cx="126664" cy="7547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3" name="r1_o07171"/>
          <p:cNvSpPr/>
          <p:nvPr/>
        </p:nvSpPr>
        <p:spPr>
          <a:xfrm>
            <a:off x="4376229" y="5267095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4" name="r1_o07172"/>
          <p:cNvSpPr/>
          <p:nvPr/>
        </p:nvSpPr>
        <p:spPr>
          <a:xfrm>
            <a:off x="4162616" y="5198480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5" name="r1_o07173"/>
          <p:cNvSpPr/>
          <p:nvPr/>
        </p:nvSpPr>
        <p:spPr>
          <a:xfrm flipV="1">
            <a:off x="5024634" y="5294581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6" name="r1_o07174"/>
          <p:cNvSpPr/>
          <p:nvPr/>
        </p:nvSpPr>
        <p:spPr>
          <a:xfrm flipV="1">
            <a:off x="4739188" y="4889805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7" name="r1_o07175"/>
          <p:cNvSpPr/>
          <p:nvPr/>
        </p:nvSpPr>
        <p:spPr>
          <a:xfrm flipV="1">
            <a:off x="4644672" y="5068172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8" name="r1_o07176"/>
          <p:cNvSpPr/>
          <p:nvPr/>
        </p:nvSpPr>
        <p:spPr>
          <a:xfrm>
            <a:off x="4992505" y="5047608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79" name="r1_o07177"/>
          <p:cNvSpPr/>
          <p:nvPr/>
        </p:nvSpPr>
        <p:spPr>
          <a:xfrm flipH="1" flipV="1">
            <a:off x="4028395" y="5294514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0" name="r1_o07178"/>
          <p:cNvSpPr/>
          <p:nvPr/>
        </p:nvSpPr>
        <p:spPr>
          <a:xfrm flipV="1">
            <a:off x="4028395" y="5287659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1" name="r1_o07179"/>
          <p:cNvSpPr/>
          <p:nvPr/>
        </p:nvSpPr>
        <p:spPr>
          <a:xfrm flipV="1">
            <a:off x="3981132" y="5376838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2" name="r1_o07180"/>
          <p:cNvSpPr/>
          <p:nvPr/>
        </p:nvSpPr>
        <p:spPr>
          <a:xfrm>
            <a:off x="5206118" y="5116223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3" name="r1_o07181"/>
          <p:cNvSpPr/>
          <p:nvPr/>
        </p:nvSpPr>
        <p:spPr>
          <a:xfrm flipV="1">
            <a:off x="5119159" y="5116223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4" name="r1_o07182"/>
          <p:cNvSpPr/>
          <p:nvPr/>
        </p:nvSpPr>
        <p:spPr>
          <a:xfrm flipH="1" flipV="1">
            <a:off x="4739188" y="4896659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5" name="r1_o07183"/>
          <p:cNvSpPr/>
          <p:nvPr/>
        </p:nvSpPr>
        <p:spPr>
          <a:xfrm>
            <a:off x="4945243" y="5136787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6" name="r1_o07184"/>
          <p:cNvSpPr/>
          <p:nvPr/>
        </p:nvSpPr>
        <p:spPr>
          <a:xfrm flipV="1">
            <a:off x="4502883" y="5335710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7" name="r1_o07185"/>
          <p:cNvSpPr/>
          <p:nvPr/>
        </p:nvSpPr>
        <p:spPr>
          <a:xfrm flipV="1">
            <a:off x="4952800" y="4958420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8" name="r1_o07186"/>
          <p:cNvSpPr/>
          <p:nvPr/>
        </p:nvSpPr>
        <p:spPr>
          <a:xfrm flipH="1" flipV="1">
            <a:off x="4550146" y="5253385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89" name="r1_o07187"/>
          <p:cNvSpPr/>
          <p:nvPr/>
        </p:nvSpPr>
        <p:spPr>
          <a:xfrm flipV="1">
            <a:off x="4763758" y="5315145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0" name="r1_o07188"/>
          <p:cNvSpPr/>
          <p:nvPr/>
        </p:nvSpPr>
        <p:spPr>
          <a:xfrm flipH="1" flipV="1">
            <a:off x="4597409" y="5164206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1" name="r1_o07189"/>
          <p:cNvSpPr/>
          <p:nvPr/>
        </p:nvSpPr>
        <p:spPr>
          <a:xfrm>
            <a:off x="3854478" y="5308223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2" name="r1_o07190"/>
          <p:cNvSpPr/>
          <p:nvPr/>
        </p:nvSpPr>
        <p:spPr>
          <a:xfrm>
            <a:off x="4637104" y="5246530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3" name="r1_o07191"/>
          <p:cNvSpPr/>
          <p:nvPr/>
        </p:nvSpPr>
        <p:spPr>
          <a:xfrm flipH="1" flipV="1">
            <a:off x="4952800" y="4965274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4" name="r1_o07192"/>
          <p:cNvSpPr/>
          <p:nvPr/>
        </p:nvSpPr>
        <p:spPr>
          <a:xfrm>
            <a:off x="4778883" y="4978984"/>
            <a:ext cx="126664" cy="7547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5" name="r1_o07193"/>
          <p:cNvSpPr/>
          <p:nvPr/>
        </p:nvSpPr>
        <p:spPr>
          <a:xfrm flipH="1" flipV="1">
            <a:off x="3742949" y="4889737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6" name="r1_o07194"/>
          <p:cNvSpPr/>
          <p:nvPr/>
        </p:nvSpPr>
        <p:spPr>
          <a:xfrm flipH="1" flipV="1">
            <a:off x="5380035" y="5102513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7" name="r1_o07195"/>
          <p:cNvSpPr/>
          <p:nvPr/>
        </p:nvSpPr>
        <p:spPr>
          <a:xfrm>
            <a:off x="3569032" y="4903447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8" name="r1_o07196"/>
          <p:cNvSpPr/>
          <p:nvPr/>
        </p:nvSpPr>
        <p:spPr>
          <a:xfrm>
            <a:off x="4565271" y="4910369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199" name="r1_o07197"/>
          <p:cNvSpPr/>
          <p:nvPr/>
        </p:nvSpPr>
        <p:spPr>
          <a:xfrm>
            <a:off x="4090783" y="4862318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0" name="r1_o07198"/>
          <p:cNvSpPr/>
          <p:nvPr/>
        </p:nvSpPr>
        <p:spPr>
          <a:xfrm flipH="1" flipV="1">
            <a:off x="3956562" y="4958352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1" name="r1_o07199"/>
          <p:cNvSpPr/>
          <p:nvPr/>
        </p:nvSpPr>
        <p:spPr>
          <a:xfrm flipH="1" flipV="1">
            <a:off x="5166422" y="5033898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2" name="r1_o07200"/>
          <p:cNvSpPr/>
          <p:nvPr/>
        </p:nvSpPr>
        <p:spPr>
          <a:xfrm>
            <a:off x="4043520" y="4951497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3" name="r1_o07201"/>
          <p:cNvSpPr/>
          <p:nvPr/>
        </p:nvSpPr>
        <p:spPr>
          <a:xfrm flipV="1">
            <a:off x="4597409" y="5157351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4" name="r1_o07202"/>
          <p:cNvSpPr/>
          <p:nvPr/>
        </p:nvSpPr>
        <p:spPr>
          <a:xfrm flipV="1">
            <a:off x="4383796" y="5088736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5" name="r1_o07203"/>
          <p:cNvSpPr/>
          <p:nvPr/>
        </p:nvSpPr>
        <p:spPr>
          <a:xfrm flipV="1">
            <a:off x="3909299" y="5040677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6" name="r1_o07204"/>
          <p:cNvSpPr/>
          <p:nvPr/>
        </p:nvSpPr>
        <p:spPr>
          <a:xfrm flipH="1" flipV="1">
            <a:off x="4811021" y="5232821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7" name="r1_o07205"/>
          <p:cNvSpPr/>
          <p:nvPr/>
        </p:nvSpPr>
        <p:spPr>
          <a:xfrm flipV="1">
            <a:off x="5000063" y="4869240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8" name="r1_o07206"/>
          <p:cNvSpPr/>
          <p:nvPr/>
        </p:nvSpPr>
        <p:spPr>
          <a:xfrm flipH="1" flipV="1">
            <a:off x="4264700" y="4848609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09" name="r1_o07207"/>
          <p:cNvSpPr/>
          <p:nvPr/>
        </p:nvSpPr>
        <p:spPr>
          <a:xfrm flipH="1" flipV="1">
            <a:off x="5119159" y="5123077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0" name="r1_o07208"/>
          <p:cNvSpPr/>
          <p:nvPr/>
        </p:nvSpPr>
        <p:spPr>
          <a:xfrm flipH="1" flipV="1">
            <a:off x="3695686" y="4978916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1" name="r1_o07209"/>
          <p:cNvSpPr/>
          <p:nvPr/>
        </p:nvSpPr>
        <p:spPr>
          <a:xfrm>
            <a:off x="5158855" y="5205402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2" name="r1_o07210"/>
          <p:cNvSpPr/>
          <p:nvPr/>
        </p:nvSpPr>
        <p:spPr>
          <a:xfrm flipV="1">
            <a:off x="3648423" y="5061241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3" name="r1_o07211"/>
          <p:cNvSpPr/>
          <p:nvPr/>
        </p:nvSpPr>
        <p:spPr>
          <a:xfrm flipH="1" flipV="1">
            <a:off x="4075658" y="5205334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4" name="r1_o07212"/>
          <p:cNvSpPr/>
          <p:nvPr/>
        </p:nvSpPr>
        <p:spPr>
          <a:xfrm>
            <a:off x="3521769" y="4992626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5" name="r1_o07213"/>
          <p:cNvSpPr/>
          <p:nvPr/>
        </p:nvSpPr>
        <p:spPr>
          <a:xfrm flipV="1">
            <a:off x="4289270" y="5267095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6" name="r1_o07214"/>
          <p:cNvSpPr/>
          <p:nvPr/>
        </p:nvSpPr>
        <p:spPr>
          <a:xfrm flipH="1" flipV="1">
            <a:off x="3814783" y="5225899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7" name="r1_o07215"/>
          <p:cNvSpPr/>
          <p:nvPr/>
        </p:nvSpPr>
        <p:spPr>
          <a:xfrm flipH="1" flipV="1">
            <a:off x="3909299" y="5047531"/>
            <a:ext cx="39705" cy="8233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8" name="r1_o07216"/>
          <p:cNvSpPr/>
          <p:nvPr/>
        </p:nvSpPr>
        <p:spPr>
          <a:xfrm flipV="1">
            <a:off x="4811021" y="5225966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19" name="r1_o07217"/>
          <p:cNvSpPr/>
          <p:nvPr/>
        </p:nvSpPr>
        <p:spPr>
          <a:xfrm>
            <a:off x="3901741" y="5219044"/>
            <a:ext cx="126654" cy="75470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20" name="r1_o07218"/>
          <p:cNvSpPr/>
          <p:nvPr/>
        </p:nvSpPr>
        <p:spPr>
          <a:xfrm flipH="1" flipV="1">
            <a:off x="4217437" y="4937788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21" name="r1_o07219"/>
          <p:cNvSpPr/>
          <p:nvPr/>
        </p:nvSpPr>
        <p:spPr>
          <a:xfrm flipV="1">
            <a:off x="4075658" y="5198480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22" name="r1_o07220"/>
          <p:cNvSpPr/>
          <p:nvPr/>
        </p:nvSpPr>
        <p:spPr>
          <a:xfrm flipV="1">
            <a:off x="5166422" y="5027044"/>
            <a:ext cx="86958" cy="685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23" name="r1_o07221"/>
          <p:cNvSpPr/>
          <p:nvPr/>
        </p:nvSpPr>
        <p:spPr>
          <a:xfrm flipH="1" flipV="1">
            <a:off x="5332772" y="5191692"/>
            <a:ext cx="39696" cy="8232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224" name="r1_o07222"/>
          <p:cNvSpPr/>
          <p:nvPr/>
        </p:nvSpPr>
        <p:spPr>
          <a:xfrm>
            <a:off x="4836969" y="476418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5" name="r1_o07223"/>
          <p:cNvSpPr/>
          <p:nvPr/>
        </p:nvSpPr>
        <p:spPr>
          <a:xfrm>
            <a:off x="4847172" y="477329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6" name="r1_o07224"/>
          <p:cNvSpPr/>
          <p:nvPr/>
        </p:nvSpPr>
        <p:spPr>
          <a:xfrm>
            <a:off x="4847172" y="477329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7" name="r1_o07225"/>
          <p:cNvSpPr/>
          <p:nvPr/>
        </p:nvSpPr>
        <p:spPr>
          <a:xfrm>
            <a:off x="4882884" y="480645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8" name="r1_o07226"/>
          <p:cNvSpPr/>
          <p:nvPr/>
        </p:nvSpPr>
        <p:spPr>
          <a:xfrm>
            <a:off x="4889414" y="481228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9" name="r1_o07227"/>
          <p:cNvSpPr/>
          <p:nvPr/>
        </p:nvSpPr>
        <p:spPr>
          <a:xfrm>
            <a:off x="4889414" y="481228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0" name="r1_o07228"/>
          <p:cNvSpPr/>
          <p:nvPr/>
        </p:nvSpPr>
        <p:spPr>
          <a:xfrm>
            <a:off x="4750011" y="47710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1" name="r1_o07229"/>
          <p:cNvSpPr/>
          <p:nvPr/>
        </p:nvSpPr>
        <p:spPr>
          <a:xfrm>
            <a:off x="4760214" y="47801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2" name="r1_o07230"/>
          <p:cNvSpPr/>
          <p:nvPr/>
        </p:nvSpPr>
        <p:spPr>
          <a:xfrm>
            <a:off x="4760214" y="47801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3" name="r1_o07231"/>
          <p:cNvSpPr/>
          <p:nvPr/>
        </p:nvSpPr>
        <p:spPr>
          <a:xfrm>
            <a:off x="4795925" y="481331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4" name="r1_o07232"/>
          <p:cNvSpPr/>
          <p:nvPr/>
        </p:nvSpPr>
        <p:spPr>
          <a:xfrm>
            <a:off x="4802455" y="481914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5" name="r1_o07233"/>
          <p:cNvSpPr/>
          <p:nvPr/>
        </p:nvSpPr>
        <p:spPr>
          <a:xfrm>
            <a:off x="4802455" y="481914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6" name="r1_o07234"/>
          <p:cNvSpPr/>
          <p:nvPr/>
        </p:nvSpPr>
        <p:spPr>
          <a:xfrm>
            <a:off x="4576094" y="478475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7" name="r1_o07235"/>
          <p:cNvSpPr/>
          <p:nvPr/>
        </p:nvSpPr>
        <p:spPr>
          <a:xfrm>
            <a:off x="4586297" y="479386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8" name="r1_o07236"/>
          <p:cNvSpPr/>
          <p:nvPr/>
        </p:nvSpPr>
        <p:spPr>
          <a:xfrm>
            <a:off x="4586297" y="479386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9" name="r1_o07237"/>
          <p:cNvSpPr/>
          <p:nvPr/>
        </p:nvSpPr>
        <p:spPr>
          <a:xfrm>
            <a:off x="4622008" y="482702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0" name="r1_o07238"/>
          <p:cNvSpPr/>
          <p:nvPr/>
        </p:nvSpPr>
        <p:spPr>
          <a:xfrm>
            <a:off x="4628538" y="483285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1" name="r1_o07239"/>
          <p:cNvSpPr/>
          <p:nvPr/>
        </p:nvSpPr>
        <p:spPr>
          <a:xfrm>
            <a:off x="4628538" y="483285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2" name="r1_o07240"/>
          <p:cNvSpPr/>
          <p:nvPr/>
        </p:nvSpPr>
        <p:spPr>
          <a:xfrm>
            <a:off x="4489135" y="479160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3" name="r1_o07241"/>
          <p:cNvSpPr/>
          <p:nvPr/>
        </p:nvSpPr>
        <p:spPr>
          <a:xfrm>
            <a:off x="4499339" y="480071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4" name="r1_o07242"/>
          <p:cNvSpPr/>
          <p:nvPr/>
        </p:nvSpPr>
        <p:spPr>
          <a:xfrm>
            <a:off x="4499339" y="480071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5" name="r1_o07243"/>
          <p:cNvSpPr/>
          <p:nvPr/>
        </p:nvSpPr>
        <p:spPr>
          <a:xfrm>
            <a:off x="4535050" y="483387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6" name="r1_o07244"/>
          <p:cNvSpPr/>
          <p:nvPr/>
        </p:nvSpPr>
        <p:spPr>
          <a:xfrm>
            <a:off x="4541580" y="483970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7" name="r1_o07245"/>
          <p:cNvSpPr/>
          <p:nvPr/>
        </p:nvSpPr>
        <p:spPr>
          <a:xfrm>
            <a:off x="4541580" y="483970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8" name="r1_o07246"/>
          <p:cNvSpPr/>
          <p:nvPr/>
        </p:nvSpPr>
        <p:spPr>
          <a:xfrm>
            <a:off x="4315218" y="480531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9" name="r1_o07247"/>
          <p:cNvSpPr/>
          <p:nvPr/>
        </p:nvSpPr>
        <p:spPr>
          <a:xfrm>
            <a:off x="4325422" y="481442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0" name="r1_o07248"/>
          <p:cNvSpPr/>
          <p:nvPr/>
        </p:nvSpPr>
        <p:spPr>
          <a:xfrm>
            <a:off x="4325422" y="481442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1" name="r1_o07249"/>
          <p:cNvSpPr/>
          <p:nvPr/>
        </p:nvSpPr>
        <p:spPr>
          <a:xfrm>
            <a:off x="4361133" y="484758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2" name="r1_o07250"/>
          <p:cNvSpPr/>
          <p:nvPr/>
        </p:nvSpPr>
        <p:spPr>
          <a:xfrm>
            <a:off x="4367663" y="485341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3" name="r1_o07251"/>
          <p:cNvSpPr/>
          <p:nvPr/>
        </p:nvSpPr>
        <p:spPr>
          <a:xfrm>
            <a:off x="4367663" y="485341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4" name="r1_o07252"/>
          <p:cNvSpPr/>
          <p:nvPr/>
        </p:nvSpPr>
        <p:spPr>
          <a:xfrm>
            <a:off x="4228260" y="481216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5" name="r1_o07253"/>
          <p:cNvSpPr/>
          <p:nvPr/>
        </p:nvSpPr>
        <p:spPr>
          <a:xfrm>
            <a:off x="4238463" y="482127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6" name="r1_o07254"/>
          <p:cNvSpPr/>
          <p:nvPr/>
        </p:nvSpPr>
        <p:spPr>
          <a:xfrm>
            <a:off x="4238463" y="482127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7" name="r1_o07255"/>
          <p:cNvSpPr/>
          <p:nvPr/>
        </p:nvSpPr>
        <p:spPr>
          <a:xfrm>
            <a:off x="4274174" y="485443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8" name="r1_o07256"/>
          <p:cNvSpPr/>
          <p:nvPr/>
        </p:nvSpPr>
        <p:spPr>
          <a:xfrm>
            <a:off x="4280704" y="486027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9" name="r1_o07257"/>
          <p:cNvSpPr/>
          <p:nvPr/>
        </p:nvSpPr>
        <p:spPr>
          <a:xfrm>
            <a:off x="4280704" y="486027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0" name="r1_o07258"/>
          <p:cNvSpPr/>
          <p:nvPr/>
        </p:nvSpPr>
        <p:spPr>
          <a:xfrm>
            <a:off x="4054343" y="482587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1" name="r1_o07259"/>
          <p:cNvSpPr/>
          <p:nvPr/>
        </p:nvSpPr>
        <p:spPr>
          <a:xfrm>
            <a:off x="4064546" y="483498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2" name="r1_o07260"/>
          <p:cNvSpPr/>
          <p:nvPr/>
        </p:nvSpPr>
        <p:spPr>
          <a:xfrm>
            <a:off x="4064546" y="483498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3" name="r1_o07261"/>
          <p:cNvSpPr/>
          <p:nvPr/>
        </p:nvSpPr>
        <p:spPr>
          <a:xfrm>
            <a:off x="4100257" y="486814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4" name="r1_o07262"/>
          <p:cNvSpPr/>
          <p:nvPr/>
        </p:nvSpPr>
        <p:spPr>
          <a:xfrm>
            <a:off x="4106787" y="487397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5" name="r1_o07263"/>
          <p:cNvSpPr/>
          <p:nvPr/>
        </p:nvSpPr>
        <p:spPr>
          <a:xfrm>
            <a:off x="4106787" y="487397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6" name="r1_o07264"/>
          <p:cNvSpPr/>
          <p:nvPr/>
        </p:nvSpPr>
        <p:spPr>
          <a:xfrm>
            <a:off x="3967385" y="483273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7" name="r1_o07265"/>
          <p:cNvSpPr/>
          <p:nvPr/>
        </p:nvSpPr>
        <p:spPr>
          <a:xfrm>
            <a:off x="3977588" y="484184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8" name="r1_o07266"/>
          <p:cNvSpPr/>
          <p:nvPr/>
        </p:nvSpPr>
        <p:spPr>
          <a:xfrm>
            <a:off x="3977588" y="484184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9" name="r1_o07267"/>
          <p:cNvSpPr/>
          <p:nvPr/>
        </p:nvSpPr>
        <p:spPr>
          <a:xfrm>
            <a:off x="4013299" y="487500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0" name="r1_o07268"/>
          <p:cNvSpPr/>
          <p:nvPr/>
        </p:nvSpPr>
        <p:spPr>
          <a:xfrm>
            <a:off x="4019829" y="488083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1" name="r1_o07269"/>
          <p:cNvSpPr/>
          <p:nvPr/>
        </p:nvSpPr>
        <p:spPr>
          <a:xfrm>
            <a:off x="4019829" y="488083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2" name="r1_o07270"/>
          <p:cNvSpPr/>
          <p:nvPr/>
        </p:nvSpPr>
        <p:spPr>
          <a:xfrm>
            <a:off x="5050582" y="483280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3" name="r1_o07271"/>
          <p:cNvSpPr/>
          <p:nvPr/>
        </p:nvSpPr>
        <p:spPr>
          <a:xfrm>
            <a:off x="5060785" y="484191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4" name="r1_o07272"/>
          <p:cNvSpPr/>
          <p:nvPr/>
        </p:nvSpPr>
        <p:spPr>
          <a:xfrm>
            <a:off x="5060785" y="484191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5" name="r1_o07273"/>
          <p:cNvSpPr/>
          <p:nvPr/>
        </p:nvSpPr>
        <p:spPr>
          <a:xfrm>
            <a:off x="5096496" y="487507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6" name="r1_o07274"/>
          <p:cNvSpPr/>
          <p:nvPr/>
        </p:nvSpPr>
        <p:spPr>
          <a:xfrm>
            <a:off x="5103026" y="488090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7" name="r1_o07275"/>
          <p:cNvSpPr/>
          <p:nvPr/>
        </p:nvSpPr>
        <p:spPr>
          <a:xfrm>
            <a:off x="5103026" y="488090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8" name="r1_o07276"/>
          <p:cNvSpPr/>
          <p:nvPr/>
        </p:nvSpPr>
        <p:spPr>
          <a:xfrm>
            <a:off x="4963623" y="483965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9" name="r1_o07277"/>
          <p:cNvSpPr/>
          <p:nvPr/>
        </p:nvSpPr>
        <p:spPr>
          <a:xfrm>
            <a:off x="4973826" y="484876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0" name="r1_o07278"/>
          <p:cNvSpPr/>
          <p:nvPr/>
        </p:nvSpPr>
        <p:spPr>
          <a:xfrm>
            <a:off x="4973826" y="484876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1" name="r1_o07279"/>
          <p:cNvSpPr/>
          <p:nvPr/>
        </p:nvSpPr>
        <p:spPr>
          <a:xfrm>
            <a:off x="3793468" y="484644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2" name="r1_o07280"/>
          <p:cNvSpPr/>
          <p:nvPr/>
        </p:nvSpPr>
        <p:spPr>
          <a:xfrm>
            <a:off x="3803671" y="485555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3" name="r1_o07281"/>
          <p:cNvSpPr/>
          <p:nvPr/>
        </p:nvSpPr>
        <p:spPr>
          <a:xfrm>
            <a:off x="3803671" y="485555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4" name="r1_o07282"/>
          <p:cNvSpPr/>
          <p:nvPr/>
        </p:nvSpPr>
        <p:spPr>
          <a:xfrm>
            <a:off x="3839382" y="488871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5" name="r1_o07283"/>
          <p:cNvSpPr/>
          <p:nvPr/>
        </p:nvSpPr>
        <p:spPr>
          <a:xfrm>
            <a:off x="3845912" y="489454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6" name="r1_o07284"/>
          <p:cNvSpPr/>
          <p:nvPr/>
        </p:nvSpPr>
        <p:spPr>
          <a:xfrm>
            <a:off x="3845912" y="489454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7" name="r1_o07285"/>
          <p:cNvSpPr/>
          <p:nvPr/>
        </p:nvSpPr>
        <p:spPr>
          <a:xfrm>
            <a:off x="3706509" y="485329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8" name="r1_o07286"/>
          <p:cNvSpPr/>
          <p:nvPr/>
        </p:nvSpPr>
        <p:spPr>
          <a:xfrm>
            <a:off x="3716712" y="486240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9" name="r1_o07287"/>
          <p:cNvSpPr/>
          <p:nvPr/>
        </p:nvSpPr>
        <p:spPr>
          <a:xfrm>
            <a:off x="3716712" y="486240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0" name="r1_o07288"/>
          <p:cNvSpPr/>
          <p:nvPr/>
        </p:nvSpPr>
        <p:spPr>
          <a:xfrm>
            <a:off x="3752424" y="489556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1" name="r1_o07289"/>
          <p:cNvSpPr/>
          <p:nvPr/>
        </p:nvSpPr>
        <p:spPr>
          <a:xfrm>
            <a:off x="3758954" y="490139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2" name="r1_o07290"/>
          <p:cNvSpPr/>
          <p:nvPr/>
        </p:nvSpPr>
        <p:spPr>
          <a:xfrm>
            <a:off x="3758954" y="490139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3" name="r1_o07291"/>
          <p:cNvSpPr/>
          <p:nvPr/>
        </p:nvSpPr>
        <p:spPr>
          <a:xfrm>
            <a:off x="4789706" y="485336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4" name="r1_o07292"/>
          <p:cNvSpPr/>
          <p:nvPr/>
        </p:nvSpPr>
        <p:spPr>
          <a:xfrm>
            <a:off x="4799909" y="486247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5" name="r1_o07293"/>
          <p:cNvSpPr/>
          <p:nvPr/>
        </p:nvSpPr>
        <p:spPr>
          <a:xfrm>
            <a:off x="4799909" y="486247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6" name="r1_o07294"/>
          <p:cNvSpPr/>
          <p:nvPr/>
        </p:nvSpPr>
        <p:spPr>
          <a:xfrm>
            <a:off x="4702748" y="486021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7" name="r1_o07295"/>
          <p:cNvSpPr/>
          <p:nvPr/>
        </p:nvSpPr>
        <p:spPr>
          <a:xfrm>
            <a:off x="4712951" y="486932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8" name="r1_o07296"/>
          <p:cNvSpPr/>
          <p:nvPr/>
        </p:nvSpPr>
        <p:spPr>
          <a:xfrm>
            <a:off x="4712951" y="486932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9" name="r1_o07297"/>
          <p:cNvSpPr/>
          <p:nvPr/>
        </p:nvSpPr>
        <p:spPr>
          <a:xfrm>
            <a:off x="3532592" y="486700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0" name="r1_o07298"/>
          <p:cNvSpPr/>
          <p:nvPr/>
        </p:nvSpPr>
        <p:spPr>
          <a:xfrm>
            <a:off x="3542795" y="487611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1" name="r1_o07299"/>
          <p:cNvSpPr/>
          <p:nvPr/>
        </p:nvSpPr>
        <p:spPr>
          <a:xfrm>
            <a:off x="3542795" y="487611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2" name="r1_o07300"/>
          <p:cNvSpPr/>
          <p:nvPr/>
        </p:nvSpPr>
        <p:spPr>
          <a:xfrm>
            <a:off x="3578507" y="490927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3" name="r1_o07301"/>
          <p:cNvSpPr/>
          <p:nvPr/>
        </p:nvSpPr>
        <p:spPr>
          <a:xfrm>
            <a:off x="3585037" y="491510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4" name="r1_o07302"/>
          <p:cNvSpPr/>
          <p:nvPr/>
        </p:nvSpPr>
        <p:spPr>
          <a:xfrm>
            <a:off x="3585037" y="491510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5" name="r1_o07303"/>
          <p:cNvSpPr/>
          <p:nvPr/>
        </p:nvSpPr>
        <p:spPr>
          <a:xfrm>
            <a:off x="3445634" y="487386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6" name="r1_o07304"/>
          <p:cNvSpPr/>
          <p:nvPr/>
        </p:nvSpPr>
        <p:spPr>
          <a:xfrm>
            <a:off x="3455837" y="488297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7" name="r1_o07305"/>
          <p:cNvSpPr/>
          <p:nvPr/>
        </p:nvSpPr>
        <p:spPr>
          <a:xfrm>
            <a:off x="3455837" y="488297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8" name="r1_o07306"/>
          <p:cNvSpPr/>
          <p:nvPr/>
        </p:nvSpPr>
        <p:spPr>
          <a:xfrm>
            <a:off x="3491548" y="491613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9" name="r1_o07307"/>
          <p:cNvSpPr/>
          <p:nvPr/>
        </p:nvSpPr>
        <p:spPr>
          <a:xfrm>
            <a:off x="3498078" y="492196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0" name="r1_o07308"/>
          <p:cNvSpPr/>
          <p:nvPr/>
        </p:nvSpPr>
        <p:spPr>
          <a:xfrm>
            <a:off x="3498078" y="492196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1" name="r1_o07309"/>
          <p:cNvSpPr/>
          <p:nvPr/>
        </p:nvSpPr>
        <p:spPr>
          <a:xfrm>
            <a:off x="4528831" y="487392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2" name="r1_o07310"/>
          <p:cNvSpPr/>
          <p:nvPr/>
        </p:nvSpPr>
        <p:spPr>
          <a:xfrm>
            <a:off x="4539034" y="488303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3" name="r1_o07311"/>
          <p:cNvSpPr/>
          <p:nvPr/>
        </p:nvSpPr>
        <p:spPr>
          <a:xfrm>
            <a:off x="4539034" y="488303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4" name="r1_o07312"/>
          <p:cNvSpPr/>
          <p:nvPr/>
        </p:nvSpPr>
        <p:spPr>
          <a:xfrm>
            <a:off x="4441872" y="488078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5" name="r1_o07313"/>
          <p:cNvSpPr/>
          <p:nvPr/>
        </p:nvSpPr>
        <p:spPr>
          <a:xfrm>
            <a:off x="4452076" y="488989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6" name="r1_o07314"/>
          <p:cNvSpPr/>
          <p:nvPr/>
        </p:nvSpPr>
        <p:spPr>
          <a:xfrm>
            <a:off x="4452076" y="488989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7" name="r1_o07315"/>
          <p:cNvSpPr/>
          <p:nvPr/>
        </p:nvSpPr>
        <p:spPr>
          <a:xfrm>
            <a:off x="4267955" y="489449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8" name="r1_o07316"/>
          <p:cNvSpPr/>
          <p:nvPr/>
        </p:nvSpPr>
        <p:spPr>
          <a:xfrm>
            <a:off x="4278159" y="490360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9" name="r1_o07317"/>
          <p:cNvSpPr/>
          <p:nvPr/>
        </p:nvSpPr>
        <p:spPr>
          <a:xfrm>
            <a:off x="4278159" y="490360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0" name="r1_o07318"/>
          <p:cNvSpPr/>
          <p:nvPr/>
        </p:nvSpPr>
        <p:spPr>
          <a:xfrm>
            <a:off x="4180997" y="490134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1" name="r1_o07319"/>
          <p:cNvSpPr/>
          <p:nvPr/>
        </p:nvSpPr>
        <p:spPr>
          <a:xfrm>
            <a:off x="4191200" y="491045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2" name="r1_o07320"/>
          <p:cNvSpPr/>
          <p:nvPr/>
        </p:nvSpPr>
        <p:spPr>
          <a:xfrm>
            <a:off x="4191200" y="491045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3" name="r1_o07321"/>
          <p:cNvSpPr/>
          <p:nvPr/>
        </p:nvSpPr>
        <p:spPr>
          <a:xfrm>
            <a:off x="5177236" y="490827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4" name="r1_o07322"/>
          <p:cNvSpPr/>
          <p:nvPr/>
        </p:nvSpPr>
        <p:spPr>
          <a:xfrm>
            <a:off x="5187439" y="491738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5" name="r1_o07323"/>
          <p:cNvSpPr/>
          <p:nvPr/>
        </p:nvSpPr>
        <p:spPr>
          <a:xfrm>
            <a:off x="5187439" y="491738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6" name="r1_o07324"/>
          <p:cNvSpPr/>
          <p:nvPr/>
        </p:nvSpPr>
        <p:spPr>
          <a:xfrm>
            <a:off x="5223150" y="495054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7" name="r1_o07325"/>
          <p:cNvSpPr/>
          <p:nvPr/>
        </p:nvSpPr>
        <p:spPr>
          <a:xfrm>
            <a:off x="5229680" y="495637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8" name="r1_o07326"/>
          <p:cNvSpPr/>
          <p:nvPr/>
        </p:nvSpPr>
        <p:spPr>
          <a:xfrm>
            <a:off x="5229680" y="495637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9" name="r1_o07327"/>
          <p:cNvSpPr/>
          <p:nvPr/>
        </p:nvSpPr>
        <p:spPr>
          <a:xfrm>
            <a:off x="4007080" y="491505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0" name="r1_o07328"/>
          <p:cNvSpPr/>
          <p:nvPr/>
        </p:nvSpPr>
        <p:spPr>
          <a:xfrm>
            <a:off x="4017283" y="492416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1" name="r1_o07329"/>
          <p:cNvSpPr/>
          <p:nvPr/>
        </p:nvSpPr>
        <p:spPr>
          <a:xfrm>
            <a:off x="4017283" y="492416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2" name="r1_o07330"/>
          <p:cNvSpPr/>
          <p:nvPr/>
        </p:nvSpPr>
        <p:spPr>
          <a:xfrm>
            <a:off x="3920122" y="492191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3" name="r1_o07331"/>
          <p:cNvSpPr/>
          <p:nvPr/>
        </p:nvSpPr>
        <p:spPr>
          <a:xfrm>
            <a:off x="3930325" y="493102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4" name="r1_o07332"/>
          <p:cNvSpPr/>
          <p:nvPr/>
        </p:nvSpPr>
        <p:spPr>
          <a:xfrm>
            <a:off x="3930325" y="493102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5" name="r1_o07333"/>
          <p:cNvSpPr/>
          <p:nvPr/>
        </p:nvSpPr>
        <p:spPr>
          <a:xfrm>
            <a:off x="5003319" y="492198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6" name="r1_o07334"/>
          <p:cNvSpPr/>
          <p:nvPr/>
        </p:nvSpPr>
        <p:spPr>
          <a:xfrm>
            <a:off x="5013522" y="493109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7" name="r1_o07335"/>
          <p:cNvSpPr/>
          <p:nvPr/>
        </p:nvSpPr>
        <p:spPr>
          <a:xfrm>
            <a:off x="5013522" y="493109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8" name="r1_o07336"/>
          <p:cNvSpPr/>
          <p:nvPr/>
        </p:nvSpPr>
        <p:spPr>
          <a:xfrm>
            <a:off x="4916360" y="492883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9" name="r1_o07337"/>
          <p:cNvSpPr/>
          <p:nvPr/>
        </p:nvSpPr>
        <p:spPr>
          <a:xfrm>
            <a:off x="4926563" y="493794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0" name="r1_o07338"/>
          <p:cNvSpPr/>
          <p:nvPr/>
        </p:nvSpPr>
        <p:spPr>
          <a:xfrm>
            <a:off x="4926563" y="493794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1" name="r1_o07339"/>
          <p:cNvSpPr/>
          <p:nvPr/>
        </p:nvSpPr>
        <p:spPr>
          <a:xfrm>
            <a:off x="3746205" y="493562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2" name="r1_o07340"/>
          <p:cNvSpPr/>
          <p:nvPr/>
        </p:nvSpPr>
        <p:spPr>
          <a:xfrm>
            <a:off x="3756408" y="494473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3" name="r1_o07341"/>
          <p:cNvSpPr/>
          <p:nvPr/>
        </p:nvSpPr>
        <p:spPr>
          <a:xfrm>
            <a:off x="3756408" y="494473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4" name="r1_o07342"/>
          <p:cNvSpPr/>
          <p:nvPr/>
        </p:nvSpPr>
        <p:spPr>
          <a:xfrm>
            <a:off x="3659246" y="494247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5" name="r1_o07343"/>
          <p:cNvSpPr/>
          <p:nvPr/>
        </p:nvSpPr>
        <p:spPr>
          <a:xfrm>
            <a:off x="3669449" y="495158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6" name="r1_o07344"/>
          <p:cNvSpPr/>
          <p:nvPr/>
        </p:nvSpPr>
        <p:spPr>
          <a:xfrm>
            <a:off x="3669449" y="495158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7" name="r1_o07345"/>
          <p:cNvSpPr/>
          <p:nvPr/>
        </p:nvSpPr>
        <p:spPr>
          <a:xfrm>
            <a:off x="4742443" y="49425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8" name="r1_o07346"/>
          <p:cNvSpPr/>
          <p:nvPr/>
        </p:nvSpPr>
        <p:spPr>
          <a:xfrm>
            <a:off x="4752647" y="49516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9" name="r1_o07347"/>
          <p:cNvSpPr/>
          <p:nvPr/>
        </p:nvSpPr>
        <p:spPr>
          <a:xfrm>
            <a:off x="4752647" y="49516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0" name="r1_o07348"/>
          <p:cNvSpPr/>
          <p:nvPr/>
        </p:nvSpPr>
        <p:spPr>
          <a:xfrm>
            <a:off x="4655485" y="494939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1" name="r1_o07349"/>
          <p:cNvSpPr/>
          <p:nvPr/>
        </p:nvSpPr>
        <p:spPr>
          <a:xfrm>
            <a:off x="4665688" y="495850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2" name="r1_o07350"/>
          <p:cNvSpPr/>
          <p:nvPr/>
        </p:nvSpPr>
        <p:spPr>
          <a:xfrm>
            <a:off x="4665688" y="495850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3" name="r1_o07351"/>
          <p:cNvSpPr/>
          <p:nvPr/>
        </p:nvSpPr>
        <p:spPr>
          <a:xfrm>
            <a:off x="3485329" y="495618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4" name="r1_o07352"/>
          <p:cNvSpPr/>
          <p:nvPr/>
        </p:nvSpPr>
        <p:spPr>
          <a:xfrm>
            <a:off x="3495533" y="496529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5" name="r1_o07353"/>
          <p:cNvSpPr/>
          <p:nvPr/>
        </p:nvSpPr>
        <p:spPr>
          <a:xfrm>
            <a:off x="3495533" y="496529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6" name="r1_o07354"/>
          <p:cNvSpPr/>
          <p:nvPr/>
        </p:nvSpPr>
        <p:spPr>
          <a:xfrm>
            <a:off x="3531244" y="499845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7" name="r1_o07355"/>
          <p:cNvSpPr/>
          <p:nvPr/>
        </p:nvSpPr>
        <p:spPr>
          <a:xfrm>
            <a:off x="3537774" y="500428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8" name="r1_o07356"/>
          <p:cNvSpPr/>
          <p:nvPr/>
        </p:nvSpPr>
        <p:spPr>
          <a:xfrm>
            <a:off x="3537774" y="500428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9" name="r1_o07357"/>
          <p:cNvSpPr/>
          <p:nvPr/>
        </p:nvSpPr>
        <p:spPr>
          <a:xfrm>
            <a:off x="4481568" y="496310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0" name="r1_o07358"/>
          <p:cNvSpPr/>
          <p:nvPr/>
        </p:nvSpPr>
        <p:spPr>
          <a:xfrm>
            <a:off x="4491771" y="497221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1" name="r1_o07359"/>
          <p:cNvSpPr/>
          <p:nvPr/>
        </p:nvSpPr>
        <p:spPr>
          <a:xfrm>
            <a:off x="4491771" y="497221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2" name="r1_o07360"/>
          <p:cNvSpPr/>
          <p:nvPr/>
        </p:nvSpPr>
        <p:spPr>
          <a:xfrm>
            <a:off x="4394610" y="496996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3" name="r1_o07361"/>
          <p:cNvSpPr/>
          <p:nvPr/>
        </p:nvSpPr>
        <p:spPr>
          <a:xfrm>
            <a:off x="4404813" y="497907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4" name="r1_o07362"/>
          <p:cNvSpPr/>
          <p:nvPr/>
        </p:nvSpPr>
        <p:spPr>
          <a:xfrm>
            <a:off x="4404813" y="497907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5" name="r1_o07363"/>
          <p:cNvSpPr/>
          <p:nvPr/>
        </p:nvSpPr>
        <p:spPr>
          <a:xfrm>
            <a:off x="4220693" y="498367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6" name="r1_o07364"/>
          <p:cNvSpPr/>
          <p:nvPr/>
        </p:nvSpPr>
        <p:spPr>
          <a:xfrm>
            <a:off x="4230896" y="499278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7" name="r1_o07365"/>
          <p:cNvSpPr/>
          <p:nvPr/>
        </p:nvSpPr>
        <p:spPr>
          <a:xfrm>
            <a:off x="4230896" y="499278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8" name="r1_o07366"/>
          <p:cNvSpPr/>
          <p:nvPr/>
        </p:nvSpPr>
        <p:spPr>
          <a:xfrm>
            <a:off x="4133734" y="499052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9" name="r1_o07367"/>
          <p:cNvSpPr/>
          <p:nvPr/>
        </p:nvSpPr>
        <p:spPr>
          <a:xfrm>
            <a:off x="4143937" y="499963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0" name="r1_o07368"/>
          <p:cNvSpPr/>
          <p:nvPr/>
        </p:nvSpPr>
        <p:spPr>
          <a:xfrm>
            <a:off x="4143937" y="499963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1" name="r1_o07369"/>
          <p:cNvSpPr/>
          <p:nvPr/>
        </p:nvSpPr>
        <p:spPr>
          <a:xfrm>
            <a:off x="5216941" y="499060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2" name="r1_o07370"/>
          <p:cNvSpPr/>
          <p:nvPr/>
        </p:nvSpPr>
        <p:spPr>
          <a:xfrm>
            <a:off x="5227144" y="499971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3" name="r1_o07371"/>
          <p:cNvSpPr/>
          <p:nvPr/>
        </p:nvSpPr>
        <p:spPr>
          <a:xfrm>
            <a:off x="5227144" y="499971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4" name="r1_o07372"/>
          <p:cNvSpPr/>
          <p:nvPr/>
        </p:nvSpPr>
        <p:spPr>
          <a:xfrm>
            <a:off x="5129982" y="499745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5" name="r1_o07373"/>
          <p:cNvSpPr/>
          <p:nvPr/>
        </p:nvSpPr>
        <p:spPr>
          <a:xfrm>
            <a:off x="5140186" y="500656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6" name="r1_o07374"/>
          <p:cNvSpPr/>
          <p:nvPr/>
        </p:nvSpPr>
        <p:spPr>
          <a:xfrm>
            <a:off x="5140186" y="500656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7" name="r1_o07375"/>
          <p:cNvSpPr/>
          <p:nvPr/>
        </p:nvSpPr>
        <p:spPr>
          <a:xfrm>
            <a:off x="3959817" y="500423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8" name="r1_o07376"/>
          <p:cNvSpPr/>
          <p:nvPr/>
        </p:nvSpPr>
        <p:spPr>
          <a:xfrm>
            <a:off x="3970020" y="501334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9" name="r1_o07377"/>
          <p:cNvSpPr/>
          <p:nvPr/>
        </p:nvSpPr>
        <p:spPr>
          <a:xfrm>
            <a:off x="3970020" y="501334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0" name="r1_o07378"/>
          <p:cNvSpPr/>
          <p:nvPr/>
        </p:nvSpPr>
        <p:spPr>
          <a:xfrm>
            <a:off x="3872859" y="501109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1" name="r1_o07379"/>
          <p:cNvSpPr/>
          <p:nvPr/>
        </p:nvSpPr>
        <p:spPr>
          <a:xfrm>
            <a:off x="3883062" y="502020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2" name="r1_o07380"/>
          <p:cNvSpPr/>
          <p:nvPr/>
        </p:nvSpPr>
        <p:spPr>
          <a:xfrm>
            <a:off x="3883062" y="502020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3" name="r1_o07381"/>
          <p:cNvSpPr/>
          <p:nvPr/>
        </p:nvSpPr>
        <p:spPr>
          <a:xfrm>
            <a:off x="4956065" y="501116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4" name="r1_o07382"/>
          <p:cNvSpPr/>
          <p:nvPr/>
        </p:nvSpPr>
        <p:spPr>
          <a:xfrm>
            <a:off x="4966269" y="502027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5" name="r1_o07383"/>
          <p:cNvSpPr/>
          <p:nvPr/>
        </p:nvSpPr>
        <p:spPr>
          <a:xfrm>
            <a:off x="4966269" y="502027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6" name="r1_o07384"/>
          <p:cNvSpPr/>
          <p:nvPr/>
        </p:nvSpPr>
        <p:spPr>
          <a:xfrm>
            <a:off x="4869107" y="501802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7" name="r1_o07385"/>
          <p:cNvSpPr/>
          <p:nvPr/>
        </p:nvSpPr>
        <p:spPr>
          <a:xfrm>
            <a:off x="4879310" y="502713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8" name="r1_o07386"/>
          <p:cNvSpPr/>
          <p:nvPr/>
        </p:nvSpPr>
        <p:spPr>
          <a:xfrm>
            <a:off x="4879310" y="502713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9" name="r1_o07387"/>
          <p:cNvSpPr/>
          <p:nvPr/>
        </p:nvSpPr>
        <p:spPr>
          <a:xfrm>
            <a:off x="3698942" y="502480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0" name="r1_o07388"/>
          <p:cNvSpPr/>
          <p:nvPr/>
        </p:nvSpPr>
        <p:spPr>
          <a:xfrm>
            <a:off x="3709145" y="503391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1" name="r1_o07389"/>
          <p:cNvSpPr/>
          <p:nvPr/>
        </p:nvSpPr>
        <p:spPr>
          <a:xfrm>
            <a:off x="3709145" y="503391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2" name="r1_o07390"/>
          <p:cNvSpPr/>
          <p:nvPr/>
        </p:nvSpPr>
        <p:spPr>
          <a:xfrm>
            <a:off x="3611983" y="503165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3" name="r1_o07391"/>
          <p:cNvSpPr/>
          <p:nvPr/>
        </p:nvSpPr>
        <p:spPr>
          <a:xfrm>
            <a:off x="3622187" y="504076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4" name="r1_o07392"/>
          <p:cNvSpPr/>
          <p:nvPr/>
        </p:nvSpPr>
        <p:spPr>
          <a:xfrm>
            <a:off x="3622187" y="504076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5" name="r1_o07393"/>
          <p:cNvSpPr/>
          <p:nvPr/>
        </p:nvSpPr>
        <p:spPr>
          <a:xfrm>
            <a:off x="4695190" y="503173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6" name="r1_o07394"/>
          <p:cNvSpPr/>
          <p:nvPr/>
        </p:nvSpPr>
        <p:spPr>
          <a:xfrm>
            <a:off x="4705393" y="504084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7" name="r1_o07395"/>
          <p:cNvSpPr/>
          <p:nvPr/>
        </p:nvSpPr>
        <p:spPr>
          <a:xfrm>
            <a:off x="4705393" y="504084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8" name="r1_o07396"/>
          <p:cNvSpPr/>
          <p:nvPr/>
        </p:nvSpPr>
        <p:spPr>
          <a:xfrm>
            <a:off x="4608232" y="503858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9" name="r1_o07397"/>
          <p:cNvSpPr/>
          <p:nvPr/>
        </p:nvSpPr>
        <p:spPr>
          <a:xfrm>
            <a:off x="4618435" y="504769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0" name="r1_o07398"/>
          <p:cNvSpPr/>
          <p:nvPr/>
        </p:nvSpPr>
        <p:spPr>
          <a:xfrm>
            <a:off x="4618435" y="504769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1" name="r1_o07399"/>
          <p:cNvSpPr/>
          <p:nvPr/>
        </p:nvSpPr>
        <p:spPr>
          <a:xfrm>
            <a:off x="4434315" y="505229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2" name="r1_o07400"/>
          <p:cNvSpPr/>
          <p:nvPr/>
        </p:nvSpPr>
        <p:spPr>
          <a:xfrm>
            <a:off x="4444518" y="506140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3" name="r1_o07401"/>
          <p:cNvSpPr/>
          <p:nvPr/>
        </p:nvSpPr>
        <p:spPr>
          <a:xfrm>
            <a:off x="4444518" y="506140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4" name="r1_o07402"/>
          <p:cNvSpPr/>
          <p:nvPr/>
        </p:nvSpPr>
        <p:spPr>
          <a:xfrm>
            <a:off x="4347356" y="505915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5" name="r1_o07403"/>
          <p:cNvSpPr/>
          <p:nvPr/>
        </p:nvSpPr>
        <p:spPr>
          <a:xfrm>
            <a:off x="4357559" y="506826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6" name="r1_o07404"/>
          <p:cNvSpPr/>
          <p:nvPr/>
        </p:nvSpPr>
        <p:spPr>
          <a:xfrm>
            <a:off x="4357559" y="506826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7" name="r1_o07405"/>
          <p:cNvSpPr/>
          <p:nvPr/>
        </p:nvSpPr>
        <p:spPr>
          <a:xfrm>
            <a:off x="5343595" y="506607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8" name="r1_o07406"/>
          <p:cNvSpPr/>
          <p:nvPr/>
        </p:nvSpPr>
        <p:spPr>
          <a:xfrm>
            <a:off x="5353798" y="507518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9" name="r1_o07407"/>
          <p:cNvSpPr/>
          <p:nvPr/>
        </p:nvSpPr>
        <p:spPr>
          <a:xfrm>
            <a:off x="5353798" y="507518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0" name="r1_o07408"/>
          <p:cNvSpPr/>
          <p:nvPr/>
        </p:nvSpPr>
        <p:spPr>
          <a:xfrm>
            <a:off x="5389509" y="510834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1" name="r1_o07409"/>
          <p:cNvSpPr/>
          <p:nvPr/>
        </p:nvSpPr>
        <p:spPr>
          <a:xfrm>
            <a:off x="5396039" y="511417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2" name="r1_o07410"/>
          <p:cNvSpPr/>
          <p:nvPr/>
        </p:nvSpPr>
        <p:spPr>
          <a:xfrm>
            <a:off x="5396039" y="511417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3" name="r1_o07411"/>
          <p:cNvSpPr/>
          <p:nvPr/>
        </p:nvSpPr>
        <p:spPr>
          <a:xfrm>
            <a:off x="4173439" y="507286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4" name="r1_o07412"/>
          <p:cNvSpPr/>
          <p:nvPr/>
        </p:nvSpPr>
        <p:spPr>
          <a:xfrm>
            <a:off x="4183643" y="508197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5" name="r1_o07413"/>
          <p:cNvSpPr/>
          <p:nvPr/>
        </p:nvSpPr>
        <p:spPr>
          <a:xfrm>
            <a:off x="4183643" y="508197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6" name="r1_o07414"/>
          <p:cNvSpPr/>
          <p:nvPr/>
        </p:nvSpPr>
        <p:spPr>
          <a:xfrm>
            <a:off x="4086481" y="507971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7" name="r1_o07415"/>
          <p:cNvSpPr/>
          <p:nvPr/>
        </p:nvSpPr>
        <p:spPr>
          <a:xfrm>
            <a:off x="4096684" y="508882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8" name="r1_o07416"/>
          <p:cNvSpPr/>
          <p:nvPr/>
        </p:nvSpPr>
        <p:spPr>
          <a:xfrm>
            <a:off x="4096684" y="508882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9" name="r1_o07417"/>
          <p:cNvSpPr/>
          <p:nvPr/>
        </p:nvSpPr>
        <p:spPr>
          <a:xfrm>
            <a:off x="5169678" y="507978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0" name="r1_o07418"/>
          <p:cNvSpPr/>
          <p:nvPr/>
        </p:nvSpPr>
        <p:spPr>
          <a:xfrm>
            <a:off x="5179881" y="508889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1" name="r1_o07419"/>
          <p:cNvSpPr/>
          <p:nvPr/>
        </p:nvSpPr>
        <p:spPr>
          <a:xfrm>
            <a:off x="5179881" y="508889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2" name="r1_o07420"/>
          <p:cNvSpPr/>
          <p:nvPr/>
        </p:nvSpPr>
        <p:spPr>
          <a:xfrm>
            <a:off x="5082719" y="508663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3" name="r1_o07421"/>
          <p:cNvSpPr/>
          <p:nvPr/>
        </p:nvSpPr>
        <p:spPr>
          <a:xfrm>
            <a:off x="5092923" y="509574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4" name="r1_o07422"/>
          <p:cNvSpPr/>
          <p:nvPr/>
        </p:nvSpPr>
        <p:spPr>
          <a:xfrm>
            <a:off x="5092923" y="509574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5" name="r1_o07423"/>
          <p:cNvSpPr/>
          <p:nvPr/>
        </p:nvSpPr>
        <p:spPr>
          <a:xfrm>
            <a:off x="3912564" y="509342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6" name="r1_o07424"/>
          <p:cNvSpPr/>
          <p:nvPr/>
        </p:nvSpPr>
        <p:spPr>
          <a:xfrm>
            <a:off x="3922767" y="510253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7" name="r1_o07425"/>
          <p:cNvSpPr/>
          <p:nvPr/>
        </p:nvSpPr>
        <p:spPr>
          <a:xfrm>
            <a:off x="3922767" y="510253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8" name="r1_o07426"/>
          <p:cNvSpPr/>
          <p:nvPr/>
        </p:nvSpPr>
        <p:spPr>
          <a:xfrm>
            <a:off x="3825605" y="510028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9" name="r1_o07427"/>
          <p:cNvSpPr/>
          <p:nvPr/>
        </p:nvSpPr>
        <p:spPr>
          <a:xfrm>
            <a:off x="3835809" y="510939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0" name="r1_o07428"/>
          <p:cNvSpPr/>
          <p:nvPr/>
        </p:nvSpPr>
        <p:spPr>
          <a:xfrm>
            <a:off x="3835809" y="510939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1" name="r1_o07429"/>
          <p:cNvSpPr/>
          <p:nvPr/>
        </p:nvSpPr>
        <p:spPr>
          <a:xfrm>
            <a:off x="4908803" y="510034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2" name="r1_o07430"/>
          <p:cNvSpPr/>
          <p:nvPr/>
        </p:nvSpPr>
        <p:spPr>
          <a:xfrm>
            <a:off x="4919006" y="510945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3" name="r1_o07431"/>
          <p:cNvSpPr/>
          <p:nvPr/>
        </p:nvSpPr>
        <p:spPr>
          <a:xfrm>
            <a:off x="4919006" y="510945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4" name="r1_o07432"/>
          <p:cNvSpPr/>
          <p:nvPr/>
        </p:nvSpPr>
        <p:spPr>
          <a:xfrm>
            <a:off x="4821844" y="51072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5" name="r1_o07433"/>
          <p:cNvSpPr/>
          <p:nvPr/>
        </p:nvSpPr>
        <p:spPr>
          <a:xfrm>
            <a:off x="4832047" y="51163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6" name="r1_o07434"/>
          <p:cNvSpPr/>
          <p:nvPr/>
        </p:nvSpPr>
        <p:spPr>
          <a:xfrm>
            <a:off x="4832047" y="51163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7" name="r1_o07435"/>
          <p:cNvSpPr/>
          <p:nvPr/>
        </p:nvSpPr>
        <p:spPr>
          <a:xfrm>
            <a:off x="3651689" y="511398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8" name="r1_o07436"/>
          <p:cNvSpPr/>
          <p:nvPr/>
        </p:nvSpPr>
        <p:spPr>
          <a:xfrm>
            <a:off x="3661892" y="512309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9" name="r1_o07437"/>
          <p:cNvSpPr/>
          <p:nvPr/>
        </p:nvSpPr>
        <p:spPr>
          <a:xfrm>
            <a:off x="3661892" y="512309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0" name="r1_o07438"/>
          <p:cNvSpPr/>
          <p:nvPr/>
        </p:nvSpPr>
        <p:spPr>
          <a:xfrm>
            <a:off x="3697603" y="515625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1" name="r1_o07439"/>
          <p:cNvSpPr/>
          <p:nvPr/>
        </p:nvSpPr>
        <p:spPr>
          <a:xfrm>
            <a:off x="3704133" y="516209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2" name="r1_o07440"/>
          <p:cNvSpPr/>
          <p:nvPr/>
        </p:nvSpPr>
        <p:spPr>
          <a:xfrm>
            <a:off x="3704133" y="516209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3" name="r1_o07441"/>
          <p:cNvSpPr/>
          <p:nvPr/>
        </p:nvSpPr>
        <p:spPr>
          <a:xfrm>
            <a:off x="4647927" y="512091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4" name="r1_o07442"/>
          <p:cNvSpPr/>
          <p:nvPr/>
        </p:nvSpPr>
        <p:spPr>
          <a:xfrm>
            <a:off x="4658130" y="513002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5" name="r1_o07443"/>
          <p:cNvSpPr/>
          <p:nvPr/>
        </p:nvSpPr>
        <p:spPr>
          <a:xfrm>
            <a:off x="4658130" y="513002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6" name="r1_o07444"/>
          <p:cNvSpPr/>
          <p:nvPr/>
        </p:nvSpPr>
        <p:spPr>
          <a:xfrm>
            <a:off x="4560969" y="512776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7" name="r1_o07445"/>
          <p:cNvSpPr/>
          <p:nvPr/>
        </p:nvSpPr>
        <p:spPr>
          <a:xfrm>
            <a:off x="4571172" y="513687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8" name="r1_o07446"/>
          <p:cNvSpPr/>
          <p:nvPr/>
        </p:nvSpPr>
        <p:spPr>
          <a:xfrm>
            <a:off x="4571172" y="513687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9" name="r1_o07447"/>
          <p:cNvSpPr/>
          <p:nvPr/>
        </p:nvSpPr>
        <p:spPr>
          <a:xfrm>
            <a:off x="4387052" y="514147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0" name="r1_o07448"/>
          <p:cNvSpPr/>
          <p:nvPr/>
        </p:nvSpPr>
        <p:spPr>
          <a:xfrm>
            <a:off x="4397255" y="515058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1" name="r1_o07449"/>
          <p:cNvSpPr/>
          <p:nvPr/>
        </p:nvSpPr>
        <p:spPr>
          <a:xfrm>
            <a:off x="4397255" y="515058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2" name="r1_o07450"/>
          <p:cNvSpPr/>
          <p:nvPr/>
        </p:nvSpPr>
        <p:spPr>
          <a:xfrm>
            <a:off x="4300093" y="514833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3" name="r1_o07451"/>
          <p:cNvSpPr/>
          <p:nvPr/>
        </p:nvSpPr>
        <p:spPr>
          <a:xfrm>
            <a:off x="4310297" y="515744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4" name="r1_o07452"/>
          <p:cNvSpPr/>
          <p:nvPr/>
        </p:nvSpPr>
        <p:spPr>
          <a:xfrm>
            <a:off x="4310297" y="515744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5" name="r1_o07453"/>
          <p:cNvSpPr/>
          <p:nvPr/>
        </p:nvSpPr>
        <p:spPr>
          <a:xfrm>
            <a:off x="5383290" y="51483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6" name="r1_o07454"/>
          <p:cNvSpPr/>
          <p:nvPr/>
        </p:nvSpPr>
        <p:spPr>
          <a:xfrm>
            <a:off x="5393494" y="51575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7" name="r1_o07455"/>
          <p:cNvSpPr/>
          <p:nvPr/>
        </p:nvSpPr>
        <p:spPr>
          <a:xfrm>
            <a:off x="5393494" y="51575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8" name="r1_o07456"/>
          <p:cNvSpPr/>
          <p:nvPr/>
        </p:nvSpPr>
        <p:spPr>
          <a:xfrm>
            <a:off x="5429205" y="519066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9" name="r1_o07457"/>
          <p:cNvSpPr/>
          <p:nvPr/>
        </p:nvSpPr>
        <p:spPr>
          <a:xfrm>
            <a:off x="5435735" y="519649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0" name="r1_o07458"/>
          <p:cNvSpPr/>
          <p:nvPr/>
        </p:nvSpPr>
        <p:spPr>
          <a:xfrm>
            <a:off x="5435735" y="519649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1" name="r1_o07459"/>
          <p:cNvSpPr/>
          <p:nvPr/>
        </p:nvSpPr>
        <p:spPr>
          <a:xfrm>
            <a:off x="5296332" y="515525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2" name="r1_o07460"/>
          <p:cNvSpPr/>
          <p:nvPr/>
        </p:nvSpPr>
        <p:spPr>
          <a:xfrm>
            <a:off x="5306535" y="516436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3" name="r1_o07461"/>
          <p:cNvSpPr/>
          <p:nvPr/>
        </p:nvSpPr>
        <p:spPr>
          <a:xfrm>
            <a:off x="5306535" y="516436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4" name="r1_o07462"/>
          <p:cNvSpPr/>
          <p:nvPr/>
        </p:nvSpPr>
        <p:spPr>
          <a:xfrm>
            <a:off x="4126176" y="51620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5" name="r1_o07463"/>
          <p:cNvSpPr/>
          <p:nvPr/>
        </p:nvSpPr>
        <p:spPr>
          <a:xfrm>
            <a:off x="4136380" y="51711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6" name="r1_o07464"/>
          <p:cNvSpPr/>
          <p:nvPr/>
        </p:nvSpPr>
        <p:spPr>
          <a:xfrm>
            <a:off x="4136380" y="51711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7" name="r1_o07465"/>
          <p:cNvSpPr/>
          <p:nvPr/>
        </p:nvSpPr>
        <p:spPr>
          <a:xfrm>
            <a:off x="4039218" y="516889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8" name="r1_o07466"/>
          <p:cNvSpPr/>
          <p:nvPr/>
        </p:nvSpPr>
        <p:spPr>
          <a:xfrm>
            <a:off x="4049421" y="517800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9" name="r1_o07467"/>
          <p:cNvSpPr/>
          <p:nvPr/>
        </p:nvSpPr>
        <p:spPr>
          <a:xfrm>
            <a:off x="4049421" y="517800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0" name="r1_o07468"/>
          <p:cNvSpPr/>
          <p:nvPr/>
        </p:nvSpPr>
        <p:spPr>
          <a:xfrm>
            <a:off x="5122415" y="516896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1" name="r1_o07469"/>
          <p:cNvSpPr/>
          <p:nvPr/>
        </p:nvSpPr>
        <p:spPr>
          <a:xfrm>
            <a:off x="5132618" y="517807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2" name="r1_o07470"/>
          <p:cNvSpPr/>
          <p:nvPr/>
        </p:nvSpPr>
        <p:spPr>
          <a:xfrm>
            <a:off x="5132618" y="517807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3" name="r1_o07471"/>
          <p:cNvSpPr/>
          <p:nvPr/>
        </p:nvSpPr>
        <p:spPr>
          <a:xfrm>
            <a:off x="5035457" y="517581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4" name="r1_o07472"/>
          <p:cNvSpPr/>
          <p:nvPr/>
        </p:nvSpPr>
        <p:spPr>
          <a:xfrm>
            <a:off x="5045660" y="518492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5" name="r1_o07473"/>
          <p:cNvSpPr/>
          <p:nvPr/>
        </p:nvSpPr>
        <p:spPr>
          <a:xfrm>
            <a:off x="5045660" y="518492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6" name="r1_o07474"/>
          <p:cNvSpPr/>
          <p:nvPr/>
        </p:nvSpPr>
        <p:spPr>
          <a:xfrm>
            <a:off x="3865301" y="518260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7" name="r1_o07475"/>
          <p:cNvSpPr/>
          <p:nvPr/>
        </p:nvSpPr>
        <p:spPr>
          <a:xfrm>
            <a:off x="3875504" y="519171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8" name="r1_o07476"/>
          <p:cNvSpPr/>
          <p:nvPr/>
        </p:nvSpPr>
        <p:spPr>
          <a:xfrm>
            <a:off x="3875504" y="519171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9" name="r1_o07477"/>
          <p:cNvSpPr/>
          <p:nvPr/>
        </p:nvSpPr>
        <p:spPr>
          <a:xfrm>
            <a:off x="3778343" y="518945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0" name="r1_o07478"/>
          <p:cNvSpPr/>
          <p:nvPr/>
        </p:nvSpPr>
        <p:spPr>
          <a:xfrm>
            <a:off x="3788546" y="519856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1" name="r1_o07479"/>
          <p:cNvSpPr/>
          <p:nvPr/>
        </p:nvSpPr>
        <p:spPr>
          <a:xfrm>
            <a:off x="3788546" y="519856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2" name="r1_o07480"/>
          <p:cNvSpPr/>
          <p:nvPr/>
        </p:nvSpPr>
        <p:spPr>
          <a:xfrm>
            <a:off x="4861540" y="518952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3" name="r1_o07481"/>
          <p:cNvSpPr/>
          <p:nvPr/>
        </p:nvSpPr>
        <p:spPr>
          <a:xfrm>
            <a:off x="4871743" y="519863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4" name="r1_o07482"/>
          <p:cNvSpPr/>
          <p:nvPr/>
        </p:nvSpPr>
        <p:spPr>
          <a:xfrm>
            <a:off x="4871743" y="519863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5" name="r1_o07483"/>
          <p:cNvSpPr/>
          <p:nvPr/>
        </p:nvSpPr>
        <p:spPr>
          <a:xfrm>
            <a:off x="4774581" y="519638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6" name="r1_o07484"/>
          <p:cNvSpPr/>
          <p:nvPr/>
        </p:nvSpPr>
        <p:spPr>
          <a:xfrm>
            <a:off x="4784784" y="520549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7" name="r1_o07485"/>
          <p:cNvSpPr/>
          <p:nvPr/>
        </p:nvSpPr>
        <p:spPr>
          <a:xfrm>
            <a:off x="4784784" y="520549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8" name="r1_o07486"/>
          <p:cNvSpPr/>
          <p:nvPr/>
        </p:nvSpPr>
        <p:spPr>
          <a:xfrm>
            <a:off x="4600664" y="521009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9" name="r1_o07487"/>
          <p:cNvSpPr/>
          <p:nvPr/>
        </p:nvSpPr>
        <p:spPr>
          <a:xfrm>
            <a:off x="4610867" y="521920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0" name="r1_o07488"/>
          <p:cNvSpPr/>
          <p:nvPr/>
        </p:nvSpPr>
        <p:spPr>
          <a:xfrm>
            <a:off x="4610867" y="521920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1" name="r1_o07489"/>
          <p:cNvSpPr/>
          <p:nvPr/>
        </p:nvSpPr>
        <p:spPr>
          <a:xfrm>
            <a:off x="4513706" y="521694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2" name="r1_o07490"/>
          <p:cNvSpPr/>
          <p:nvPr/>
        </p:nvSpPr>
        <p:spPr>
          <a:xfrm>
            <a:off x="4523909" y="522605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3" name="r1_o07491"/>
          <p:cNvSpPr/>
          <p:nvPr/>
        </p:nvSpPr>
        <p:spPr>
          <a:xfrm>
            <a:off x="4523909" y="522605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4" name="r1_o07492"/>
          <p:cNvSpPr/>
          <p:nvPr/>
        </p:nvSpPr>
        <p:spPr>
          <a:xfrm>
            <a:off x="4339789" y="523065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5" name="r1_o07493"/>
          <p:cNvSpPr/>
          <p:nvPr/>
        </p:nvSpPr>
        <p:spPr>
          <a:xfrm>
            <a:off x="4349992" y="523976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6" name="r1_o07494"/>
          <p:cNvSpPr/>
          <p:nvPr/>
        </p:nvSpPr>
        <p:spPr>
          <a:xfrm>
            <a:off x="4349992" y="523976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7" name="r1_o07495"/>
          <p:cNvSpPr/>
          <p:nvPr/>
        </p:nvSpPr>
        <p:spPr>
          <a:xfrm>
            <a:off x="4252830" y="523750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8" name="r1_o07496"/>
          <p:cNvSpPr/>
          <p:nvPr/>
        </p:nvSpPr>
        <p:spPr>
          <a:xfrm>
            <a:off x="4263034" y="524661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9" name="r1_o07497"/>
          <p:cNvSpPr/>
          <p:nvPr/>
        </p:nvSpPr>
        <p:spPr>
          <a:xfrm>
            <a:off x="4263034" y="524661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0" name="r1_o07498"/>
          <p:cNvSpPr/>
          <p:nvPr/>
        </p:nvSpPr>
        <p:spPr>
          <a:xfrm>
            <a:off x="5336028" y="52375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1" name="r1_o07499"/>
          <p:cNvSpPr/>
          <p:nvPr/>
        </p:nvSpPr>
        <p:spPr>
          <a:xfrm>
            <a:off x="5346231" y="52466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2" name="r1_o07500"/>
          <p:cNvSpPr/>
          <p:nvPr/>
        </p:nvSpPr>
        <p:spPr>
          <a:xfrm>
            <a:off x="5346231" y="52466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3" name="r1_o07501"/>
          <p:cNvSpPr/>
          <p:nvPr/>
        </p:nvSpPr>
        <p:spPr>
          <a:xfrm>
            <a:off x="5381942" y="527984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4" name="r1_o07502"/>
          <p:cNvSpPr/>
          <p:nvPr/>
        </p:nvSpPr>
        <p:spPr>
          <a:xfrm>
            <a:off x="5388472" y="528567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5" name="r1_o07503"/>
          <p:cNvSpPr/>
          <p:nvPr/>
        </p:nvSpPr>
        <p:spPr>
          <a:xfrm>
            <a:off x="5388472" y="528567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6" name="r1_o07504"/>
          <p:cNvSpPr/>
          <p:nvPr/>
        </p:nvSpPr>
        <p:spPr>
          <a:xfrm>
            <a:off x="5249069" y="524443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7" name="r1_o07505"/>
          <p:cNvSpPr/>
          <p:nvPr/>
        </p:nvSpPr>
        <p:spPr>
          <a:xfrm>
            <a:off x="5259272" y="525354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8" name="r1_o07506"/>
          <p:cNvSpPr/>
          <p:nvPr/>
        </p:nvSpPr>
        <p:spPr>
          <a:xfrm>
            <a:off x="5259272" y="525354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9" name="r1_o07507"/>
          <p:cNvSpPr/>
          <p:nvPr/>
        </p:nvSpPr>
        <p:spPr>
          <a:xfrm>
            <a:off x="5294983" y="528670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0" name="r1_o07508"/>
          <p:cNvSpPr/>
          <p:nvPr/>
        </p:nvSpPr>
        <p:spPr>
          <a:xfrm>
            <a:off x="5301513" y="529253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1" name="r1_o07509"/>
          <p:cNvSpPr/>
          <p:nvPr/>
        </p:nvSpPr>
        <p:spPr>
          <a:xfrm>
            <a:off x="5301513" y="529253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2" name="r1_o07510"/>
          <p:cNvSpPr/>
          <p:nvPr/>
        </p:nvSpPr>
        <p:spPr>
          <a:xfrm>
            <a:off x="4078914" y="525121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3" name="r1_o07511"/>
          <p:cNvSpPr/>
          <p:nvPr/>
        </p:nvSpPr>
        <p:spPr>
          <a:xfrm>
            <a:off x="4089117" y="526032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4" name="r1_o07512"/>
          <p:cNvSpPr/>
          <p:nvPr/>
        </p:nvSpPr>
        <p:spPr>
          <a:xfrm>
            <a:off x="4089117" y="526032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5" name="r1_o07513"/>
          <p:cNvSpPr/>
          <p:nvPr/>
        </p:nvSpPr>
        <p:spPr>
          <a:xfrm>
            <a:off x="3991955" y="525807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6" name="r1_o07514"/>
          <p:cNvSpPr/>
          <p:nvPr/>
        </p:nvSpPr>
        <p:spPr>
          <a:xfrm>
            <a:off x="4002158" y="526718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7" name="r1_o07515"/>
          <p:cNvSpPr/>
          <p:nvPr/>
        </p:nvSpPr>
        <p:spPr>
          <a:xfrm>
            <a:off x="4002158" y="526718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8" name="r1_o07516"/>
          <p:cNvSpPr/>
          <p:nvPr/>
        </p:nvSpPr>
        <p:spPr>
          <a:xfrm>
            <a:off x="5075152" y="525814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9" name="r1_o07517"/>
          <p:cNvSpPr/>
          <p:nvPr/>
        </p:nvSpPr>
        <p:spPr>
          <a:xfrm>
            <a:off x="5085355" y="526725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0" name="r1_o07518"/>
          <p:cNvSpPr/>
          <p:nvPr/>
        </p:nvSpPr>
        <p:spPr>
          <a:xfrm>
            <a:off x="5085355" y="526725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1" name="r1_o07519"/>
          <p:cNvSpPr/>
          <p:nvPr/>
        </p:nvSpPr>
        <p:spPr>
          <a:xfrm>
            <a:off x="5121067" y="530041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2" name="r1_o07520"/>
          <p:cNvSpPr/>
          <p:nvPr/>
        </p:nvSpPr>
        <p:spPr>
          <a:xfrm>
            <a:off x="5127597" y="530624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3" name="r1_o07521"/>
          <p:cNvSpPr/>
          <p:nvPr/>
        </p:nvSpPr>
        <p:spPr>
          <a:xfrm>
            <a:off x="5127597" y="530624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4" name="r1_o07522"/>
          <p:cNvSpPr/>
          <p:nvPr/>
        </p:nvSpPr>
        <p:spPr>
          <a:xfrm>
            <a:off x="4988194" y="526499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5" name="r1_o07523"/>
          <p:cNvSpPr/>
          <p:nvPr/>
        </p:nvSpPr>
        <p:spPr>
          <a:xfrm>
            <a:off x="4998397" y="527410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6" name="r1_o07524"/>
          <p:cNvSpPr/>
          <p:nvPr/>
        </p:nvSpPr>
        <p:spPr>
          <a:xfrm>
            <a:off x="4998397" y="527410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7" name="r1_o07525"/>
          <p:cNvSpPr/>
          <p:nvPr/>
        </p:nvSpPr>
        <p:spPr>
          <a:xfrm>
            <a:off x="5034108" y="530726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8" name="r1_o07526"/>
          <p:cNvSpPr/>
          <p:nvPr/>
        </p:nvSpPr>
        <p:spPr>
          <a:xfrm>
            <a:off x="5040638" y="531309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9" name="r1_o07527"/>
          <p:cNvSpPr/>
          <p:nvPr/>
        </p:nvSpPr>
        <p:spPr>
          <a:xfrm>
            <a:off x="5040638" y="531309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0" name="r1_o07528"/>
          <p:cNvSpPr/>
          <p:nvPr/>
        </p:nvSpPr>
        <p:spPr>
          <a:xfrm>
            <a:off x="3818038" y="527178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1" name="r1_o07529"/>
          <p:cNvSpPr/>
          <p:nvPr/>
        </p:nvSpPr>
        <p:spPr>
          <a:xfrm>
            <a:off x="3828241" y="528089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2" name="r1_o07530"/>
          <p:cNvSpPr/>
          <p:nvPr/>
        </p:nvSpPr>
        <p:spPr>
          <a:xfrm>
            <a:off x="3828241" y="528089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3" name="r1_o07531"/>
          <p:cNvSpPr/>
          <p:nvPr/>
        </p:nvSpPr>
        <p:spPr>
          <a:xfrm>
            <a:off x="3863952" y="531405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4" name="r1_o07532"/>
          <p:cNvSpPr/>
          <p:nvPr/>
        </p:nvSpPr>
        <p:spPr>
          <a:xfrm>
            <a:off x="3870483" y="531988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5" name="r1_o07533"/>
          <p:cNvSpPr/>
          <p:nvPr/>
        </p:nvSpPr>
        <p:spPr>
          <a:xfrm>
            <a:off x="3870483" y="531988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6" name="r1_o07534"/>
          <p:cNvSpPr/>
          <p:nvPr/>
        </p:nvSpPr>
        <p:spPr>
          <a:xfrm>
            <a:off x="4814277" y="527870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7" name="r1_o07535"/>
          <p:cNvSpPr/>
          <p:nvPr/>
        </p:nvSpPr>
        <p:spPr>
          <a:xfrm>
            <a:off x="4824480" y="528781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8" name="r1_o07536"/>
          <p:cNvSpPr/>
          <p:nvPr/>
        </p:nvSpPr>
        <p:spPr>
          <a:xfrm>
            <a:off x="4824480" y="528781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9" name="r1_o07537"/>
          <p:cNvSpPr/>
          <p:nvPr/>
        </p:nvSpPr>
        <p:spPr>
          <a:xfrm>
            <a:off x="4860191" y="532097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0" name="r1_o07538"/>
          <p:cNvSpPr/>
          <p:nvPr/>
        </p:nvSpPr>
        <p:spPr>
          <a:xfrm>
            <a:off x="4866721" y="532680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1" name="r1_o07539"/>
          <p:cNvSpPr/>
          <p:nvPr/>
        </p:nvSpPr>
        <p:spPr>
          <a:xfrm>
            <a:off x="4866721" y="532680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2" name="r1_o07540"/>
          <p:cNvSpPr/>
          <p:nvPr/>
        </p:nvSpPr>
        <p:spPr>
          <a:xfrm>
            <a:off x="4727318" y="528556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3" name="r1_o07541"/>
          <p:cNvSpPr/>
          <p:nvPr/>
        </p:nvSpPr>
        <p:spPr>
          <a:xfrm>
            <a:off x="4737522" y="529467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4" name="r1_o07542"/>
          <p:cNvSpPr/>
          <p:nvPr/>
        </p:nvSpPr>
        <p:spPr>
          <a:xfrm>
            <a:off x="4737522" y="529467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5" name="r1_o07543"/>
          <p:cNvSpPr/>
          <p:nvPr/>
        </p:nvSpPr>
        <p:spPr>
          <a:xfrm>
            <a:off x="4773233" y="532783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6" name="r1_o07544"/>
          <p:cNvSpPr/>
          <p:nvPr/>
        </p:nvSpPr>
        <p:spPr>
          <a:xfrm>
            <a:off x="4779763" y="533366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7" name="r1_o07545"/>
          <p:cNvSpPr/>
          <p:nvPr/>
        </p:nvSpPr>
        <p:spPr>
          <a:xfrm>
            <a:off x="4779763" y="533366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8" name="r1_o07546"/>
          <p:cNvSpPr/>
          <p:nvPr/>
        </p:nvSpPr>
        <p:spPr>
          <a:xfrm>
            <a:off x="4553401" y="529927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9" name="r1_o07547"/>
          <p:cNvSpPr/>
          <p:nvPr/>
        </p:nvSpPr>
        <p:spPr>
          <a:xfrm>
            <a:off x="4563605" y="530838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0" name="r1_o07548"/>
          <p:cNvSpPr/>
          <p:nvPr/>
        </p:nvSpPr>
        <p:spPr>
          <a:xfrm>
            <a:off x="4563605" y="530838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1" name="r1_o07549"/>
          <p:cNvSpPr/>
          <p:nvPr/>
        </p:nvSpPr>
        <p:spPr>
          <a:xfrm>
            <a:off x="4599316" y="534154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2" name="r1_o07550"/>
          <p:cNvSpPr/>
          <p:nvPr/>
        </p:nvSpPr>
        <p:spPr>
          <a:xfrm>
            <a:off x="4605846" y="534737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3" name="r1_o07551"/>
          <p:cNvSpPr/>
          <p:nvPr/>
        </p:nvSpPr>
        <p:spPr>
          <a:xfrm>
            <a:off x="4605846" y="534737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4" name="r1_o07552"/>
          <p:cNvSpPr/>
          <p:nvPr/>
        </p:nvSpPr>
        <p:spPr>
          <a:xfrm>
            <a:off x="4466443" y="530612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5" name="r1_o07553"/>
          <p:cNvSpPr/>
          <p:nvPr/>
        </p:nvSpPr>
        <p:spPr>
          <a:xfrm>
            <a:off x="4476646" y="531523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6" name="r1_o07554"/>
          <p:cNvSpPr/>
          <p:nvPr/>
        </p:nvSpPr>
        <p:spPr>
          <a:xfrm>
            <a:off x="4476646" y="531523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7" name="r1_o07555"/>
          <p:cNvSpPr/>
          <p:nvPr/>
        </p:nvSpPr>
        <p:spPr>
          <a:xfrm>
            <a:off x="4512357" y="534839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8" name="r1_o07556"/>
          <p:cNvSpPr/>
          <p:nvPr/>
        </p:nvSpPr>
        <p:spPr>
          <a:xfrm>
            <a:off x="4518887" y="535422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9" name="r1_o07557"/>
          <p:cNvSpPr/>
          <p:nvPr/>
        </p:nvSpPr>
        <p:spPr>
          <a:xfrm>
            <a:off x="4518887" y="535422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0" name="r1_o07558"/>
          <p:cNvSpPr/>
          <p:nvPr/>
        </p:nvSpPr>
        <p:spPr>
          <a:xfrm>
            <a:off x="4292526" y="531983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1" name="r1_o07559"/>
          <p:cNvSpPr/>
          <p:nvPr/>
        </p:nvSpPr>
        <p:spPr>
          <a:xfrm>
            <a:off x="4302729" y="532894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2" name="r1_o07560"/>
          <p:cNvSpPr/>
          <p:nvPr/>
        </p:nvSpPr>
        <p:spPr>
          <a:xfrm>
            <a:off x="4302729" y="532894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3" name="r1_o07561"/>
          <p:cNvSpPr/>
          <p:nvPr/>
        </p:nvSpPr>
        <p:spPr>
          <a:xfrm>
            <a:off x="4338440" y="536210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4" name="r1_o07562"/>
          <p:cNvSpPr/>
          <p:nvPr/>
        </p:nvSpPr>
        <p:spPr>
          <a:xfrm>
            <a:off x="4344970" y="536793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5" name="r1_o07563"/>
          <p:cNvSpPr/>
          <p:nvPr/>
        </p:nvSpPr>
        <p:spPr>
          <a:xfrm>
            <a:off x="4344970" y="536793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6" name="r1_o07564"/>
          <p:cNvSpPr/>
          <p:nvPr/>
        </p:nvSpPr>
        <p:spPr>
          <a:xfrm>
            <a:off x="4205568" y="532668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7" name="r1_o07565"/>
          <p:cNvSpPr/>
          <p:nvPr/>
        </p:nvSpPr>
        <p:spPr>
          <a:xfrm>
            <a:off x="4215771" y="533579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8" name="r1_o07566"/>
          <p:cNvSpPr/>
          <p:nvPr/>
        </p:nvSpPr>
        <p:spPr>
          <a:xfrm>
            <a:off x="4215771" y="533579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9" name="r1_o07567"/>
          <p:cNvSpPr/>
          <p:nvPr/>
        </p:nvSpPr>
        <p:spPr>
          <a:xfrm>
            <a:off x="4251482" y="536895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0" name="r1_o07568"/>
          <p:cNvSpPr/>
          <p:nvPr/>
        </p:nvSpPr>
        <p:spPr>
          <a:xfrm>
            <a:off x="4258012" y="537478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1" name="r1_o07569"/>
          <p:cNvSpPr/>
          <p:nvPr/>
        </p:nvSpPr>
        <p:spPr>
          <a:xfrm>
            <a:off x="4258012" y="537478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2" name="r1_o07570"/>
          <p:cNvSpPr/>
          <p:nvPr/>
        </p:nvSpPr>
        <p:spPr>
          <a:xfrm>
            <a:off x="4031651" y="53403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3" name="r1_o07571"/>
          <p:cNvSpPr/>
          <p:nvPr/>
        </p:nvSpPr>
        <p:spPr>
          <a:xfrm>
            <a:off x="4041854" y="53495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4" name="r1_o07572"/>
          <p:cNvSpPr/>
          <p:nvPr/>
        </p:nvSpPr>
        <p:spPr>
          <a:xfrm>
            <a:off x="4041854" y="53495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5" name="r1_o07573"/>
          <p:cNvSpPr/>
          <p:nvPr/>
        </p:nvSpPr>
        <p:spPr>
          <a:xfrm>
            <a:off x="4077565" y="538266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6" name="r1_o07574"/>
          <p:cNvSpPr/>
          <p:nvPr/>
        </p:nvSpPr>
        <p:spPr>
          <a:xfrm>
            <a:off x="4084095" y="538849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7" name="r1_o07575"/>
          <p:cNvSpPr/>
          <p:nvPr/>
        </p:nvSpPr>
        <p:spPr>
          <a:xfrm>
            <a:off x="4084095" y="538849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8" name="r1_o07576"/>
          <p:cNvSpPr/>
          <p:nvPr/>
        </p:nvSpPr>
        <p:spPr>
          <a:xfrm>
            <a:off x="3944692" y="534725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9" name="r1_o07577"/>
          <p:cNvSpPr/>
          <p:nvPr/>
        </p:nvSpPr>
        <p:spPr>
          <a:xfrm>
            <a:off x="3954895" y="535636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0" name="r1_o07578"/>
          <p:cNvSpPr/>
          <p:nvPr/>
        </p:nvSpPr>
        <p:spPr>
          <a:xfrm>
            <a:off x="3954895" y="535636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1" name="r1_o07579"/>
          <p:cNvSpPr/>
          <p:nvPr/>
        </p:nvSpPr>
        <p:spPr>
          <a:xfrm>
            <a:off x="3990607" y="538952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2" name="r1_o07580"/>
          <p:cNvSpPr/>
          <p:nvPr/>
        </p:nvSpPr>
        <p:spPr>
          <a:xfrm>
            <a:off x="3997137" y="539535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3" name="r1_o07581"/>
          <p:cNvSpPr/>
          <p:nvPr/>
        </p:nvSpPr>
        <p:spPr>
          <a:xfrm>
            <a:off x="3997137" y="539535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4" name="r1_o07582"/>
          <p:cNvSpPr/>
          <p:nvPr/>
        </p:nvSpPr>
        <p:spPr>
          <a:xfrm flipV="1">
            <a:off x="4245354" y="5606300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85" name="r1_o07583"/>
          <p:cNvSpPr/>
          <p:nvPr/>
        </p:nvSpPr>
        <p:spPr>
          <a:xfrm flipV="1">
            <a:off x="5677974" y="5343624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86" name="r1_o07584"/>
          <p:cNvSpPr/>
          <p:nvPr/>
        </p:nvSpPr>
        <p:spPr>
          <a:xfrm flipH="1" flipV="1">
            <a:off x="5473844" y="5407138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87" name="r1_o07585"/>
          <p:cNvSpPr/>
          <p:nvPr/>
        </p:nvSpPr>
        <p:spPr>
          <a:xfrm>
            <a:off x="4303542" y="5889383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88" name="r1_o07586"/>
          <p:cNvSpPr/>
          <p:nvPr/>
        </p:nvSpPr>
        <p:spPr>
          <a:xfrm>
            <a:off x="5350080" y="5108632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89" name="r1_o07587"/>
          <p:cNvSpPr/>
          <p:nvPr/>
        </p:nvSpPr>
        <p:spPr>
          <a:xfrm>
            <a:off x="4927032" y="5534167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0" name="r1_o07588"/>
          <p:cNvSpPr/>
          <p:nvPr/>
        </p:nvSpPr>
        <p:spPr>
          <a:xfrm>
            <a:off x="4722890" y="5558208"/>
            <a:ext cx="134865" cy="15427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1" name="r1_o07589"/>
          <p:cNvSpPr/>
          <p:nvPr/>
        </p:nvSpPr>
        <p:spPr>
          <a:xfrm>
            <a:off x="5131161" y="5510121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2" name="r1_o07590"/>
          <p:cNvSpPr/>
          <p:nvPr/>
        </p:nvSpPr>
        <p:spPr>
          <a:xfrm flipV="1">
            <a:off x="5473844" y="5367670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3" name="r1_o07591"/>
          <p:cNvSpPr/>
          <p:nvPr/>
        </p:nvSpPr>
        <p:spPr>
          <a:xfrm flipH="1" flipV="1">
            <a:off x="4868844" y="5290552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4" name="r1_o07592"/>
          <p:cNvSpPr/>
          <p:nvPr/>
        </p:nvSpPr>
        <p:spPr>
          <a:xfrm flipH="1" flipV="1">
            <a:off x="5273415" y="5336824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5" name="r1_o07593"/>
          <p:cNvSpPr/>
          <p:nvPr/>
        </p:nvSpPr>
        <p:spPr>
          <a:xfrm flipV="1">
            <a:off x="4241654" y="5700660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6" name="r1_o07594"/>
          <p:cNvSpPr/>
          <p:nvPr/>
        </p:nvSpPr>
        <p:spPr>
          <a:xfrm>
            <a:off x="4711802" y="5841291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7" name="r1_o07595"/>
          <p:cNvSpPr/>
          <p:nvPr/>
        </p:nvSpPr>
        <p:spPr>
          <a:xfrm flipV="1">
            <a:off x="4657314" y="5463849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8" name="r1_o07596"/>
          <p:cNvSpPr/>
          <p:nvPr/>
        </p:nvSpPr>
        <p:spPr>
          <a:xfrm flipH="1" flipV="1">
            <a:off x="4453184" y="5527363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599" name="r1_o07597"/>
          <p:cNvSpPr/>
          <p:nvPr/>
        </p:nvSpPr>
        <p:spPr>
          <a:xfrm>
            <a:off x="5142250" y="5227038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0" name="r1_o07598"/>
          <p:cNvSpPr/>
          <p:nvPr/>
        </p:nvSpPr>
        <p:spPr>
          <a:xfrm flipV="1">
            <a:off x="4449484" y="5582254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1" name="r1_o07599"/>
          <p:cNvSpPr/>
          <p:nvPr/>
        </p:nvSpPr>
        <p:spPr>
          <a:xfrm>
            <a:off x="5134861" y="5415761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2" name="r1_o07600"/>
          <p:cNvSpPr/>
          <p:nvPr/>
        </p:nvSpPr>
        <p:spPr>
          <a:xfrm flipH="1" flipV="1">
            <a:off x="4237954" y="5834488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3" name="r1_o07601"/>
          <p:cNvSpPr/>
          <p:nvPr/>
        </p:nvSpPr>
        <p:spPr>
          <a:xfrm flipH="1" flipV="1">
            <a:off x="4861443" y="5479271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4" name="r1_o07602"/>
          <p:cNvSpPr/>
          <p:nvPr/>
        </p:nvSpPr>
        <p:spPr>
          <a:xfrm flipV="1">
            <a:off x="5069273" y="5321398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5" name="r1_o07603"/>
          <p:cNvSpPr/>
          <p:nvPr/>
        </p:nvSpPr>
        <p:spPr>
          <a:xfrm flipV="1">
            <a:off x="5269715" y="5391715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6" name="r1_o07604"/>
          <p:cNvSpPr/>
          <p:nvPr/>
        </p:nvSpPr>
        <p:spPr>
          <a:xfrm>
            <a:off x="5550521" y="5178950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7" name="r1_o07605"/>
          <p:cNvSpPr/>
          <p:nvPr/>
        </p:nvSpPr>
        <p:spPr>
          <a:xfrm flipV="1">
            <a:off x="5076673" y="5132678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8" name="r1_o07606"/>
          <p:cNvSpPr/>
          <p:nvPr/>
        </p:nvSpPr>
        <p:spPr>
          <a:xfrm flipV="1">
            <a:off x="4865144" y="5345443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09" name="r1_o07607"/>
          <p:cNvSpPr/>
          <p:nvPr/>
        </p:nvSpPr>
        <p:spPr>
          <a:xfrm flipV="1">
            <a:off x="5273415" y="5297356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0" name="r1_o07608"/>
          <p:cNvSpPr/>
          <p:nvPr/>
        </p:nvSpPr>
        <p:spPr>
          <a:xfrm flipV="1">
            <a:off x="4846655" y="5817246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1" name="r1_o07609"/>
          <p:cNvSpPr/>
          <p:nvPr/>
        </p:nvSpPr>
        <p:spPr>
          <a:xfrm>
            <a:off x="4719202" y="5652572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2" name="r1_o07610"/>
          <p:cNvSpPr/>
          <p:nvPr/>
        </p:nvSpPr>
        <p:spPr>
          <a:xfrm>
            <a:off x="4923332" y="5628526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3" name="r1_o07611"/>
          <p:cNvSpPr/>
          <p:nvPr/>
        </p:nvSpPr>
        <p:spPr>
          <a:xfrm flipV="1">
            <a:off x="5058185" y="5604481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4" name="r1_o07612"/>
          <p:cNvSpPr/>
          <p:nvPr/>
        </p:nvSpPr>
        <p:spPr>
          <a:xfrm flipH="1" flipV="1">
            <a:off x="4850355" y="5762354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5" name="r1_o07613"/>
          <p:cNvSpPr/>
          <p:nvPr/>
        </p:nvSpPr>
        <p:spPr>
          <a:xfrm flipV="1">
            <a:off x="4854055" y="5628526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6" name="r1_o07614"/>
          <p:cNvSpPr/>
          <p:nvPr/>
        </p:nvSpPr>
        <p:spPr>
          <a:xfrm>
            <a:off x="4307230" y="5795019"/>
            <a:ext cx="134865" cy="15427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7" name="r1_o07615"/>
          <p:cNvSpPr/>
          <p:nvPr/>
        </p:nvSpPr>
        <p:spPr>
          <a:xfrm flipH="1" flipV="1">
            <a:off x="5069273" y="5360866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8" name="r1_o07616"/>
          <p:cNvSpPr/>
          <p:nvPr/>
        </p:nvSpPr>
        <p:spPr>
          <a:xfrm flipH="1" flipV="1">
            <a:off x="5280803" y="5148101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19" name="r1_o07617"/>
          <p:cNvSpPr/>
          <p:nvPr/>
        </p:nvSpPr>
        <p:spPr>
          <a:xfrm flipH="1" flipV="1">
            <a:off x="5484933" y="5124055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0" name="r1_o07618"/>
          <p:cNvSpPr/>
          <p:nvPr/>
        </p:nvSpPr>
        <p:spPr>
          <a:xfrm flipH="1" flipV="1">
            <a:off x="4653614" y="5597677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1" name="r1_o07619"/>
          <p:cNvSpPr/>
          <p:nvPr/>
        </p:nvSpPr>
        <p:spPr>
          <a:xfrm>
            <a:off x="4314631" y="5606300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2" name="r1_o07620"/>
          <p:cNvSpPr/>
          <p:nvPr/>
        </p:nvSpPr>
        <p:spPr>
          <a:xfrm flipV="1">
            <a:off x="4868844" y="5251084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3" name="r1_o07621"/>
          <p:cNvSpPr/>
          <p:nvPr/>
        </p:nvSpPr>
        <p:spPr>
          <a:xfrm flipV="1">
            <a:off x="5681674" y="5249264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4" name="r1_o07622"/>
          <p:cNvSpPr/>
          <p:nvPr/>
        </p:nvSpPr>
        <p:spPr>
          <a:xfrm flipV="1">
            <a:off x="4037524" y="5724705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5" name="r1_o07623"/>
          <p:cNvSpPr/>
          <p:nvPr/>
        </p:nvSpPr>
        <p:spPr>
          <a:xfrm>
            <a:off x="4511372" y="5770978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6" name="r1_o07624"/>
          <p:cNvSpPr/>
          <p:nvPr/>
        </p:nvSpPr>
        <p:spPr>
          <a:xfrm>
            <a:off x="4310931" y="5700660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7" name="r1_o07625"/>
          <p:cNvSpPr/>
          <p:nvPr/>
        </p:nvSpPr>
        <p:spPr>
          <a:xfrm>
            <a:off x="4515060" y="5676614"/>
            <a:ext cx="134865" cy="15427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8" name="r1_o07626"/>
          <p:cNvSpPr/>
          <p:nvPr/>
        </p:nvSpPr>
        <p:spPr>
          <a:xfrm flipV="1">
            <a:off x="4661014" y="5369489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29" name="r1_o07627"/>
          <p:cNvSpPr/>
          <p:nvPr/>
        </p:nvSpPr>
        <p:spPr>
          <a:xfrm flipH="1" flipV="1">
            <a:off x="4442095" y="5810446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0" name="r1_o07628"/>
          <p:cNvSpPr/>
          <p:nvPr/>
        </p:nvSpPr>
        <p:spPr>
          <a:xfrm>
            <a:off x="4938120" y="5251084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1" name="r1_o07629"/>
          <p:cNvSpPr/>
          <p:nvPr/>
        </p:nvSpPr>
        <p:spPr>
          <a:xfrm>
            <a:off x="5346380" y="5202992"/>
            <a:ext cx="134865" cy="15427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2" name="r1_o07630"/>
          <p:cNvSpPr/>
          <p:nvPr/>
        </p:nvSpPr>
        <p:spPr>
          <a:xfrm flipV="1">
            <a:off x="4438395" y="5865337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3" name="r1_o07631"/>
          <p:cNvSpPr/>
          <p:nvPr/>
        </p:nvSpPr>
        <p:spPr>
          <a:xfrm flipH="1" flipV="1">
            <a:off x="4857755" y="5573635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4" name="r1_o07632"/>
          <p:cNvSpPr/>
          <p:nvPr/>
        </p:nvSpPr>
        <p:spPr>
          <a:xfrm flipV="1">
            <a:off x="4453184" y="5487895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5" name="r1_o07633"/>
          <p:cNvSpPr/>
          <p:nvPr/>
        </p:nvSpPr>
        <p:spPr>
          <a:xfrm flipH="1" flipV="1">
            <a:off x="4865144" y="5384912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6" name="r1_o07634"/>
          <p:cNvSpPr/>
          <p:nvPr/>
        </p:nvSpPr>
        <p:spPr>
          <a:xfrm flipV="1">
            <a:off x="4442095" y="5770978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7" name="r1_o07635"/>
          <p:cNvSpPr/>
          <p:nvPr/>
        </p:nvSpPr>
        <p:spPr>
          <a:xfrm flipV="1">
            <a:off x="4649925" y="5652572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8" name="r1_o07636"/>
          <p:cNvSpPr/>
          <p:nvPr/>
        </p:nvSpPr>
        <p:spPr>
          <a:xfrm flipH="1" flipV="1">
            <a:off x="5269715" y="5431184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39" name="r1_o07637"/>
          <p:cNvSpPr/>
          <p:nvPr/>
        </p:nvSpPr>
        <p:spPr>
          <a:xfrm flipV="1">
            <a:off x="4861443" y="5439803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0" name="r1_o07638"/>
          <p:cNvSpPr/>
          <p:nvPr/>
        </p:nvSpPr>
        <p:spPr>
          <a:xfrm flipH="1" flipV="1">
            <a:off x="5076673" y="5172147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1" name="r1_o07639"/>
          <p:cNvSpPr/>
          <p:nvPr/>
        </p:nvSpPr>
        <p:spPr>
          <a:xfrm>
            <a:off x="5335291" y="5486075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2" name="r1_o07640"/>
          <p:cNvSpPr/>
          <p:nvPr/>
        </p:nvSpPr>
        <p:spPr>
          <a:xfrm flipV="1">
            <a:off x="4653614" y="5558208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3" name="r1_o07641"/>
          <p:cNvSpPr/>
          <p:nvPr/>
        </p:nvSpPr>
        <p:spPr>
          <a:xfrm flipH="1" flipV="1">
            <a:off x="4037524" y="5764174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4" name="r1_o07642"/>
          <p:cNvSpPr/>
          <p:nvPr/>
        </p:nvSpPr>
        <p:spPr>
          <a:xfrm>
            <a:off x="4730290" y="5369489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5" name="r1_o07643"/>
          <p:cNvSpPr/>
          <p:nvPr/>
        </p:nvSpPr>
        <p:spPr>
          <a:xfrm flipH="1" flipV="1">
            <a:off x="5065585" y="5455230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6" name="r1_o07644"/>
          <p:cNvSpPr/>
          <p:nvPr/>
        </p:nvSpPr>
        <p:spPr>
          <a:xfrm flipH="1" flipV="1">
            <a:off x="4649925" y="5692041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7" name="r1_o07645"/>
          <p:cNvSpPr/>
          <p:nvPr/>
        </p:nvSpPr>
        <p:spPr>
          <a:xfrm flipH="1" flipV="1">
            <a:off x="4854055" y="5667995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8" name="r1_o07646"/>
          <p:cNvSpPr/>
          <p:nvPr/>
        </p:nvSpPr>
        <p:spPr>
          <a:xfrm>
            <a:off x="5145950" y="5132678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49" name="r1_o07647"/>
          <p:cNvSpPr/>
          <p:nvPr/>
        </p:nvSpPr>
        <p:spPr>
          <a:xfrm>
            <a:off x="4726590" y="5463849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0" name="r1_o07648"/>
          <p:cNvSpPr/>
          <p:nvPr/>
        </p:nvSpPr>
        <p:spPr>
          <a:xfrm>
            <a:off x="4930720" y="5439803"/>
            <a:ext cx="134865" cy="15427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1" name="r1_o07649"/>
          <p:cNvSpPr/>
          <p:nvPr/>
        </p:nvSpPr>
        <p:spPr>
          <a:xfrm>
            <a:off x="4919631" y="5722886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2" name="r1_o07650"/>
          <p:cNvSpPr/>
          <p:nvPr/>
        </p:nvSpPr>
        <p:spPr>
          <a:xfrm>
            <a:off x="4715502" y="5746932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3" name="r1_o07651"/>
          <p:cNvSpPr/>
          <p:nvPr/>
        </p:nvSpPr>
        <p:spPr>
          <a:xfrm flipV="1">
            <a:off x="5470144" y="5462029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4" name="r1_o07652"/>
          <p:cNvSpPr/>
          <p:nvPr/>
        </p:nvSpPr>
        <p:spPr>
          <a:xfrm flipV="1">
            <a:off x="5072973" y="5227038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5" name="r1_o07653"/>
          <p:cNvSpPr/>
          <p:nvPr/>
        </p:nvSpPr>
        <p:spPr>
          <a:xfrm flipV="1">
            <a:off x="5065585" y="5415761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6" name="r1_o07654"/>
          <p:cNvSpPr/>
          <p:nvPr/>
        </p:nvSpPr>
        <p:spPr>
          <a:xfrm>
            <a:off x="5342691" y="5297356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7" name="r1_o07655"/>
          <p:cNvSpPr/>
          <p:nvPr/>
        </p:nvSpPr>
        <p:spPr>
          <a:xfrm flipH="1" flipV="1">
            <a:off x="4642525" y="5880760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8" name="r1_o07656"/>
          <p:cNvSpPr/>
          <p:nvPr/>
        </p:nvSpPr>
        <p:spPr>
          <a:xfrm flipV="1">
            <a:off x="4642525" y="5841291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59" name="r1_o07657"/>
          <p:cNvSpPr/>
          <p:nvPr/>
        </p:nvSpPr>
        <p:spPr>
          <a:xfrm flipV="1">
            <a:off x="4638825" y="5935651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0" name="r1_o07658"/>
          <p:cNvSpPr/>
          <p:nvPr/>
        </p:nvSpPr>
        <p:spPr>
          <a:xfrm>
            <a:off x="5546821" y="5273310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1" name="r1_o07659"/>
          <p:cNvSpPr/>
          <p:nvPr/>
        </p:nvSpPr>
        <p:spPr>
          <a:xfrm flipV="1">
            <a:off x="5477544" y="5273310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2" name="r1_o07660"/>
          <p:cNvSpPr/>
          <p:nvPr/>
        </p:nvSpPr>
        <p:spPr>
          <a:xfrm flipH="1" flipV="1">
            <a:off x="5072973" y="5266506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3" name="r1_o07661"/>
          <p:cNvSpPr/>
          <p:nvPr/>
        </p:nvSpPr>
        <p:spPr>
          <a:xfrm>
            <a:off x="5338991" y="5391715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4" name="r1_o07662"/>
          <p:cNvSpPr/>
          <p:nvPr/>
        </p:nvSpPr>
        <p:spPr>
          <a:xfrm flipV="1">
            <a:off x="5054485" y="5698840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5" name="r1_o07663"/>
          <p:cNvSpPr/>
          <p:nvPr/>
        </p:nvSpPr>
        <p:spPr>
          <a:xfrm flipV="1">
            <a:off x="5277103" y="5202992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6" name="r1_o07664"/>
          <p:cNvSpPr/>
          <p:nvPr/>
        </p:nvSpPr>
        <p:spPr>
          <a:xfrm flipH="1" flipV="1">
            <a:off x="5058185" y="5643949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7" name="r1_o07665"/>
          <p:cNvSpPr/>
          <p:nvPr/>
        </p:nvSpPr>
        <p:spPr>
          <a:xfrm flipV="1">
            <a:off x="5262314" y="5580435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8" name="r1_o07666"/>
          <p:cNvSpPr/>
          <p:nvPr/>
        </p:nvSpPr>
        <p:spPr>
          <a:xfrm flipH="1" flipV="1">
            <a:off x="5061885" y="5549589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69" name="r1_o07667"/>
          <p:cNvSpPr/>
          <p:nvPr/>
        </p:nvSpPr>
        <p:spPr>
          <a:xfrm>
            <a:off x="4503972" y="5959697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0" name="r1_o07668"/>
          <p:cNvSpPr/>
          <p:nvPr/>
        </p:nvSpPr>
        <p:spPr>
          <a:xfrm>
            <a:off x="5127461" y="5604481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1" name="r1_o07669"/>
          <p:cNvSpPr/>
          <p:nvPr/>
        </p:nvSpPr>
        <p:spPr>
          <a:xfrm flipH="1" flipV="1">
            <a:off x="5277103" y="5242461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2" name="r1_o07670"/>
          <p:cNvSpPr/>
          <p:nvPr/>
        </p:nvSpPr>
        <p:spPr>
          <a:xfrm>
            <a:off x="5138550" y="5321398"/>
            <a:ext cx="134865" cy="15427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3" name="r1_o07671"/>
          <p:cNvSpPr/>
          <p:nvPr/>
        </p:nvSpPr>
        <p:spPr>
          <a:xfrm flipH="1" flipV="1">
            <a:off x="4245354" y="5645768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4" name="r1_o07672"/>
          <p:cNvSpPr/>
          <p:nvPr/>
        </p:nvSpPr>
        <p:spPr>
          <a:xfrm flipH="1" flipV="1">
            <a:off x="5685374" y="5194373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5" name="r1_o07673"/>
          <p:cNvSpPr/>
          <p:nvPr/>
        </p:nvSpPr>
        <p:spPr>
          <a:xfrm>
            <a:off x="4106801" y="5724705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6" name="r1_o07674"/>
          <p:cNvSpPr/>
          <p:nvPr/>
        </p:nvSpPr>
        <p:spPr>
          <a:xfrm>
            <a:off x="4934420" y="5345443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7" name="r1_o07675"/>
          <p:cNvSpPr/>
          <p:nvPr/>
        </p:nvSpPr>
        <p:spPr>
          <a:xfrm>
            <a:off x="4522460" y="5487895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8" name="r1_o07676"/>
          <p:cNvSpPr/>
          <p:nvPr/>
        </p:nvSpPr>
        <p:spPr>
          <a:xfrm flipH="1" flipV="1">
            <a:off x="4449484" y="5621723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79" name="r1_o07677"/>
          <p:cNvSpPr/>
          <p:nvPr/>
        </p:nvSpPr>
        <p:spPr>
          <a:xfrm flipH="1" flipV="1">
            <a:off x="5481245" y="5218419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0" name="r1_o07678"/>
          <p:cNvSpPr/>
          <p:nvPr/>
        </p:nvSpPr>
        <p:spPr>
          <a:xfrm>
            <a:off x="4518760" y="5582254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1" name="r1_o07679"/>
          <p:cNvSpPr/>
          <p:nvPr/>
        </p:nvSpPr>
        <p:spPr>
          <a:xfrm flipV="1">
            <a:off x="5061885" y="5510121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2" name="r1_o07680"/>
          <p:cNvSpPr/>
          <p:nvPr/>
        </p:nvSpPr>
        <p:spPr>
          <a:xfrm flipV="1">
            <a:off x="4857755" y="5534167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3" name="r1_o07681"/>
          <p:cNvSpPr/>
          <p:nvPr/>
        </p:nvSpPr>
        <p:spPr>
          <a:xfrm flipV="1">
            <a:off x="4445784" y="5676614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4" name="r1_o07682"/>
          <p:cNvSpPr/>
          <p:nvPr/>
        </p:nvSpPr>
        <p:spPr>
          <a:xfrm flipH="1" flipV="1">
            <a:off x="5266015" y="5525544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5" name="r1_o07683"/>
          <p:cNvSpPr/>
          <p:nvPr/>
        </p:nvSpPr>
        <p:spPr>
          <a:xfrm flipV="1">
            <a:off x="5280803" y="5108632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6" name="r1_o07684"/>
          <p:cNvSpPr/>
          <p:nvPr/>
        </p:nvSpPr>
        <p:spPr>
          <a:xfrm flipH="1" flipV="1">
            <a:off x="4661014" y="5408958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7" name="r1_o07685"/>
          <p:cNvSpPr/>
          <p:nvPr/>
        </p:nvSpPr>
        <p:spPr>
          <a:xfrm flipH="1" flipV="1">
            <a:off x="5477544" y="5312779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8" name="r1_o07686"/>
          <p:cNvSpPr/>
          <p:nvPr/>
        </p:nvSpPr>
        <p:spPr>
          <a:xfrm flipH="1" flipV="1">
            <a:off x="4241654" y="5740128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89" name="r1_o07687"/>
          <p:cNvSpPr/>
          <p:nvPr/>
        </p:nvSpPr>
        <p:spPr>
          <a:xfrm>
            <a:off x="5543121" y="5367670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0" name="r1_o07688"/>
          <p:cNvSpPr/>
          <p:nvPr/>
        </p:nvSpPr>
        <p:spPr>
          <a:xfrm flipV="1">
            <a:off x="4237954" y="5795019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1" name="r1_o07689"/>
          <p:cNvSpPr/>
          <p:nvPr/>
        </p:nvSpPr>
        <p:spPr>
          <a:xfrm flipH="1" flipV="1">
            <a:off x="4646225" y="5786400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2" name="r1_o07690"/>
          <p:cNvSpPr/>
          <p:nvPr/>
        </p:nvSpPr>
        <p:spPr>
          <a:xfrm>
            <a:off x="4103101" y="5819065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3" name="r1_o07691"/>
          <p:cNvSpPr/>
          <p:nvPr/>
        </p:nvSpPr>
        <p:spPr>
          <a:xfrm flipV="1">
            <a:off x="4850355" y="5722886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4" name="r1_o07692"/>
          <p:cNvSpPr/>
          <p:nvPr/>
        </p:nvSpPr>
        <p:spPr>
          <a:xfrm flipH="1" flipV="1">
            <a:off x="4438395" y="5904806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5" name="r1_o07693"/>
          <p:cNvSpPr/>
          <p:nvPr/>
        </p:nvSpPr>
        <p:spPr>
          <a:xfrm flipH="1" flipV="1">
            <a:off x="4445784" y="5716082"/>
            <a:ext cx="65588" cy="5489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6" name="r1_o07694"/>
          <p:cNvSpPr/>
          <p:nvPr/>
        </p:nvSpPr>
        <p:spPr>
          <a:xfrm flipV="1">
            <a:off x="5266015" y="5486075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7" name="r1_o07695"/>
          <p:cNvSpPr/>
          <p:nvPr/>
        </p:nvSpPr>
        <p:spPr>
          <a:xfrm>
            <a:off x="4507672" y="5865337"/>
            <a:ext cx="134853" cy="15423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8" name="r1_o07696"/>
          <p:cNvSpPr/>
          <p:nvPr/>
        </p:nvSpPr>
        <p:spPr>
          <a:xfrm flipH="1" flipV="1">
            <a:off x="4657314" y="5503317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699" name="r1_o07697"/>
          <p:cNvSpPr/>
          <p:nvPr/>
        </p:nvSpPr>
        <p:spPr>
          <a:xfrm flipV="1">
            <a:off x="4646225" y="5746932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00" name="r1_o07698"/>
          <p:cNvSpPr/>
          <p:nvPr/>
        </p:nvSpPr>
        <p:spPr>
          <a:xfrm flipV="1">
            <a:off x="5481245" y="5178950"/>
            <a:ext cx="69277" cy="39468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01" name="r1_o07699"/>
          <p:cNvSpPr/>
          <p:nvPr/>
        </p:nvSpPr>
        <p:spPr>
          <a:xfrm flipH="1" flipV="1">
            <a:off x="5681674" y="5288733"/>
            <a:ext cx="65577" cy="54891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7702" name="r1_o07700"/>
          <p:cNvSpPr/>
          <p:nvPr/>
        </p:nvSpPr>
        <p:spPr>
          <a:xfrm>
            <a:off x="5313640" y="507219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3" name="r1_o07701"/>
          <p:cNvSpPr/>
          <p:nvPr/>
        </p:nvSpPr>
        <p:spPr>
          <a:xfrm>
            <a:off x="5323843" y="508130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4" name="r1_o07702"/>
          <p:cNvSpPr/>
          <p:nvPr/>
        </p:nvSpPr>
        <p:spPr>
          <a:xfrm>
            <a:off x="5323843" y="508130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5" name="r1_o07703"/>
          <p:cNvSpPr/>
          <p:nvPr/>
        </p:nvSpPr>
        <p:spPr>
          <a:xfrm>
            <a:off x="5359554" y="511446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6" name="r1_o07704"/>
          <p:cNvSpPr/>
          <p:nvPr/>
        </p:nvSpPr>
        <p:spPr>
          <a:xfrm>
            <a:off x="5366084" y="512029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7" name="r1_o07705"/>
          <p:cNvSpPr/>
          <p:nvPr/>
        </p:nvSpPr>
        <p:spPr>
          <a:xfrm>
            <a:off x="5366084" y="512029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8" name="r1_o07706"/>
          <p:cNvSpPr/>
          <p:nvPr/>
        </p:nvSpPr>
        <p:spPr>
          <a:xfrm>
            <a:off x="5448493" y="508761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9" name="r1_o07707"/>
          <p:cNvSpPr/>
          <p:nvPr/>
        </p:nvSpPr>
        <p:spPr>
          <a:xfrm>
            <a:off x="5458696" y="509672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0" name="r1_o07708"/>
          <p:cNvSpPr/>
          <p:nvPr/>
        </p:nvSpPr>
        <p:spPr>
          <a:xfrm>
            <a:off x="5458696" y="509672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1" name="r1_o07709"/>
          <p:cNvSpPr/>
          <p:nvPr/>
        </p:nvSpPr>
        <p:spPr>
          <a:xfrm>
            <a:off x="5494407" y="512988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2" name="r1_o07710"/>
          <p:cNvSpPr/>
          <p:nvPr/>
        </p:nvSpPr>
        <p:spPr>
          <a:xfrm>
            <a:off x="5500937" y="513571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3" name="r1_o07711"/>
          <p:cNvSpPr/>
          <p:nvPr/>
        </p:nvSpPr>
        <p:spPr>
          <a:xfrm>
            <a:off x="5500937" y="513571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4" name="r1_o07712"/>
          <p:cNvSpPr/>
          <p:nvPr/>
        </p:nvSpPr>
        <p:spPr>
          <a:xfrm>
            <a:off x="5109510" y="509623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5" name="r1_o07713"/>
          <p:cNvSpPr/>
          <p:nvPr/>
        </p:nvSpPr>
        <p:spPr>
          <a:xfrm>
            <a:off x="5119713" y="510534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6" name="r1_o07714"/>
          <p:cNvSpPr/>
          <p:nvPr/>
        </p:nvSpPr>
        <p:spPr>
          <a:xfrm>
            <a:off x="5119713" y="510534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7" name="r1_o07715"/>
          <p:cNvSpPr/>
          <p:nvPr/>
        </p:nvSpPr>
        <p:spPr>
          <a:xfrm>
            <a:off x="5155424" y="513850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8" name="r1_o07716"/>
          <p:cNvSpPr/>
          <p:nvPr/>
        </p:nvSpPr>
        <p:spPr>
          <a:xfrm>
            <a:off x="5161955" y="514433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9" name="r1_o07717"/>
          <p:cNvSpPr/>
          <p:nvPr/>
        </p:nvSpPr>
        <p:spPr>
          <a:xfrm>
            <a:off x="5161955" y="514433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0" name="r1_o07718"/>
          <p:cNvSpPr/>
          <p:nvPr/>
        </p:nvSpPr>
        <p:spPr>
          <a:xfrm>
            <a:off x="5244363" y="511166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1" name="r1_o07719"/>
          <p:cNvSpPr/>
          <p:nvPr/>
        </p:nvSpPr>
        <p:spPr>
          <a:xfrm>
            <a:off x="5254566" y="512077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2" name="r1_o07720"/>
          <p:cNvSpPr/>
          <p:nvPr/>
        </p:nvSpPr>
        <p:spPr>
          <a:xfrm>
            <a:off x="5254566" y="512077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3" name="r1_o07721"/>
          <p:cNvSpPr/>
          <p:nvPr/>
        </p:nvSpPr>
        <p:spPr>
          <a:xfrm>
            <a:off x="5040233" y="513570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4" name="r1_o07722"/>
          <p:cNvSpPr/>
          <p:nvPr/>
        </p:nvSpPr>
        <p:spPr>
          <a:xfrm>
            <a:off x="5050437" y="514481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5" name="r1_o07723"/>
          <p:cNvSpPr/>
          <p:nvPr/>
        </p:nvSpPr>
        <p:spPr>
          <a:xfrm>
            <a:off x="5050437" y="514481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6" name="r1_o07724"/>
          <p:cNvSpPr/>
          <p:nvPr/>
        </p:nvSpPr>
        <p:spPr>
          <a:xfrm>
            <a:off x="5086148" y="517797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7" name="r1_o07725"/>
          <p:cNvSpPr/>
          <p:nvPr/>
        </p:nvSpPr>
        <p:spPr>
          <a:xfrm>
            <a:off x="5092678" y="518380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8" name="r1_o07726"/>
          <p:cNvSpPr/>
          <p:nvPr/>
        </p:nvSpPr>
        <p:spPr>
          <a:xfrm>
            <a:off x="5092678" y="518380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9" name="r1_o07727"/>
          <p:cNvSpPr/>
          <p:nvPr/>
        </p:nvSpPr>
        <p:spPr>
          <a:xfrm>
            <a:off x="5514081" y="514251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0" name="r1_o07728"/>
          <p:cNvSpPr/>
          <p:nvPr/>
        </p:nvSpPr>
        <p:spPr>
          <a:xfrm>
            <a:off x="5524284" y="515162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1" name="r1_o07729"/>
          <p:cNvSpPr/>
          <p:nvPr/>
        </p:nvSpPr>
        <p:spPr>
          <a:xfrm>
            <a:off x="5524284" y="515162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2" name="r1_o07730"/>
          <p:cNvSpPr/>
          <p:nvPr/>
        </p:nvSpPr>
        <p:spPr>
          <a:xfrm>
            <a:off x="5648934" y="515793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3" name="r1_o07731"/>
          <p:cNvSpPr/>
          <p:nvPr/>
        </p:nvSpPr>
        <p:spPr>
          <a:xfrm>
            <a:off x="5659138" y="516704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4" name="r1_o07732"/>
          <p:cNvSpPr/>
          <p:nvPr/>
        </p:nvSpPr>
        <p:spPr>
          <a:xfrm>
            <a:off x="5659138" y="516704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5" name="r1_o07733"/>
          <p:cNvSpPr/>
          <p:nvPr/>
        </p:nvSpPr>
        <p:spPr>
          <a:xfrm>
            <a:off x="5694849" y="520020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6" name="r1_o07734"/>
          <p:cNvSpPr/>
          <p:nvPr/>
        </p:nvSpPr>
        <p:spPr>
          <a:xfrm>
            <a:off x="5701379" y="520603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7" name="r1_o07735"/>
          <p:cNvSpPr/>
          <p:nvPr/>
        </p:nvSpPr>
        <p:spPr>
          <a:xfrm>
            <a:off x="5701379" y="520603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8" name="r1_o07736"/>
          <p:cNvSpPr/>
          <p:nvPr/>
        </p:nvSpPr>
        <p:spPr>
          <a:xfrm>
            <a:off x="5309940" y="516655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9" name="r1_o07737"/>
          <p:cNvSpPr/>
          <p:nvPr/>
        </p:nvSpPr>
        <p:spPr>
          <a:xfrm>
            <a:off x="5320143" y="517566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0" name="r1_o07738"/>
          <p:cNvSpPr/>
          <p:nvPr/>
        </p:nvSpPr>
        <p:spPr>
          <a:xfrm>
            <a:off x="5320143" y="517566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1" name="r1_o07739"/>
          <p:cNvSpPr/>
          <p:nvPr/>
        </p:nvSpPr>
        <p:spPr>
          <a:xfrm>
            <a:off x="5444805" y="518197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2" name="r1_o07740"/>
          <p:cNvSpPr/>
          <p:nvPr/>
        </p:nvSpPr>
        <p:spPr>
          <a:xfrm>
            <a:off x="5455008" y="519108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3" name="r1_o07741"/>
          <p:cNvSpPr/>
          <p:nvPr/>
        </p:nvSpPr>
        <p:spPr>
          <a:xfrm>
            <a:off x="5455008" y="519108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4" name="r1_o07742"/>
          <p:cNvSpPr/>
          <p:nvPr/>
        </p:nvSpPr>
        <p:spPr>
          <a:xfrm>
            <a:off x="5105810" y="51905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5" name="r1_o07743"/>
          <p:cNvSpPr/>
          <p:nvPr/>
        </p:nvSpPr>
        <p:spPr>
          <a:xfrm>
            <a:off x="5116013" y="51997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6" name="r1_o07744"/>
          <p:cNvSpPr/>
          <p:nvPr/>
        </p:nvSpPr>
        <p:spPr>
          <a:xfrm>
            <a:off x="5116013" y="51997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7" name="r1_o07745"/>
          <p:cNvSpPr/>
          <p:nvPr/>
        </p:nvSpPr>
        <p:spPr>
          <a:xfrm>
            <a:off x="5240663" y="520602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8" name="r1_o07746"/>
          <p:cNvSpPr/>
          <p:nvPr/>
        </p:nvSpPr>
        <p:spPr>
          <a:xfrm>
            <a:off x="5250866" y="521513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9" name="r1_o07747"/>
          <p:cNvSpPr/>
          <p:nvPr/>
        </p:nvSpPr>
        <p:spPr>
          <a:xfrm>
            <a:off x="5250866" y="521513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0" name="r1_o07748"/>
          <p:cNvSpPr/>
          <p:nvPr/>
        </p:nvSpPr>
        <p:spPr>
          <a:xfrm>
            <a:off x="5714511" y="521282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1" name="r1_o07749"/>
          <p:cNvSpPr/>
          <p:nvPr/>
        </p:nvSpPr>
        <p:spPr>
          <a:xfrm>
            <a:off x="5724714" y="522193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2" name="r1_o07750"/>
          <p:cNvSpPr/>
          <p:nvPr/>
        </p:nvSpPr>
        <p:spPr>
          <a:xfrm>
            <a:off x="5724714" y="522193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3" name="r1_o07751"/>
          <p:cNvSpPr/>
          <p:nvPr/>
        </p:nvSpPr>
        <p:spPr>
          <a:xfrm>
            <a:off x="5760425" y="525509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4" name="r1_o07752"/>
          <p:cNvSpPr/>
          <p:nvPr/>
        </p:nvSpPr>
        <p:spPr>
          <a:xfrm>
            <a:off x="5766955" y="526092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5" name="r1_o07753"/>
          <p:cNvSpPr/>
          <p:nvPr/>
        </p:nvSpPr>
        <p:spPr>
          <a:xfrm>
            <a:off x="5766955" y="526092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6" name="r1_o07754"/>
          <p:cNvSpPr/>
          <p:nvPr/>
        </p:nvSpPr>
        <p:spPr>
          <a:xfrm>
            <a:off x="4901680" y="52146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7" name="r1_o07755"/>
          <p:cNvSpPr/>
          <p:nvPr/>
        </p:nvSpPr>
        <p:spPr>
          <a:xfrm>
            <a:off x="4911883" y="52237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8" name="r1_o07756"/>
          <p:cNvSpPr/>
          <p:nvPr/>
        </p:nvSpPr>
        <p:spPr>
          <a:xfrm>
            <a:off x="4911883" y="52237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9" name="r1_o07757"/>
          <p:cNvSpPr/>
          <p:nvPr/>
        </p:nvSpPr>
        <p:spPr>
          <a:xfrm>
            <a:off x="4947595" y="525691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0" name="r1_o07758"/>
          <p:cNvSpPr/>
          <p:nvPr/>
        </p:nvSpPr>
        <p:spPr>
          <a:xfrm>
            <a:off x="4954125" y="526274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1" name="r1_o07759"/>
          <p:cNvSpPr/>
          <p:nvPr/>
        </p:nvSpPr>
        <p:spPr>
          <a:xfrm>
            <a:off x="4954125" y="526274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2" name="r1_o07760"/>
          <p:cNvSpPr/>
          <p:nvPr/>
        </p:nvSpPr>
        <p:spPr>
          <a:xfrm>
            <a:off x="5036533" y="523006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3" name="r1_o07761"/>
          <p:cNvSpPr/>
          <p:nvPr/>
        </p:nvSpPr>
        <p:spPr>
          <a:xfrm>
            <a:off x="5046737" y="523917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4" name="r1_o07762"/>
          <p:cNvSpPr/>
          <p:nvPr/>
        </p:nvSpPr>
        <p:spPr>
          <a:xfrm>
            <a:off x="5046737" y="523917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5" name="r1_o07763"/>
          <p:cNvSpPr/>
          <p:nvPr/>
        </p:nvSpPr>
        <p:spPr>
          <a:xfrm>
            <a:off x="5510381" y="523687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6" name="r1_o07764"/>
          <p:cNvSpPr/>
          <p:nvPr/>
        </p:nvSpPr>
        <p:spPr>
          <a:xfrm>
            <a:off x="5520584" y="524598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7" name="r1_o07765"/>
          <p:cNvSpPr/>
          <p:nvPr/>
        </p:nvSpPr>
        <p:spPr>
          <a:xfrm>
            <a:off x="5520584" y="524598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8" name="r1_o07766"/>
          <p:cNvSpPr/>
          <p:nvPr/>
        </p:nvSpPr>
        <p:spPr>
          <a:xfrm>
            <a:off x="5645234" y="525229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9" name="r1_o07767"/>
          <p:cNvSpPr/>
          <p:nvPr/>
        </p:nvSpPr>
        <p:spPr>
          <a:xfrm>
            <a:off x="5655438" y="526140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0" name="r1_o07768"/>
          <p:cNvSpPr/>
          <p:nvPr/>
        </p:nvSpPr>
        <p:spPr>
          <a:xfrm>
            <a:off x="5655438" y="526140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1" name="r1_o07769"/>
          <p:cNvSpPr/>
          <p:nvPr/>
        </p:nvSpPr>
        <p:spPr>
          <a:xfrm>
            <a:off x="4832404" y="525411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2" name="r1_o07770"/>
          <p:cNvSpPr/>
          <p:nvPr/>
        </p:nvSpPr>
        <p:spPr>
          <a:xfrm>
            <a:off x="4842607" y="526322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3" name="r1_o07771"/>
          <p:cNvSpPr/>
          <p:nvPr/>
        </p:nvSpPr>
        <p:spPr>
          <a:xfrm>
            <a:off x="4842607" y="526322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4" name="r1_o07772"/>
          <p:cNvSpPr/>
          <p:nvPr/>
        </p:nvSpPr>
        <p:spPr>
          <a:xfrm>
            <a:off x="4878318" y="529638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5" name="r1_o07773"/>
          <p:cNvSpPr/>
          <p:nvPr/>
        </p:nvSpPr>
        <p:spPr>
          <a:xfrm>
            <a:off x="4884848" y="530221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6" name="r1_o07774"/>
          <p:cNvSpPr/>
          <p:nvPr/>
        </p:nvSpPr>
        <p:spPr>
          <a:xfrm>
            <a:off x="4884848" y="530221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7" name="r1_o07775"/>
          <p:cNvSpPr/>
          <p:nvPr/>
        </p:nvSpPr>
        <p:spPr>
          <a:xfrm>
            <a:off x="5306251" y="526091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8" name="r1_o07776"/>
          <p:cNvSpPr/>
          <p:nvPr/>
        </p:nvSpPr>
        <p:spPr>
          <a:xfrm>
            <a:off x="5316455" y="527002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9" name="r1_o07777"/>
          <p:cNvSpPr/>
          <p:nvPr/>
        </p:nvSpPr>
        <p:spPr>
          <a:xfrm>
            <a:off x="5316455" y="527002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0" name="r1_o07778"/>
          <p:cNvSpPr/>
          <p:nvPr/>
        </p:nvSpPr>
        <p:spPr>
          <a:xfrm>
            <a:off x="5441105" y="527633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1" name="r1_o07779"/>
          <p:cNvSpPr/>
          <p:nvPr/>
        </p:nvSpPr>
        <p:spPr>
          <a:xfrm>
            <a:off x="5451308" y="528544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2" name="r1_o07780"/>
          <p:cNvSpPr/>
          <p:nvPr/>
        </p:nvSpPr>
        <p:spPr>
          <a:xfrm>
            <a:off x="5451308" y="528544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3" name="r1_o07781"/>
          <p:cNvSpPr/>
          <p:nvPr/>
        </p:nvSpPr>
        <p:spPr>
          <a:xfrm>
            <a:off x="5102110" y="528495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4" name="r1_o07782"/>
          <p:cNvSpPr/>
          <p:nvPr/>
        </p:nvSpPr>
        <p:spPr>
          <a:xfrm>
            <a:off x="5112313" y="529406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5" name="r1_o07783"/>
          <p:cNvSpPr/>
          <p:nvPr/>
        </p:nvSpPr>
        <p:spPr>
          <a:xfrm>
            <a:off x="5112313" y="529406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6" name="r1_o07784"/>
          <p:cNvSpPr/>
          <p:nvPr/>
        </p:nvSpPr>
        <p:spPr>
          <a:xfrm>
            <a:off x="5236975" y="530038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7" name="r1_o07785"/>
          <p:cNvSpPr/>
          <p:nvPr/>
        </p:nvSpPr>
        <p:spPr>
          <a:xfrm>
            <a:off x="5247178" y="530949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8" name="r1_o07786"/>
          <p:cNvSpPr/>
          <p:nvPr/>
        </p:nvSpPr>
        <p:spPr>
          <a:xfrm>
            <a:off x="5247178" y="530949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9" name="r1_o07787"/>
          <p:cNvSpPr/>
          <p:nvPr/>
        </p:nvSpPr>
        <p:spPr>
          <a:xfrm>
            <a:off x="5710811" y="530718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0" name="r1_o07788"/>
          <p:cNvSpPr/>
          <p:nvPr/>
        </p:nvSpPr>
        <p:spPr>
          <a:xfrm>
            <a:off x="5721014" y="531629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1" name="r1_o07789"/>
          <p:cNvSpPr/>
          <p:nvPr/>
        </p:nvSpPr>
        <p:spPr>
          <a:xfrm>
            <a:off x="5721014" y="531629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2" name="r1_o07790"/>
          <p:cNvSpPr/>
          <p:nvPr/>
        </p:nvSpPr>
        <p:spPr>
          <a:xfrm>
            <a:off x="5756725" y="534945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3" name="r1_o07791"/>
          <p:cNvSpPr/>
          <p:nvPr/>
        </p:nvSpPr>
        <p:spPr>
          <a:xfrm>
            <a:off x="5763255" y="535528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4" name="r1_o07792"/>
          <p:cNvSpPr/>
          <p:nvPr/>
        </p:nvSpPr>
        <p:spPr>
          <a:xfrm>
            <a:off x="5763255" y="535528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5" name="r1_o07793"/>
          <p:cNvSpPr/>
          <p:nvPr/>
        </p:nvSpPr>
        <p:spPr>
          <a:xfrm>
            <a:off x="4897980" y="530900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6" name="r1_o07794"/>
          <p:cNvSpPr/>
          <p:nvPr/>
        </p:nvSpPr>
        <p:spPr>
          <a:xfrm>
            <a:off x="4908183" y="531811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7" name="r1_o07795"/>
          <p:cNvSpPr/>
          <p:nvPr/>
        </p:nvSpPr>
        <p:spPr>
          <a:xfrm>
            <a:off x="4908183" y="531811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8" name="r1_o07796"/>
          <p:cNvSpPr/>
          <p:nvPr/>
        </p:nvSpPr>
        <p:spPr>
          <a:xfrm>
            <a:off x="5032833" y="532442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9" name="r1_o07797"/>
          <p:cNvSpPr/>
          <p:nvPr/>
        </p:nvSpPr>
        <p:spPr>
          <a:xfrm>
            <a:off x="5043037" y="533353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0" name="r1_o07798"/>
          <p:cNvSpPr/>
          <p:nvPr/>
        </p:nvSpPr>
        <p:spPr>
          <a:xfrm>
            <a:off x="5043037" y="533353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1" name="r1_o07799"/>
          <p:cNvSpPr/>
          <p:nvPr/>
        </p:nvSpPr>
        <p:spPr>
          <a:xfrm>
            <a:off x="5506681" y="533123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2" name="r1_o07800"/>
          <p:cNvSpPr/>
          <p:nvPr/>
        </p:nvSpPr>
        <p:spPr>
          <a:xfrm>
            <a:off x="5516884" y="534034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3" name="r1_o07801"/>
          <p:cNvSpPr/>
          <p:nvPr/>
        </p:nvSpPr>
        <p:spPr>
          <a:xfrm>
            <a:off x="5516884" y="534034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4" name="r1_o07802"/>
          <p:cNvSpPr/>
          <p:nvPr/>
        </p:nvSpPr>
        <p:spPr>
          <a:xfrm>
            <a:off x="4693850" y="533304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5" name="r1_o07803"/>
          <p:cNvSpPr/>
          <p:nvPr/>
        </p:nvSpPr>
        <p:spPr>
          <a:xfrm>
            <a:off x="4704054" y="534215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6" name="r1_o07804"/>
          <p:cNvSpPr/>
          <p:nvPr/>
        </p:nvSpPr>
        <p:spPr>
          <a:xfrm>
            <a:off x="4704054" y="534215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7" name="r1_o07805"/>
          <p:cNvSpPr/>
          <p:nvPr/>
        </p:nvSpPr>
        <p:spPr>
          <a:xfrm>
            <a:off x="4739765" y="537532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8" name="r1_o07806"/>
          <p:cNvSpPr/>
          <p:nvPr/>
        </p:nvSpPr>
        <p:spPr>
          <a:xfrm>
            <a:off x="4746295" y="538115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9" name="r1_o07807"/>
          <p:cNvSpPr/>
          <p:nvPr/>
        </p:nvSpPr>
        <p:spPr>
          <a:xfrm>
            <a:off x="4746295" y="538115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0" name="r1_o07808"/>
          <p:cNvSpPr/>
          <p:nvPr/>
        </p:nvSpPr>
        <p:spPr>
          <a:xfrm>
            <a:off x="5641534" y="534665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1" name="r1_o07809"/>
          <p:cNvSpPr/>
          <p:nvPr/>
        </p:nvSpPr>
        <p:spPr>
          <a:xfrm>
            <a:off x="5651737" y="535576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2" name="r1_o07810"/>
          <p:cNvSpPr/>
          <p:nvPr/>
        </p:nvSpPr>
        <p:spPr>
          <a:xfrm>
            <a:off x="5651737" y="535576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3" name="r1_o07811"/>
          <p:cNvSpPr/>
          <p:nvPr/>
        </p:nvSpPr>
        <p:spPr>
          <a:xfrm>
            <a:off x="5687449" y="538892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4" name="r1_o07812"/>
          <p:cNvSpPr/>
          <p:nvPr/>
        </p:nvSpPr>
        <p:spPr>
          <a:xfrm>
            <a:off x="5693979" y="539475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5" name="r1_o07813"/>
          <p:cNvSpPr/>
          <p:nvPr/>
        </p:nvSpPr>
        <p:spPr>
          <a:xfrm>
            <a:off x="5693979" y="539475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6" name="r1_o07814"/>
          <p:cNvSpPr/>
          <p:nvPr/>
        </p:nvSpPr>
        <p:spPr>
          <a:xfrm>
            <a:off x="4828704" y="534847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7" name="r1_o07815"/>
          <p:cNvSpPr/>
          <p:nvPr/>
        </p:nvSpPr>
        <p:spPr>
          <a:xfrm>
            <a:off x="4838907" y="535758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8" name="r1_o07816"/>
          <p:cNvSpPr/>
          <p:nvPr/>
        </p:nvSpPr>
        <p:spPr>
          <a:xfrm>
            <a:off x="4838907" y="535758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9" name="r1_o07817"/>
          <p:cNvSpPr/>
          <p:nvPr/>
        </p:nvSpPr>
        <p:spPr>
          <a:xfrm>
            <a:off x="5302551" y="535527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0" name="r1_o07818"/>
          <p:cNvSpPr/>
          <p:nvPr/>
        </p:nvSpPr>
        <p:spPr>
          <a:xfrm>
            <a:off x="5312754" y="536438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1" name="r1_o07819"/>
          <p:cNvSpPr/>
          <p:nvPr/>
        </p:nvSpPr>
        <p:spPr>
          <a:xfrm>
            <a:off x="5312754" y="536438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2" name="r1_o07820"/>
          <p:cNvSpPr/>
          <p:nvPr/>
        </p:nvSpPr>
        <p:spPr>
          <a:xfrm>
            <a:off x="5437404" y="53706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3" name="r1_o07821"/>
          <p:cNvSpPr/>
          <p:nvPr/>
        </p:nvSpPr>
        <p:spPr>
          <a:xfrm>
            <a:off x="5447608" y="53798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4" name="r1_o07822"/>
          <p:cNvSpPr/>
          <p:nvPr/>
        </p:nvSpPr>
        <p:spPr>
          <a:xfrm>
            <a:off x="5447608" y="53798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5" name="r1_o07823"/>
          <p:cNvSpPr/>
          <p:nvPr/>
        </p:nvSpPr>
        <p:spPr>
          <a:xfrm>
            <a:off x="4624574" y="537251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6" name="r1_o07824"/>
          <p:cNvSpPr/>
          <p:nvPr/>
        </p:nvSpPr>
        <p:spPr>
          <a:xfrm>
            <a:off x="4634777" y="538162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7" name="r1_o07825"/>
          <p:cNvSpPr/>
          <p:nvPr/>
        </p:nvSpPr>
        <p:spPr>
          <a:xfrm>
            <a:off x="4634777" y="538162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8" name="r1_o07826"/>
          <p:cNvSpPr/>
          <p:nvPr/>
        </p:nvSpPr>
        <p:spPr>
          <a:xfrm>
            <a:off x="4670488" y="541478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9" name="r1_o07827"/>
          <p:cNvSpPr/>
          <p:nvPr/>
        </p:nvSpPr>
        <p:spPr>
          <a:xfrm>
            <a:off x="4677018" y="542061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0" name="r1_o07828"/>
          <p:cNvSpPr/>
          <p:nvPr/>
        </p:nvSpPr>
        <p:spPr>
          <a:xfrm>
            <a:off x="4677018" y="542061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1" name="r1_o07829"/>
          <p:cNvSpPr/>
          <p:nvPr/>
        </p:nvSpPr>
        <p:spPr>
          <a:xfrm>
            <a:off x="5098421" y="537932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2" name="r1_o07830"/>
          <p:cNvSpPr/>
          <p:nvPr/>
        </p:nvSpPr>
        <p:spPr>
          <a:xfrm>
            <a:off x="5108625" y="538843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3" name="r1_o07831"/>
          <p:cNvSpPr/>
          <p:nvPr/>
        </p:nvSpPr>
        <p:spPr>
          <a:xfrm>
            <a:off x="5108625" y="538843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4" name="r1_o07832"/>
          <p:cNvSpPr/>
          <p:nvPr/>
        </p:nvSpPr>
        <p:spPr>
          <a:xfrm>
            <a:off x="5233275" y="53947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5" name="r1_o07833"/>
          <p:cNvSpPr/>
          <p:nvPr/>
        </p:nvSpPr>
        <p:spPr>
          <a:xfrm>
            <a:off x="5243478" y="54038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6" name="r1_o07834"/>
          <p:cNvSpPr/>
          <p:nvPr/>
        </p:nvSpPr>
        <p:spPr>
          <a:xfrm>
            <a:off x="5243478" y="54038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7" name="r1_o07835"/>
          <p:cNvSpPr/>
          <p:nvPr/>
        </p:nvSpPr>
        <p:spPr>
          <a:xfrm>
            <a:off x="4894280" y="540336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8" name="r1_o07836"/>
          <p:cNvSpPr/>
          <p:nvPr/>
        </p:nvSpPr>
        <p:spPr>
          <a:xfrm>
            <a:off x="4904483" y="541247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9" name="r1_o07837"/>
          <p:cNvSpPr/>
          <p:nvPr/>
        </p:nvSpPr>
        <p:spPr>
          <a:xfrm>
            <a:off x="4904483" y="541247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0" name="r1_o07838"/>
          <p:cNvSpPr/>
          <p:nvPr/>
        </p:nvSpPr>
        <p:spPr>
          <a:xfrm>
            <a:off x="5029145" y="541879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1" name="r1_o07839"/>
          <p:cNvSpPr/>
          <p:nvPr/>
        </p:nvSpPr>
        <p:spPr>
          <a:xfrm>
            <a:off x="5039348" y="542790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2" name="r1_o07840"/>
          <p:cNvSpPr/>
          <p:nvPr/>
        </p:nvSpPr>
        <p:spPr>
          <a:xfrm>
            <a:off x="5039348" y="542790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3" name="r1_o07841"/>
          <p:cNvSpPr/>
          <p:nvPr/>
        </p:nvSpPr>
        <p:spPr>
          <a:xfrm>
            <a:off x="5502981" y="542558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4" name="r1_o07842"/>
          <p:cNvSpPr/>
          <p:nvPr/>
        </p:nvSpPr>
        <p:spPr>
          <a:xfrm>
            <a:off x="5513184" y="543469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5" name="r1_o07843"/>
          <p:cNvSpPr/>
          <p:nvPr/>
        </p:nvSpPr>
        <p:spPr>
          <a:xfrm>
            <a:off x="5513184" y="543469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6" name="r1_o07844"/>
          <p:cNvSpPr/>
          <p:nvPr/>
        </p:nvSpPr>
        <p:spPr>
          <a:xfrm>
            <a:off x="5548895" y="546786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7" name="r1_o07845"/>
          <p:cNvSpPr/>
          <p:nvPr/>
        </p:nvSpPr>
        <p:spPr>
          <a:xfrm>
            <a:off x="5555425" y="547369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8" name="r1_o07846"/>
          <p:cNvSpPr/>
          <p:nvPr/>
        </p:nvSpPr>
        <p:spPr>
          <a:xfrm>
            <a:off x="5555425" y="547369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9" name="r1_o07847"/>
          <p:cNvSpPr/>
          <p:nvPr/>
        </p:nvSpPr>
        <p:spPr>
          <a:xfrm>
            <a:off x="4690150" y="542740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0" name="r1_o07848"/>
          <p:cNvSpPr/>
          <p:nvPr/>
        </p:nvSpPr>
        <p:spPr>
          <a:xfrm>
            <a:off x="4700354" y="543651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1" name="r1_o07849"/>
          <p:cNvSpPr/>
          <p:nvPr/>
        </p:nvSpPr>
        <p:spPr>
          <a:xfrm>
            <a:off x="4700354" y="543651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2" name="r1_o07850"/>
          <p:cNvSpPr/>
          <p:nvPr/>
        </p:nvSpPr>
        <p:spPr>
          <a:xfrm>
            <a:off x="4825003" y="544283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3" name="r1_o07851"/>
          <p:cNvSpPr/>
          <p:nvPr/>
        </p:nvSpPr>
        <p:spPr>
          <a:xfrm>
            <a:off x="4835207" y="545194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4" name="r1_o07852"/>
          <p:cNvSpPr/>
          <p:nvPr/>
        </p:nvSpPr>
        <p:spPr>
          <a:xfrm>
            <a:off x="4835207" y="545194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5" name="r1_o07853"/>
          <p:cNvSpPr/>
          <p:nvPr/>
        </p:nvSpPr>
        <p:spPr>
          <a:xfrm>
            <a:off x="5298851" y="544963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6" name="r1_o07854"/>
          <p:cNvSpPr/>
          <p:nvPr/>
        </p:nvSpPr>
        <p:spPr>
          <a:xfrm>
            <a:off x="5309054" y="545874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7" name="r1_o07855"/>
          <p:cNvSpPr/>
          <p:nvPr/>
        </p:nvSpPr>
        <p:spPr>
          <a:xfrm>
            <a:off x="5309054" y="545874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8" name="r1_o07856"/>
          <p:cNvSpPr/>
          <p:nvPr/>
        </p:nvSpPr>
        <p:spPr>
          <a:xfrm>
            <a:off x="4486021" y="545145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9" name="r1_o07857"/>
          <p:cNvSpPr/>
          <p:nvPr/>
        </p:nvSpPr>
        <p:spPr>
          <a:xfrm>
            <a:off x="4496224" y="546056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0" name="r1_o07858"/>
          <p:cNvSpPr/>
          <p:nvPr/>
        </p:nvSpPr>
        <p:spPr>
          <a:xfrm>
            <a:off x="4496224" y="546056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1" name="r1_o07859"/>
          <p:cNvSpPr/>
          <p:nvPr/>
        </p:nvSpPr>
        <p:spPr>
          <a:xfrm>
            <a:off x="4531935" y="549372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2" name="r1_o07860"/>
          <p:cNvSpPr/>
          <p:nvPr/>
        </p:nvSpPr>
        <p:spPr>
          <a:xfrm>
            <a:off x="4538465" y="549955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3" name="r1_o07861"/>
          <p:cNvSpPr/>
          <p:nvPr/>
        </p:nvSpPr>
        <p:spPr>
          <a:xfrm>
            <a:off x="4538465" y="549955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4" name="r1_o07862"/>
          <p:cNvSpPr/>
          <p:nvPr/>
        </p:nvSpPr>
        <p:spPr>
          <a:xfrm>
            <a:off x="5433704" y="546505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5" name="r1_o07863"/>
          <p:cNvSpPr/>
          <p:nvPr/>
        </p:nvSpPr>
        <p:spPr>
          <a:xfrm>
            <a:off x="5443908" y="547416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6" name="r1_o07864"/>
          <p:cNvSpPr/>
          <p:nvPr/>
        </p:nvSpPr>
        <p:spPr>
          <a:xfrm>
            <a:off x="5443908" y="547416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7" name="r1_o07865"/>
          <p:cNvSpPr/>
          <p:nvPr/>
        </p:nvSpPr>
        <p:spPr>
          <a:xfrm>
            <a:off x="5479619" y="550732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8" name="r1_o07866"/>
          <p:cNvSpPr/>
          <p:nvPr/>
        </p:nvSpPr>
        <p:spPr>
          <a:xfrm>
            <a:off x="5486149" y="551315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9" name="r1_o07867"/>
          <p:cNvSpPr/>
          <p:nvPr/>
        </p:nvSpPr>
        <p:spPr>
          <a:xfrm>
            <a:off x="5486149" y="551315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0" name="r1_o07868"/>
          <p:cNvSpPr/>
          <p:nvPr/>
        </p:nvSpPr>
        <p:spPr>
          <a:xfrm>
            <a:off x="4620874" y="54668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1" name="r1_o07869"/>
          <p:cNvSpPr/>
          <p:nvPr/>
        </p:nvSpPr>
        <p:spPr>
          <a:xfrm>
            <a:off x="4631077" y="54759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2" name="r1_o07870"/>
          <p:cNvSpPr/>
          <p:nvPr/>
        </p:nvSpPr>
        <p:spPr>
          <a:xfrm>
            <a:off x="4631077" y="54759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3" name="r1_o07871"/>
          <p:cNvSpPr/>
          <p:nvPr/>
        </p:nvSpPr>
        <p:spPr>
          <a:xfrm>
            <a:off x="5094721" y="547368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4" name="r1_o07872"/>
          <p:cNvSpPr/>
          <p:nvPr/>
        </p:nvSpPr>
        <p:spPr>
          <a:xfrm>
            <a:off x="5104925" y="548279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5" name="r1_o07873"/>
          <p:cNvSpPr/>
          <p:nvPr/>
        </p:nvSpPr>
        <p:spPr>
          <a:xfrm>
            <a:off x="5104925" y="548279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6" name="r1_o07874"/>
          <p:cNvSpPr/>
          <p:nvPr/>
        </p:nvSpPr>
        <p:spPr>
          <a:xfrm>
            <a:off x="5229575" y="548910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7" name="r1_o07875"/>
          <p:cNvSpPr/>
          <p:nvPr/>
        </p:nvSpPr>
        <p:spPr>
          <a:xfrm>
            <a:off x="5239778" y="549821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8" name="r1_o07876"/>
          <p:cNvSpPr/>
          <p:nvPr/>
        </p:nvSpPr>
        <p:spPr>
          <a:xfrm>
            <a:off x="5239778" y="549821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9" name="r1_o07877"/>
          <p:cNvSpPr/>
          <p:nvPr/>
        </p:nvSpPr>
        <p:spPr>
          <a:xfrm>
            <a:off x="4416744" y="549092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0" name="r1_o07878"/>
          <p:cNvSpPr/>
          <p:nvPr/>
        </p:nvSpPr>
        <p:spPr>
          <a:xfrm>
            <a:off x="4426947" y="550003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1" name="r1_o07879"/>
          <p:cNvSpPr/>
          <p:nvPr/>
        </p:nvSpPr>
        <p:spPr>
          <a:xfrm>
            <a:off x="4426947" y="550003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2" name="r1_o07880"/>
          <p:cNvSpPr/>
          <p:nvPr/>
        </p:nvSpPr>
        <p:spPr>
          <a:xfrm>
            <a:off x="4462658" y="553319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3" name="r1_o07881"/>
          <p:cNvSpPr/>
          <p:nvPr/>
        </p:nvSpPr>
        <p:spPr>
          <a:xfrm>
            <a:off x="4469188" y="553902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4" name="r1_o07882"/>
          <p:cNvSpPr/>
          <p:nvPr/>
        </p:nvSpPr>
        <p:spPr>
          <a:xfrm>
            <a:off x="4469188" y="553902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5" name="r1_o07883"/>
          <p:cNvSpPr/>
          <p:nvPr/>
        </p:nvSpPr>
        <p:spPr>
          <a:xfrm>
            <a:off x="4890592" y="549772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6" name="r1_o07884"/>
          <p:cNvSpPr/>
          <p:nvPr/>
        </p:nvSpPr>
        <p:spPr>
          <a:xfrm>
            <a:off x="4900795" y="550683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7" name="r1_o07885"/>
          <p:cNvSpPr/>
          <p:nvPr/>
        </p:nvSpPr>
        <p:spPr>
          <a:xfrm>
            <a:off x="4900795" y="550683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8" name="r1_o07886"/>
          <p:cNvSpPr/>
          <p:nvPr/>
        </p:nvSpPr>
        <p:spPr>
          <a:xfrm>
            <a:off x="5025445" y="551314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9" name="r1_o07887"/>
          <p:cNvSpPr/>
          <p:nvPr/>
        </p:nvSpPr>
        <p:spPr>
          <a:xfrm>
            <a:off x="5035648" y="552225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0" name="r1_o07888"/>
          <p:cNvSpPr/>
          <p:nvPr/>
        </p:nvSpPr>
        <p:spPr>
          <a:xfrm>
            <a:off x="5035648" y="552225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1" name="r1_o07889"/>
          <p:cNvSpPr/>
          <p:nvPr/>
        </p:nvSpPr>
        <p:spPr>
          <a:xfrm>
            <a:off x="4686450" y="552176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2" name="r1_o07890"/>
          <p:cNvSpPr/>
          <p:nvPr/>
        </p:nvSpPr>
        <p:spPr>
          <a:xfrm>
            <a:off x="4696653" y="553087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3" name="r1_o07891"/>
          <p:cNvSpPr/>
          <p:nvPr/>
        </p:nvSpPr>
        <p:spPr>
          <a:xfrm>
            <a:off x="4696653" y="553087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4" name="r1_o07892"/>
          <p:cNvSpPr/>
          <p:nvPr/>
        </p:nvSpPr>
        <p:spPr>
          <a:xfrm>
            <a:off x="4821315" y="553719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5" name="r1_o07893"/>
          <p:cNvSpPr/>
          <p:nvPr/>
        </p:nvSpPr>
        <p:spPr>
          <a:xfrm>
            <a:off x="4831518" y="554630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6" name="r1_o07894"/>
          <p:cNvSpPr/>
          <p:nvPr/>
        </p:nvSpPr>
        <p:spPr>
          <a:xfrm>
            <a:off x="4831518" y="554630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7" name="r1_o07895"/>
          <p:cNvSpPr/>
          <p:nvPr/>
        </p:nvSpPr>
        <p:spPr>
          <a:xfrm>
            <a:off x="5295151" y="554399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8" name="r1_o07896"/>
          <p:cNvSpPr/>
          <p:nvPr/>
        </p:nvSpPr>
        <p:spPr>
          <a:xfrm>
            <a:off x="5305354" y="555310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9" name="r1_o07897"/>
          <p:cNvSpPr/>
          <p:nvPr/>
        </p:nvSpPr>
        <p:spPr>
          <a:xfrm>
            <a:off x="5305354" y="555310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0" name="r1_o07898"/>
          <p:cNvSpPr/>
          <p:nvPr/>
        </p:nvSpPr>
        <p:spPr>
          <a:xfrm>
            <a:off x="5341065" y="558626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1" name="r1_o07899"/>
          <p:cNvSpPr/>
          <p:nvPr/>
        </p:nvSpPr>
        <p:spPr>
          <a:xfrm>
            <a:off x="5347596" y="559209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2" name="r1_o07900"/>
          <p:cNvSpPr/>
          <p:nvPr/>
        </p:nvSpPr>
        <p:spPr>
          <a:xfrm>
            <a:off x="5347596" y="559209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3" name="r1_o07901"/>
          <p:cNvSpPr/>
          <p:nvPr/>
        </p:nvSpPr>
        <p:spPr>
          <a:xfrm>
            <a:off x="4482320" y="554581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4" name="r1_o07902"/>
          <p:cNvSpPr/>
          <p:nvPr/>
        </p:nvSpPr>
        <p:spPr>
          <a:xfrm>
            <a:off x="4492524" y="555492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5" name="r1_o07903"/>
          <p:cNvSpPr/>
          <p:nvPr/>
        </p:nvSpPr>
        <p:spPr>
          <a:xfrm>
            <a:off x="4492524" y="555492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6" name="r1_o07904"/>
          <p:cNvSpPr/>
          <p:nvPr/>
        </p:nvSpPr>
        <p:spPr>
          <a:xfrm>
            <a:off x="4617174" y="556123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7" name="r1_o07905"/>
          <p:cNvSpPr/>
          <p:nvPr/>
        </p:nvSpPr>
        <p:spPr>
          <a:xfrm>
            <a:off x="4627377" y="557034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8" name="r1_o07906"/>
          <p:cNvSpPr/>
          <p:nvPr/>
        </p:nvSpPr>
        <p:spPr>
          <a:xfrm>
            <a:off x="4627377" y="557034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9" name="r1_o07907"/>
          <p:cNvSpPr/>
          <p:nvPr/>
        </p:nvSpPr>
        <p:spPr>
          <a:xfrm>
            <a:off x="5091021" y="556804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0" name="r1_o07908"/>
          <p:cNvSpPr/>
          <p:nvPr/>
        </p:nvSpPr>
        <p:spPr>
          <a:xfrm>
            <a:off x="5101225" y="557715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1" name="r1_o07909"/>
          <p:cNvSpPr/>
          <p:nvPr/>
        </p:nvSpPr>
        <p:spPr>
          <a:xfrm>
            <a:off x="5101225" y="557715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2" name="r1_o07910"/>
          <p:cNvSpPr/>
          <p:nvPr/>
        </p:nvSpPr>
        <p:spPr>
          <a:xfrm>
            <a:off x="4278191" y="556986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3" name="r1_o07911"/>
          <p:cNvSpPr/>
          <p:nvPr/>
        </p:nvSpPr>
        <p:spPr>
          <a:xfrm>
            <a:off x="4288394" y="557897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4" name="r1_o07912"/>
          <p:cNvSpPr/>
          <p:nvPr/>
        </p:nvSpPr>
        <p:spPr>
          <a:xfrm>
            <a:off x="4288394" y="557897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5" name="r1_o07913"/>
          <p:cNvSpPr/>
          <p:nvPr/>
        </p:nvSpPr>
        <p:spPr>
          <a:xfrm>
            <a:off x="4324105" y="561213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6" name="r1_o07914"/>
          <p:cNvSpPr/>
          <p:nvPr/>
        </p:nvSpPr>
        <p:spPr>
          <a:xfrm>
            <a:off x="4330635" y="561796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7" name="r1_o07915"/>
          <p:cNvSpPr/>
          <p:nvPr/>
        </p:nvSpPr>
        <p:spPr>
          <a:xfrm>
            <a:off x="4330635" y="561796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8" name="r1_o07916"/>
          <p:cNvSpPr/>
          <p:nvPr/>
        </p:nvSpPr>
        <p:spPr>
          <a:xfrm>
            <a:off x="5225875" y="558346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9" name="r1_o07917"/>
          <p:cNvSpPr/>
          <p:nvPr/>
        </p:nvSpPr>
        <p:spPr>
          <a:xfrm>
            <a:off x="5236078" y="559257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0" name="r1_o07918"/>
          <p:cNvSpPr/>
          <p:nvPr/>
        </p:nvSpPr>
        <p:spPr>
          <a:xfrm>
            <a:off x="5236078" y="559257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1" name="r1_o07919"/>
          <p:cNvSpPr/>
          <p:nvPr/>
        </p:nvSpPr>
        <p:spPr>
          <a:xfrm>
            <a:off x="5271789" y="562573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2" name="r1_o07920"/>
          <p:cNvSpPr/>
          <p:nvPr/>
        </p:nvSpPr>
        <p:spPr>
          <a:xfrm>
            <a:off x="5278319" y="563156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3" name="r1_o07921"/>
          <p:cNvSpPr/>
          <p:nvPr/>
        </p:nvSpPr>
        <p:spPr>
          <a:xfrm>
            <a:off x="5278319" y="563156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4" name="r1_o07922"/>
          <p:cNvSpPr/>
          <p:nvPr/>
        </p:nvSpPr>
        <p:spPr>
          <a:xfrm>
            <a:off x="4413044" y="558528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5" name="r1_o07923"/>
          <p:cNvSpPr/>
          <p:nvPr/>
        </p:nvSpPr>
        <p:spPr>
          <a:xfrm>
            <a:off x="4423247" y="559439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6" name="r1_o07924"/>
          <p:cNvSpPr/>
          <p:nvPr/>
        </p:nvSpPr>
        <p:spPr>
          <a:xfrm>
            <a:off x="4423247" y="559439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7" name="r1_o07925"/>
          <p:cNvSpPr/>
          <p:nvPr/>
        </p:nvSpPr>
        <p:spPr>
          <a:xfrm>
            <a:off x="4886892" y="559208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8" name="r1_o07926"/>
          <p:cNvSpPr/>
          <p:nvPr/>
        </p:nvSpPr>
        <p:spPr>
          <a:xfrm>
            <a:off x="4897095" y="560119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9" name="r1_o07927"/>
          <p:cNvSpPr/>
          <p:nvPr/>
        </p:nvSpPr>
        <p:spPr>
          <a:xfrm>
            <a:off x="4897095" y="560119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0" name="r1_o07928"/>
          <p:cNvSpPr/>
          <p:nvPr/>
        </p:nvSpPr>
        <p:spPr>
          <a:xfrm>
            <a:off x="5021745" y="560750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1" name="r1_o07929"/>
          <p:cNvSpPr/>
          <p:nvPr/>
        </p:nvSpPr>
        <p:spPr>
          <a:xfrm>
            <a:off x="5031948" y="561661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2" name="r1_o07930"/>
          <p:cNvSpPr/>
          <p:nvPr/>
        </p:nvSpPr>
        <p:spPr>
          <a:xfrm>
            <a:off x="5031948" y="561661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3" name="r1_o07931"/>
          <p:cNvSpPr/>
          <p:nvPr/>
        </p:nvSpPr>
        <p:spPr>
          <a:xfrm>
            <a:off x="4208914" y="560932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4" name="r1_o07932"/>
          <p:cNvSpPr/>
          <p:nvPr/>
        </p:nvSpPr>
        <p:spPr>
          <a:xfrm>
            <a:off x="4219117" y="561843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5" name="r1_o07933"/>
          <p:cNvSpPr/>
          <p:nvPr/>
        </p:nvSpPr>
        <p:spPr>
          <a:xfrm>
            <a:off x="4219117" y="561843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6" name="r1_o07934"/>
          <p:cNvSpPr/>
          <p:nvPr/>
        </p:nvSpPr>
        <p:spPr>
          <a:xfrm>
            <a:off x="4254828" y="565159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7" name="r1_o07935"/>
          <p:cNvSpPr/>
          <p:nvPr/>
        </p:nvSpPr>
        <p:spPr>
          <a:xfrm>
            <a:off x="4261358" y="565742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8" name="r1_o07936"/>
          <p:cNvSpPr/>
          <p:nvPr/>
        </p:nvSpPr>
        <p:spPr>
          <a:xfrm>
            <a:off x="4261358" y="565742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9" name="r1_o07937"/>
          <p:cNvSpPr/>
          <p:nvPr/>
        </p:nvSpPr>
        <p:spPr>
          <a:xfrm>
            <a:off x="4682762" y="561613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0" name="r1_o07938"/>
          <p:cNvSpPr/>
          <p:nvPr/>
        </p:nvSpPr>
        <p:spPr>
          <a:xfrm>
            <a:off x="4692965" y="562524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1" name="r1_o07939"/>
          <p:cNvSpPr/>
          <p:nvPr/>
        </p:nvSpPr>
        <p:spPr>
          <a:xfrm>
            <a:off x="4692965" y="562524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2" name="r1_o07940"/>
          <p:cNvSpPr/>
          <p:nvPr/>
        </p:nvSpPr>
        <p:spPr>
          <a:xfrm>
            <a:off x="4817615" y="563155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3" name="r1_o07941"/>
          <p:cNvSpPr/>
          <p:nvPr/>
        </p:nvSpPr>
        <p:spPr>
          <a:xfrm>
            <a:off x="4827818" y="564066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4" name="r1_o07942"/>
          <p:cNvSpPr/>
          <p:nvPr/>
        </p:nvSpPr>
        <p:spPr>
          <a:xfrm>
            <a:off x="4827818" y="564066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5" name="r1_o07943"/>
          <p:cNvSpPr/>
          <p:nvPr/>
        </p:nvSpPr>
        <p:spPr>
          <a:xfrm>
            <a:off x="4478620" y="564017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6" name="r1_o07944"/>
          <p:cNvSpPr/>
          <p:nvPr/>
        </p:nvSpPr>
        <p:spPr>
          <a:xfrm>
            <a:off x="4488824" y="564928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7" name="r1_o07945"/>
          <p:cNvSpPr/>
          <p:nvPr/>
        </p:nvSpPr>
        <p:spPr>
          <a:xfrm>
            <a:off x="4488824" y="564928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8" name="r1_o07946"/>
          <p:cNvSpPr/>
          <p:nvPr/>
        </p:nvSpPr>
        <p:spPr>
          <a:xfrm>
            <a:off x="4613485" y="565560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9" name="r1_o07947"/>
          <p:cNvSpPr/>
          <p:nvPr/>
        </p:nvSpPr>
        <p:spPr>
          <a:xfrm>
            <a:off x="4623688" y="566471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0" name="r1_o07948"/>
          <p:cNvSpPr/>
          <p:nvPr/>
        </p:nvSpPr>
        <p:spPr>
          <a:xfrm>
            <a:off x="4623688" y="566471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1" name="r1_o07949"/>
          <p:cNvSpPr/>
          <p:nvPr/>
        </p:nvSpPr>
        <p:spPr>
          <a:xfrm>
            <a:off x="5087321" y="566240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2" name="r1_o07950"/>
          <p:cNvSpPr/>
          <p:nvPr/>
        </p:nvSpPr>
        <p:spPr>
          <a:xfrm>
            <a:off x="5097524" y="567151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3" name="r1_o07951"/>
          <p:cNvSpPr/>
          <p:nvPr/>
        </p:nvSpPr>
        <p:spPr>
          <a:xfrm>
            <a:off x="5097524" y="567151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4" name="r1_o07952"/>
          <p:cNvSpPr/>
          <p:nvPr/>
        </p:nvSpPr>
        <p:spPr>
          <a:xfrm>
            <a:off x="5133236" y="570467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5" name="r1_o07953"/>
          <p:cNvSpPr/>
          <p:nvPr/>
        </p:nvSpPr>
        <p:spPr>
          <a:xfrm>
            <a:off x="5139766" y="571050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6" name="r1_o07954"/>
          <p:cNvSpPr/>
          <p:nvPr/>
        </p:nvSpPr>
        <p:spPr>
          <a:xfrm>
            <a:off x="5139766" y="571050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7" name="r1_o07955"/>
          <p:cNvSpPr/>
          <p:nvPr/>
        </p:nvSpPr>
        <p:spPr>
          <a:xfrm>
            <a:off x="4274491" y="566422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8" name="r1_o07956"/>
          <p:cNvSpPr/>
          <p:nvPr/>
        </p:nvSpPr>
        <p:spPr>
          <a:xfrm>
            <a:off x="4284694" y="567333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9" name="r1_o07957"/>
          <p:cNvSpPr/>
          <p:nvPr/>
        </p:nvSpPr>
        <p:spPr>
          <a:xfrm>
            <a:off x="4284694" y="567333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0" name="r1_o07958"/>
          <p:cNvSpPr/>
          <p:nvPr/>
        </p:nvSpPr>
        <p:spPr>
          <a:xfrm>
            <a:off x="4409344" y="567964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1" name="r1_o07959"/>
          <p:cNvSpPr/>
          <p:nvPr/>
        </p:nvSpPr>
        <p:spPr>
          <a:xfrm>
            <a:off x="4419547" y="568875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2" name="r1_o07960"/>
          <p:cNvSpPr/>
          <p:nvPr/>
        </p:nvSpPr>
        <p:spPr>
          <a:xfrm>
            <a:off x="4419547" y="568875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3" name="r1_o07961"/>
          <p:cNvSpPr/>
          <p:nvPr/>
        </p:nvSpPr>
        <p:spPr>
          <a:xfrm>
            <a:off x="4883191" y="568644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4" name="r1_o07962"/>
          <p:cNvSpPr/>
          <p:nvPr/>
        </p:nvSpPr>
        <p:spPr>
          <a:xfrm>
            <a:off x="4893395" y="569555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5" name="r1_o07963"/>
          <p:cNvSpPr/>
          <p:nvPr/>
        </p:nvSpPr>
        <p:spPr>
          <a:xfrm>
            <a:off x="4893395" y="569555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6" name="r1_o07964"/>
          <p:cNvSpPr/>
          <p:nvPr/>
        </p:nvSpPr>
        <p:spPr>
          <a:xfrm>
            <a:off x="4070361" y="568826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7" name="r1_o07965"/>
          <p:cNvSpPr/>
          <p:nvPr/>
        </p:nvSpPr>
        <p:spPr>
          <a:xfrm>
            <a:off x="4080564" y="569737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8" name="r1_o07966"/>
          <p:cNvSpPr/>
          <p:nvPr/>
        </p:nvSpPr>
        <p:spPr>
          <a:xfrm>
            <a:off x="4080564" y="569737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9" name="r1_o07967"/>
          <p:cNvSpPr/>
          <p:nvPr/>
        </p:nvSpPr>
        <p:spPr>
          <a:xfrm>
            <a:off x="4116275" y="573053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0" name="r1_o07968"/>
          <p:cNvSpPr/>
          <p:nvPr/>
        </p:nvSpPr>
        <p:spPr>
          <a:xfrm>
            <a:off x="4122805" y="573636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1" name="r1_o07969"/>
          <p:cNvSpPr/>
          <p:nvPr/>
        </p:nvSpPr>
        <p:spPr>
          <a:xfrm>
            <a:off x="4122805" y="573636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2" name="r1_o07970"/>
          <p:cNvSpPr/>
          <p:nvPr/>
        </p:nvSpPr>
        <p:spPr>
          <a:xfrm>
            <a:off x="5018045" y="570186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3" name="r1_o07971"/>
          <p:cNvSpPr/>
          <p:nvPr/>
        </p:nvSpPr>
        <p:spPr>
          <a:xfrm>
            <a:off x="5028248" y="571097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4" name="r1_o07972"/>
          <p:cNvSpPr/>
          <p:nvPr/>
        </p:nvSpPr>
        <p:spPr>
          <a:xfrm>
            <a:off x="5028248" y="571097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5" name="r1_o07973"/>
          <p:cNvSpPr/>
          <p:nvPr/>
        </p:nvSpPr>
        <p:spPr>
          <a:xfrm>
            <a:off x="5063959" y="574413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6" name="r1_o07974"/>
          <p:cNvSpPr/>
          <p:nvPr/>
        </p:nvSpPr>
        <p:spPr>
          <a:xfrm>
            <a:off x="5070489" y="574996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7" name="r1_o07975"/>
          <p:cNvSpPr/>
          <p:nvPr/>
        </p:nvSpPr>
        <p:spPr>
          <a:xfrm>
            <a:off x="5070489" y="574996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8" name="r1_o07976"/>
          <p:cNvSpPr/>
          <p:nvPr/>
        </p:nvSpPr>
        <p:spPr>
          <a:xfrm>
            <a:off x="4205214" y="570368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9" name="r1_o07977"/>
          <p:cNvSpPr/>
          <p:nvPr/>
        </p:nvSpPr>
        <p:spPr>
          <a:xfrm>
            <a:off x="4215417" y="571279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0" name="r1_o07978"/>
          <p:cNvSpPr/>
          <p:nvPr/>
        </p:nvSpPr>
        <p:spPr>
          <a:xfrm>
            <a:off x="4215417" y="571279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1" name="r1_o07979"/>
          <p:cNvSpPr/>
          <p:nvPr/>
        </p:nvSpPr>
        <p:spPr>
          <a:xfrm>
            <a:off x="4679062" y="571049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2" name="r1_o07980"/>
          <p:cNvSpPr/>
          <p:nvPr/>
        </p:nvSpPr>
        <p:spPr>
          <a:xfrm>
            <a:off x="4689265" y="571960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3" name="r1_o07981"/>
          <p:cNvSpPr/>
          <p:nvPr/>
        </p:nvSpPr>
        <p:spPr>
          <a:xfrm>
            <a:off x="4689265" y="571960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4" name="r1_o07982"/>
          <p:cNvSpPr/>
          <p:nvPr/>
        </p:nvSpPr>
        <p:spPr>
          <a:xfrm>
            <a:off x="4813915" y="572591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5" name="r1_o07983"/>
          <p:cNvSpPr/>
          <p:nvPr/>
        </p:nvSpPr>
        <p:spPr>
          <a:xfrm>
            <a:off x="4824118" y="573502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6" name="r1_o07984"/>
          <p:cNvSpPr/>
          <p:nvPr/>
        </p:nvSpPr>
        <p:spPr>
          <a:xfrm>
            <a:off x="4824118" y="573502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7" name="r1_o07985"/>
          <p:cNvSpPr/>
          <p:nvPr/>
        </p:nvSpPr>
        <p:spPr>
          <a:xfrm>
            <a:off x="4001084" y="572773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8" name="r1_o07986"/>
          <p:cNvSpPr/>
          <p:nvPr/>
        </p:nvSpPr>
        <p:spPr>
          <a:xfrm>
            <a:off x="4011287" y="573684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9" name="r1_o07987"/>
          <p:cNvSpPr/>
          <p:nvPr/>
        </p:nvSpPr>
        <p:spPr>
          <a:xfrm>
            <a:off x="4011287" y="573684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0" name="r1_o07988"/>
          <p:cNvSpPr/>
          <p:nvPr/>
        </p:nvSpPr>
        <p:spPr>
          <a:xfrm>
            <a:off x="4046999" y="577000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1" name="r1_o07989"/>
          <p:cNvSpPr/>
          <p:nvPr/>
        </p:nvSpPr>
        <p:spPr>
          <a:xfrm>
            <a:off x="4053529" y="577583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2" name="r1_o07990"/>
          <p:cNvSpPr/>
          <p:nvPr/>
        </p:nvSpPr>
        <p:spPr>
          <a:xfrm>
            <a:off x="4053529" y="577583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3" name="r1_o07991"/>
          <p:cNvSpPr/>
          <p:nvPr/>
        </p:nvSpPr>
        <p:spPr>
          <a:xfrm>
            <a:off x="4474932" y="573453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4" name="r1_o07992"/>
          <p:cNvSpPr/>
          <p:nvPr/>
        </p:nvSpPr>
        <p:spPr>
          <a:xfrm>
            <a:off x="4485135" y="574364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5" name="r1_o07993"/>
          <p:cNvSpPr/>
          <p:nvPr/>
        </p:nvSpPr>
        <p:spPr>
          <a:xfrm>
            <a:off x="4485135" y="574364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6" name="r1_o07994"/>
          <p:cNvSpPr/>
          <p:nvPr/>
        </p:nvSpPr>
        <p:spPr>
          <a:xfrm>
            <a:off x="4609785" y="574996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7" name="r1_o07995"/>
          <p:cNvSpPr/>
          <p:nvPr/>
        </p:nvSpPr>
        <p:spPr>
          <a:xfrm>
            <a:off x="4619988" y="575907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8" name="r1_o07996"/>
          <p:cNvSpPr/>
          <p:nvPr/>
        </p:nvSpPr>
        <p:spPr>
          <a:xfrm>
            <a:off x="4619988" y="575907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9" name="r1_o07997"/>
          <p:cNvSpPr/>
          <p:nvPr/>
        </p:nvSpPr>
        <p:spPr>
          <a:xfrm>
            <a:off x="4270791" y="575857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0" name="r1_o07998"/>
          <p:cNvSpPr/>
          <p:nvPr/>
        </p:nvSpPr>
        <p:spPr>
          <a:xfrm>
            <a:off x="4280994" y="576768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1" name="r1_o07999"/>
          <p:cNvSpPr/>
          <p:nvPr/>
        </p:nvSpPr>
        <p:spPr>
          <a:xfrm>
            <a:off x="4280994" y="576768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2" name="r1_o08000"/>
          <p:cNvSpPr/>
          <p:nvPr/>
        </p:nvSpPr>
        <p:spPr>
          <a:xfrm>
            <a:off x="4405655" y="577400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3" name="r1_o08001"/>
          <p:cNvSpPr/>
          <p:nvPr/>
        </p:nvSpPr>
        <p:spPr>
          <a:xfrm>
            <a:off x="4415858" y="578311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4" name="r1_o08002"/>
          <p:cNvSpPr/>
          <p:nvPr/>
        </p:nvSpPr>
        <p:spPr>
          <a:xfrm>
            <a:off x="4415858" y="578311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5" name="r1_o08003"/>
          <p:cNvSpPr/>
          <p:nvPr/>
        </p:nvSpPr>
        <p:spPr>
          <a:xfrm>
            <a:off x="4879491" y="578080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6" name="r1_o08004"/>
          <p:cNvSpPr/>
          <p:nvPr/>
        </p:nvSpPr>
        <p:spPr>
          <a:xfrm>
            <a:off x="4889695" y="578991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7" name="r1_o08005"/>
          <p:cNvSpPr/>
          <p:nvPr/>
        </p:nvSpPr>
        <p:spPr>
          <a:xfrm>
            <a:off x="4889695" y="578991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8" name="r1_o08006"/>
          <p:cNvSpPr/>
          <p:nvPr/>
        </p:nvSpPr>
        <p:spPr>
          <a:xfrm>
            <a:off x="4925406" y="582307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9" name="r1_o08007"/>
          <p:cNvSpPr/>
          <p:nvPr/>
        </p:nvSpPr>
        <p:spPr>
          <a:xfrm>
            <a:off x="4931936" y="582890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0" name="r1_o08008"/>
          <p:cNvSpPr/>
          <p:nvPr/>
        </p:nvSpPr>
        <p:spPr>
          <a:xfrm>
            <a:off x="4931936" y="582890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1" name="r1_o08009"/>
          <p:cNvSpPr/>
          <p:nvPr/>
        </p:nvSpPr>
        <p:spPr>
          <a:xfrm>
            <a:off x="4066661" y="578262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2" name="r1_o08010"/>
          <p:cNvSpPr/>
          <p:nvPr/>
        </p:nvSpPr>
        <p:spPr>
          <a:xfrm>
            <a:off x="4076864" y="579173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3" name="r1_o08011"/>
          <p:cNvSpPr/>
          <p:nvPr/>
        </p:nvSpPr>
        <p:spPr>
          <a:xfrm>
            <a:off x="4076864" y="579173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4" name="r1_o08012"/>
          <p:cNvSpPr/>
          <p:nvPr/>
        </p:nvSpPr>
        <p:spPr>
          <a:xfrm>
            <a:off x="4112575" y="582489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5" name="r1_o08013"/>
          <p:cNvSpPr/>
          <p:nvPr/>
        </p:nvSpPr>
        <p:spPr>
          <a:xfrm>
            <a:off x="4119105" y="583072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6" name="r1_o08014"/>
          <p:cNvSpPr/>
          <p:nvPr/>
        </p:nvSpPr>
        <p:spPr>
          <a:xfrm>
            <a:off x="4119105" y="583072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7" name="r1_o08015"/>
          <p:cNvSpPr/>
          <p:nvPr/>
        </p:nvSpPr>
        <p:spPr>
          <a:xfrm>
            <a:off x="4201514" y="579804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8" name="r1_o08016"/>
          <p:cNvSpPr/>
          <p:nvPr/>
        </p:nvSpPr>
        <p:spPr>
          <a:xfrm>
            <a:off x="4211717" y="580715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9" name="r1_o08017"/>
          <p:cNvSpPr/>
          <p:nvPr/>
        </p:nvSpPr>
        <p:spPr>
          <a:xfrm>
            <a:off x="4211717" y="580715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0" name="r1_o08018"/>
          <p:cNvSpPr/>
          <p:nvPr/>
        </p:nvSpPr>
        <p:spPr>
          <a:xfrm>
            <a:off x="4675362" y="580485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1" name="r1_o08019"/>
          <p:cNvSpPr/>
          <p:nvPr/>
        </p:nvSpPr>
        <p:spPr>
          <a:xfrm>
            <a:off x="4685565" y="581396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2" name="r1_o08020"/>
          <p:cNvSpPr/>
          <p:nvPr/>
        </p:nvSpPr>
        <p:spPr>
          <a:xfrm>
            <a:off x="4685565" y="581396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3" name="r1_o08021"/>
          <p:cNvSpPr/>
          <p:nvPr/>
        </p:nvSpPr>
        <p:spPr>
          <a:xfrm>
            <a:off x="4810215" y="582027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4" name="r1_o08022"/>
          <p:cNvSpPr/>
          <p:nvPr/>
        </p:nvSpPr>
        <p:spPr>
          <a:xfrm>
            <a:off x="4820418" y="582938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5" name="r1_o08023"/>
          <p:cNvSpPr/>
          <p:nvPr/>
        </p:nvSpPr>
        <p:spPr>
          <a:xfrm>
            <a:off x="4820418" y="582938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6" name="r1_o08024"/>
          <p:cNvSpPr/>
          <p:nvPr/>
        </p:nvSpPr>
        <p:spPr>
          <a:xfrm>
            <a:off x="4856129" y="586254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7" name="r1_o08025"/>
          <p:cNvSpPr/>
          <p:nvPr/>
        </p:nvSpPr>
        <p:spPr>
          <a:xfrm>
            <a:off x="4862659" y="586837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8" name="r1_o08026"/>
          <p:cNvSpPr/>
          <p:nvPr/>
        </p:nvSpPr>
        <p:spPr>
          <a:xfrm>
            <a:off x="4862659" y="586837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9" name="r1_o08027"/>
          <p:cNvSpPr/>
          <p:nvPr/>
        </p:nvSpPr>
        <p:spPr>
          <a:xfrm>
            <a:off x="4471232" y="582889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0" name="r1_o08028"/>
          <p:cNvSpPr/>
          <p:nvPr/>
        </p:nvSpPr>
        <p:spPr>
          <a:xfrm>
            <a:off x="4481435" y="583800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1" name="r1_o08029"/>
          <p:cNvSpPr/>
          <p:nvPr/>
        </p:nvSpPr>
        <p:spPr>
          <a:xfrm>
            <a:off x="4481435" y="583800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2" name="r1_o08030"/>
          <p:cNvSpPr/>
          <p:nvPr/>
        </p:nvSpPr>
        <p:spPr>
          <a:xfrm>
            <a:off x="4606085" y="584432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3" name="r1_o08031"/>
          <p:cNvSpPr/>
          <p:nvPr/>
        </p:nvSpPr>
        <p:spPr>
          <a:xfrm>
            <a:off x="4616288" y="585343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4" name="r1_o08032"/>
          <p:cNvSpPr/>
          <p:nvPr/>
        </p:nvSpPr>
        <p:spPr>
          <a:xfrm>
            <a:off x="4616288" y="585343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5" name="r1_o08033"/>
          <p:cNvSpPr/>
          <p:nvPr/>
        </p:nvSpPr>
        <p:spPr>
          <a:xfrm>
            <a:off x="4267102" y="585294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6" name="r1_o08034"/>
          <p:cNvSpPr/>
          <p:nvPr/>
        </p:nvSpPr>
        <p:spPr>
          <a:xfrm>
            <a:off x="4277305" y="586205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7" name="r1_o08035"/>
          <p:cNvSpPr/>
          <p:nvPr/>
        </p:nvSpPr>
        <p:spPr>
          <a:xfrm>
            <a:off x="4277305" y="586205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8" name="r1_o08036"/>
          <p:cNvSpPr/>
          <p:nvPr/>
        </p:nvSpPr>
        <p:spPr>
          <a:xfrm>
            <a:off x="4313016" y="5895213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9" name="r1_o08037"/>
          <p:cNvSpPr/>
          <p:nvPr/>
        </p:nvSpPr>
        <p:spPr>
          <a:xfrm>
            <a:off x="4319546" y="590104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0" name="r1_o08038"/>
          <p:cNvSpPr/>
          <p:nvPr/>
        </p:nvSpPr>
        <p:spPr>
          <a:xfrm>
            <a:off x="4319546" y="590104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1" name="r1_o08039"/>
          <p:cNvSpPr/>
          <p:nvPr/>
        </p:nvSpPr>
        <p:spPr>
          <a:xfrm>
            <a:off x="4401955" y="586836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2" name="r1_o08040"/>
          <p:cNvSpPr/>
          <p:nvPr/>
        </p:nvSpPr>
        <p:spPr>
          <a:xfrm>
            <a:off x="4412158" y="587747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3" name="r1_o08041"/>
          <p:cNvSpPr/>
          <p:nvPr/>
        </p:nvSpPr>
        <p:spPr>
          <a:xfrm>
            <a:off x="4412158" y="587747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4" name="r1_o08042"/>
          <p:cNvSpPr/>
          <p:nvPr/>
        </p:nvSpPr>
        <p:spPr>
          <a:xfrm>
            <a:off x="4671662" y="589921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5" name="r1_o08043"/>
          <p:cNvSpPr/>
          <p:nvPr/>
        </p:nvSpPr>
        <p:spPr>
          <a:xfrm>
            <a:off x="4681865" y="590832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6" name="r1_o08044"/>
          <p:cNvSpPr/>
          <p:nvPr/>
        </p:nvSpPr>
        <p:spPr>
          <a:xfrm>
            <a:off x="4681865" y="590832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7" name="r1_o08045"/>
          <p:cNvSpPr/>
          <p:nvPr/>
        </p:nvSpPr>
        <p:spPr>
          <a:xfrm>
            <a:off x="4717576" y="594148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8" name="r1_o08046"/>
          <p:cNvSpPr/>
          <p:nvPr/>
        </p:nvSpPr>
        <p:spPr>
          <a:xfrm>
            <a:off x="4724106" y="594731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9" name="r1_o08047"/>
          <p:cNvSpPr/>
          <p:nvPr/>
        </p:nvSpPr>
        <p:spPr>
          <a:xfrm>
            <a:off x="4724106" y="594731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0" name="r1_o08048"/>
          <p:cNvSpPr/>
          <p:nvPr/>
        </p:nvSpPr>
        <p:spPr>
          <a:xfrm>
            <a:off x="4467532" y="592325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1" name="r1_o08049"/>
          <p:cNvSpPr/>
          <p:nvPr/>
        </p:nvSpPr>
        <p:spPr>
          <a:xfrm>
            <a:off x="4477735" y="593236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2" name="r1_o08050"/>
          <p:cNvSpPr/>
          <p:nvPr/>
        </p:nvSpPr>
        <p:spPr>
          <a:xfrm>
            <a:off x="4477735" y="593236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3" name="r1_o08051"/>
          <p:cNvSpPr/>
          <p:nvPr/>
        </p:nvSpPr>
        <p:spPr>
          <a:xfrm>
            <a:off x="4513446" y="596552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4" name="r1_o08052"/>
          <p:cNvSpPr/>
          <p:nvPr/>
        </p:nvSpPr>
        <p:spPr>
          <a:xfrm>
            <a:off x="4519976" y="597135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5" name="r1_o08053"/>
          <p:cNvSpPr/>
          <p:nvPr/>
        </p:nvSpPr>
        <p:spPr>
          <a:xfrm>
            <a:off x="4519976" y="597135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6" name="r1_o08054"/>
          <p:cNvSpPr/>
          <p:nvPr/>
        </p:nvSpPr>
        <p:spPr>
          <a:xfrm>
            <a:off x="4602385" y="593868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7" name="r1_o08055"/>
          <p:cNvSpPr/>
          <p:nvPr/>
        </p:nvSpPr>
        <p:spPr>
          <a:xfrm>
            <a:off x="4612588" y="594779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8" name="r1_o08056"/>
          <p:cNvSpPr/>
          <p:nvPr/>
        </p:nvSpPr>
        <p:spPr>
          <a:xfrm>
            <a:off x="4612588" y="594779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9" name="r1_o08057"/>
          <p:cNvSpPr/>
          <p:nvPr/>
        </p:nvSpPr>
        <p:spPr>
          <a:xfrm>
            <a:off x="4648299" y="598095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060" name="r1_o08058"/>
          <p:cNvSpPr/>
          <p:nvPr/>
        </p:nvSpPr>
        <p:spPr>
          <a:xfrm>
            <a:off x="4654829" y="598678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61" name="r1_o08059"/>
          <p:cNvSpPr/>
          <p:nvPr/>
        </p:nvSpPr>
        <p:spPr>
          <a:xfrm>
            <a:off x="4654829" y="598678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62" name="r1_o08060"/>
          <p:cNvSpPr/>
          <p:nvPr/>
        </p:nvSpPr>
        <p:spPr>
          <a:xfrm>
            <a:off x="3880232" y="5686243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3" name="r1_o08061"/>
          <p:cNvSpPr/>
          <p:nvPr/>
        </p:nvSpPr>
        <p:spPr>
          <a:xfrm>
            <a:off x="4767319" y="6137591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4" name="r1_o08062"/>
          <p:cNvSpPr/>
          <p:nvPr/>
        </p:nvSpPr>
        <p:spPr>
          <a:xfrm flipH="1" flipV="1">
            <a:off x="4646443" y="6065080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5" name="r1_o08063"/>
          <p:cNvSpPr/>
          <p:nvPr/>
        </p:nvSpPr>
        <p:spPr>
          <a:xfrm>
            <a:off x="3811322" y="5860387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6" name="r1_o08064"/>
          <p:cNvSpPr/>
          <p:nvPr/>
        </p:nvSpPr>
        <p:spPr>
          <a:xfrm>
            <a:off x="4702362" y="5829275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7" name="r1_o08065"/>
          <p:cNvSpPr/>
          <p:nvPr/>
        </p:nvSpPr>
        <p:spPr>
          <a:xfrm>
            <a:off x="4296806" y="5909209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8" name="r1_o08066"/>
          <p:cNvSpPr/>
          <p:nvPr/>
        </p:nvSpPr>
        <p:spPr>
          <a:xfrm>
            <a:off x="4175926" y="5836690"/>
            <a:ext cx="66938" cy="6709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69" name="r1_o08067"/>
          <p:cNvSpPr/>
          <p:nvPr/>
        </p:nvSpPr>
        <p:spPr>
          <a:xfrm>
            <a:off x="4417682" y="5981720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0" name="r1_o08068"/>
          <p:cNvSpPr/>
          <p:nvPr/>
        </p:nvSpPr>
        <p:spPr>
          <a:xfrm>
            <a:off x="4646443" y="6065080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1" name="r1_o08069"/>
          <p:cNvSpPr/>
          <p:nvPr/>
        </p:nvSpPr>
        <p:spPr>
          <a:xfrm flipH="1" flipV="1">
            <a:off x="4365716" y="5735065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2" name="r1_o08070"/>
          <p:cNvSpPr/>
          <p:nvPr/>
        </p:nvSpPr>
        <p:spPr>
          <a:xfrm flipH="1" flipV="1">
            <a:off x="4566520" y="5936332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3" name="r1_o08071"/>
          <p:cNvSpPr/>
          <p:nvPr/>
        </p:nvSpPr>
        <p:spPr>
          <a:xfrm>
            <a:off x="3839280" y="5742480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4" name="r1_o08072"/>
          <p:cNvSpPr/>
          <p:nvPr/>
        </p:nvSpPr>
        <p:spPr>
          <a:xfrm>
            <a:off x="4053074" y="6005409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5" name="r1_o08073"/>
          <p:cNvSpPr/>
          <p:nvPr/>
        </p:nvSpPr>
        <p:spPr>
          <a:xfrm>
            <a:off x="4162936" y="5775028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6" name="r1_o08074"/>
          <p:cNvSpPr/>
          <p:nvPr/>
        </p:nvSpPr>
        <p:spPr>
          <a:xfrm flipH="1" flipV="1">
            <a:off x="4042060" y="5702517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7" name="r1_o08075"/>
          <p:cNvSpPr/>
          <p:nvPr/>
        </p:nvSpPr>
        <p:spPr>
          <a:xfrm>
            <a:off x="4540534" y="5813001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8" name="r1_o08076"/>
          <p:cNvSpPr/>
          <p:nvPr/>
        </p:nvSpPr>
        <p:spPr>
          <a:xfrm>
            <a:off x="4001108" y="5758754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79" name="r1_o08077"/>
          <p:cNvSpPr/>
          <p:nvPr/>
        </p:nvSpPr>
        <p:spPr>
          <a:xfrm>
            <a:off x="4458634" y="5925483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0" name="r1_o08078"/>
          <p:cNvSpPr/>
          <p:nvPr/>
        </p:nvSpPr>
        <p:spPr>
          <a:xfrm flipH="1" flipV="1">
            <a:off x="3798327" y="5798717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1" name="r1_o08079"/>
          <p:cNvSpPr/>
          <p:nvPr/>
        </p:nvSpPr>
        <p:spPr>
          <a:xfrm flipH="1" flipV="1">
            <a:off x="4283811" y="5847539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2" name="r1_o08080"/>
          <p:cNvSpPr/>
          <p:nvPr/>
        </p:nvSpPr>
        <p:spPr>
          <a:xfrm>
            <a:off x="4445639" y="5863813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3" name="r1_o08081"/>
          <p:cNvSpPr/>
          <p:nvPr/>
        </p:nvSpPr>
        <p:spPr>
          <a:xfrm>
            <a:off x="4525567" y="5992569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4" name="r1_o08082"/>
          <p:cNvSpPr/>
          <p:nvPr/>
        </p:nvSpPr>
        <p:spPr>
          <a:xfrm>
            <a:off x="4782290" y="5958031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5" name="r1_o08083"/>
          <p:cNvSpPr/>
          <p:nvPr/>
        </p:nvSpPr>
        <p:spPr>
          <a:xfrm>
            <a:off x="4527544" y="5751339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6" name="r1_o08084"/>
          <p:cNvSpPr/>
          <p:nvPr/>
        </p:nvSpPr>
        <p:spPr>
          <a:xfrm>
            <a:off x="4324764" y="5791302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7" name="r1_o08085"/>
          <p:cNvSpPr/>
          <p:nvPr/>
        </p:nvSpPr>
        <p:spPr>
          <a:xfrm>
            <a:off x="4566520" y="5936332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8" name="r1_o08086"/>
          <p:cNvSpPr/>
          <p:nvPr/>
        </p:nvSpPr>
        <p:spPr>
          <a:xfrm>
            <a:off x="4120007" y="6072495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89" name="r1_o08087"/>
          <p:cNvSpPr/>
          <p:nvPr/>
        </p:nvSpPr>
        <p:spPr>
          <a:xfrm>
            <a:off x="4134978" y="5892935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0" name="r1_o08088"/>
          <p:cNvSpPr/>
          <p:nvPr/>
        </p:nvSpPr>
        <p:spPr>
          <a:xfrm>
            <a:off x="4255854" y="5965446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1" name="r1_o08089"/>
          <p:cNvSpPr/>
          <p:nvPr/>
        </p:nvSpPr>
        <p:spPr>
          <a:xfrm>
            <a:off x="4322787" y="6032532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2" name="r1_o08090"/>
          <p:cNvSpPr/>
          <p:nvPr/>
        </p:nvSpPr>
        <p:spPr>
          <a:xfrm flipH="1" flipV="1">
            <a:off x="4160959" y="6016258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3" name="r1_o08091"/>
          <p:cNvSpPr/>
          <p:nvPr/>
        </p:nvSpPr>
        <p:spPr>
          <a:xfrm>
            <a:off x="4201911" y="5960021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4" name="r1_o08092"/>
          <p:cNvSpPr/>
          <p:nvPr/>
        </p:nvSpPr>
        <p:spPr>
          <a:xfrm>
            <a:off x="3852270" y="5804142"/>
            <a:ext cx="66938" cy="6709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5" name="r1_o08093"/>
          <p:cNvSpPr/>
          <p:nvPr/>
        </p:nvSpPr>
        <p:spPr>
          <a:xfrm flipH="1" flipV="1">
            <a:off x="4445639" y="5863813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6" name="r1_o08094"/>
          <p:cNvSpPr/>
          <p:nvPr/>
        </p:nvSpPr>
        <p:spPr>
          <a:xfrm flipH="1" flipV="1">
            <a:off x="4648420" y="5823850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7" name="r1_o08095"/>
          <p:cNvSpPr/>
          <p:nvPr/>
        </p:nvSpPr>
        <p:spPr>
          <a:xfrm flipH="1" flipV="1">
            <a:off x="4769295" y="5896361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8" name="r1_o08096"/>
          <p:cNvSpPr/>
          <p:nvPr/>
        </p:nvSpPr>
        <p:spPr>
          <a:xfrm flipH="1" flipV="1">
            <a:off x="4121983" y="5831265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099" name="r1_o08097"/>
          <p:cNvSpPr/>
          <p:nvPr/>
        </p:nvSpPr>
        <p:spPr>
          <a:xfrm>
            <a:off x="3934175" y="5691668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0" name="r1_o08098"/>
          <p:cNvSpPr/>
          <p:nvPr/>
        </p:nvSpPr>
        <p:spPr>
          <a:xfrm>
            <a:off x="4365716" y="5735065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1" name="r1_o08099"/>
          <p:cNvSpPr/>
          <p:nvPr/>
        </p:nvSpPr>
        <p:spPr>
          <a:xfrm>
            <a:off x="4808271" y="6081354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2" name="r1_o08100"/>
          <p:cNvSpPr/>
          <p:nvPr/>
        </p:nvSpPr>
        <p:spPr>
          <a:xfrm>
            <a:off x="3718404" y="5669969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3" name="r1_o08101"/>
          <p:cNvSpPr/>
          <p:nvPr/>
        </p:nvSpPr>
        <p:spPr>
          <a:xfrm>
            <a:off x="3973150" y="5876661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4" name="r1_o08102"/>
          <p:cNvSpPr/>
          <p:nvPr/>
        </p:nvSpPr>
        <p:spPr>
          <a:xfrm>
            <a:off x="3893222" y="5747905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5" name="r1_o08103"/>
          <p:cNvSpPr/>
          <p:nvPr/>
        </p:nvSpPr>
        <p:spPr>
          <a:xfrm>
            <a:off x="4014098" y="5820416"/>
            <a:ext cx="66938" cy="6709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6" name="r1_o08104"/>
          <p:cNvSpPr/>
          <p:nvPr/>
        </p:nvSpPr>
        <p:spPr>
          <a:xfrm>
            <a:off x="4203888" y="5718791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7" name="r1_o08105"/>
          <p:cNvSpPr/>
          <p:nvPr/>
        </p:nvSpPr>
        <p:spPr>
          <a:xfrm flipH="1" flipV="1">
            <a:off x="3919208" y="5871236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8" name="r1_o08106"/>
          <p:cNvSpPr/>
          <p:nvPr/>
        </p:nvSpPr>
        <p:spPr>
          <a:xfrm>
            <a:off x="4419659" y="5740490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09" name="r1_o08107"/>
          <p:cNvSpPr/>
          <p:nvPr/>
        </p:nvSpPr>
        <p:spPr>
          <a:xfrm>
            <a:off x="4661410" y="5885512"/>
            <a:ext cx="66938" cy="6709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0" name="r1_o08108"/>
          <p:cNvSpPr/>
          <p:nvPr/>
        </p:nvSpPr>
        <p:spPr>
          <a:xfrm>
            <a:off x="3878255" y="5927473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1" name="r1_o08109"/>
          <p:cNvSpPr/>
          <p:nvPr/>
        </p:nvSpPr>
        <p:spPr>
          <a:xfrm flipH="1" flipV="1">
            <a:off x="4242864" y="5903784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2" name="r1_o08110"/>
          <p:cNvSpPr/>
          <p:nvPr/>
        </p:nvSpPr>
        <p:spPr>
          <a:xfrm>
            <a:off x="4042060" y="5702517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3" name="r1_o08111"/>
          <p:cNvSpPr/>
          <p:nvPr/>
        </p:nvSpPr>
        <p:spPr>
          <a:xfrm flipH="1" flipV="1">
            <a:off x="4324764" y="5791302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4" name="r1_o08112"/>
          <p:cNvSpPr/>
          <p:nvPr/>
        </p:nvSpPr>
        <p:spPr>
          <a:xfrm>
            <a:off x="3919208" y="5871236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5" name="r1_o08113"/>
          <p:cNvSpPr/>
          <p:nvPr/>
        </p:nvSpPr>
        <p:spPr>
          <a:xfrm>
            <a:off x="4081036" y="5887510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6" name="r1_o08114"/>
          <p:cNvSpPr/>
          <p:nvPr/>
        </p:nvSpPr>
        <p:spPr>
          <a:xfrm flipH="1" flipV="1">
            <a:off x="4525567" y="5992569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7" name="r1_o08115"/>
          <p:cNvSpPr/>
          <p:nvPr/>
        </p:nvSpPr>
        <p:spPr>
          <a:xfrm>
            <a:off x="4283811" y="5847539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8" name="r1_o08116"/>
          <p:cNvSpPr/>
          <p:nvPr/>
        </p:nvSpPr>
        <p:spPr>
          <a:xfrm flipH="1" flipV="1">
            <a:off x="4527544" y="5751339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19" name="r1_o08117"/>
          <p:cNvSpPr/>
          <p:nvPr/>
        </p:nvSpPr>
        <p:spPr>
          <a:xfrm>
            <a:off x="4538558" y="6054231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0" name="r1_o08118"/>
          <p:cNvSpPr/>
          <p:nvPr/>
        </p:nvSpPr>
        <p:spPr>
          <a:xfrm>
            <a:off x="4121983" y="5831265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1" name="r1_o08119"/>
          <p:cNvSpPr/>
          <p:nvPr/>
        </p:nvSpPr>
        <p:spPr>
          <a:xfrm flipH="1" flipV="1">
            <a:off x="3718404" y="5669969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2" name="r1_o08120"/>
          <p:cNvSpPr/>
          <p:nvPr/>
        </p:nvSpPr>
        <p:spPr>
          <a:xfrm>
            <a:off x="4257831" y="5724216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3" name="r1_o08121"/>
          <p:cNvSpPr/>
          <p:nvPr/>
        </p:nvSpPr>
        <p:spPr>
          <a:xfrm flipH="1" flipV="1">
            <a:off x="4404692" y="5920058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4" name="r1_o08122"/>
          <p:cNvSpPr/>
          <p:nvPr/>
        </p:nvSpPr>
        <p:spPr>
          <a:xfrm flipH="1" flipV="1">
            <a:off x="4081036" y="5887510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5" name="r1_o08123"/>
          <p:cNvSpPr/>
          <p:nvPr/>
        </p:nvSpPr>
        <p:spPr>
          <a:xfrm flipH="1" flipV="1">
            <a:off x="4201911" y="5960021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6" name="r1_o08124"/>
          <p:cNvSpPr/>
          <p:nvPr/>
        </p:nvSpPr>
        <p:spPr>
          <a:xfrm>
            <a:off x="4581487" y="5756764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7" name="r1_o08125"/>
          <p:cNvSpPr/>
          <p:nvPr/>
        </p:nvSpPr>
        <p:spPr>
          <a:xfrm>
            <a:off x="4216878" y="5780453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8" name="r1_o08126"/>
          <p:cNvSpPr/>
          <p:nvPr/>
        </p:nvSpPr>
        <p:spPr>
          <a:xfrm>
            <a:off x="4337754" y="5852964"/>
            <a:ext cx="66938" cy="6709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29" name="r1_o08127"/>
          <p:cNvSpPr/>
          <p:nvPr/>
        </p:nvSpPr>
        <p:spPr>
          <a:xfrm>
            <a:off x="4214902" y="6021683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0" name="r1_o08128"/>
          <p:cNvSpPr/>
          <p:nvPr/>
        </p:nvSpPr>
        <p:spPr>
          <a:xfrm>
            <a:off x="4094026" y="5949172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1" name="r1_o08129"/>
          <p:cNvSpPr/>
          <p:nvPr/>
        </p:nvSpPr>
        <p:spPr>
          <a:xfrm>
            <a:off x="4605491" y="6121317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2" name="r1_o08130"/>
          <p:cNvSpPr/>
          <p:nvPr/>
        </p:nvSpPr>
        <p:spPr>
          <a:xfrm>
            <a:off x="4486592" y="5807576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3" name="r1_o08131"/>
          <p:cNvSpPr/>
          <p:nvPr/>
        </p:nvSpPr>
        <p:spPr>
          <a:xfrm>
            <a:off x="4404692" y="5920058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4" name="r1_o08132"/>
          <p:cNvSpPr/>
          <p:nvPr/>
        </p:nvSpPr>
        <p:spPr>
          <a:xfrm>
            <a:off x="4620462" y="5941757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5" name="r1_o08133"/>
          <p:cNvSpPr/>
          <p:nvPr/>
        </p:nvSpPr>
        <p:spPr>
          <a:xfrm flipH="1" flipV="1">
            <a:off x="3999131" y="5999984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6" name="r1_o08134"/>
          <p:cNvSpPr/>
          <p:nvPr/>
        </p:nvSpPr>
        <p:spPr>
          <a:xfrm>
            <a:off x="3999131" y="5999984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7" name="r1_o08135"/>
          <p:cNvSpPr/>
          <p:nvPr/>
        </p:nvSpPr>
        <p:spPr>
          <a:xfrm>
            <a:off x="3958179" y="6056221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8" name="r1_o08136"/>
          <p:cNvSpPr/>
          <p:nvPr/>
        </p:nvSpPr>
        <p:spPr>
          <a:xfrm>
            <a:off x="4741338" y="6014268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39" name="r1_o08137"/>
          <p:cNvSpPr/>
          <p:nvPr/>
        </p:nvSpPr>
        <p:spPr>
          <a:xfrm>
            <a:off x="4687395" y="6008843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0" name="r1_o08138"/>
          <p:cNvSpPr/>
          <p:nvPr/>
        </p:nvSpPr>
        <p:spPr>
          <a:xfrm flipH="1" flipV="1">
            <a:off x="4486592" y="5807576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1" name="r1_o08139"/>
          <p:cNvSpPr/>
          <p:nvPr/>
        </p:nvSpPr>
        <p:spPr>
          <a:xfrm>
            <a:off x="4579510" y="5997994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2" name="r1_o08140"/>
          <p:cNvSpPr/>
          <p:nvPr/>
        </p:nvSpPr>
        <p:spPr>
          <a:xfrm>
            <a:off x="4281835" y="6088769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3" name="r1_o08141"/>
          <p:cNvSpPr/>
          <p:nvPr/>
        </p:nvSpPr>
        <p:spPr>
          <a:xfrm>
            <a:off x="4607467" y="5880087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4" name="r1_o08142"/>
          <p:cNvSpPr/>
          <p:nvPr/>
        </p:nvSpPr>
        <p:spPr>
          <a:xfrm flipH="1" flipV="1">
            <a:off x="4322787" y="6032532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5" name="r1_o08143"/>
          <p:cNvSpPr/>
          <p:nvPr/>
        </p:nvSpPr>
        <p:spPr>
          <a:xfrm>
            <a:off x="4443663" y="6105043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6" name="r1_o08144"/>
          <p:cNvSpPr/>
          <p:nvPr/>
        </p:nvSpPr>
        <p:spPr>
          <a:xfrm flipH="1" flipV="1">
            <a:off x="4363739" y="5976295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7" name="r1_o08145"/>
          <p:cNvSpPr/>
          <p:nvPr/>
        </p:nvSpPr>
        <p:spPr>
          <a:xfrm>
            <a:off x="3891246" y="5989135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8" name="r1_o08146"/>
          <p:cNvSpPr/>
          <p:nvPr/>
        </p:nvSpPr>
        <p:spPr>
          <a:xfrm>
            <a:off x="4376730" y="6037957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49" name="r1_o08147"/>
          <p:cNvSpPr/>
          <p:nvPr/>
        </p:nvSpPr>
        <p:spPr>
          <a:xfrm flipH="1" flipV="1">
            <a:off x="4607467" y="5880087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0" name="r1_o08148"/>
          <p:cNvSpPr/>
          <p:nvPr/>
        </p:nvSpPr>
        <p:spPr>
          <a:xfrm>
            <a:off x="4499582" y="5869238"/>
            <a:ext cx="66938" cy="67094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1" name="r1_o08149"/>
          <p:cNvSpPr/>
          <p:nvPr/>
        </p:nvSpPr>
        <p:spPr>
          <a:xfrm flipH="1" flipV="1">
            <a:off x="3880232" y="5686243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2" name="r1_o08150"/>
          <p:cNvSpPr/>
          <p:nvPr/>
        </p:nvSpPr>
        <p:spPr>
          <a:xfrm flipH="1" flipV="1">
            <a:off x="4849223" y="6025117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3" name="r1_o08151"/>
          <p:cNvSpPr/>
          <p:nvPr/>
        </p:nvSpPr>
        <p:spPr>
          <a:xfrm>
            <a:off x="3772347" y="5675394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4" name="r1_o08152"/>
          <p:cNvSpPr/>
          <p:nvPr/>
        </p:nvSpPr>
        <p:spPr>
          <a:xfrm>
            <a:off x="4378706" y="5796727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5" name="r1_o08153"/>
          <p:cNvSpPr/>
          <p:nvPr/>
        </p:nvSpPr>
        <p:spPr>
          <a:xfrm>
            <a:off x="4096003" y="5707942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6" name="r1_o08154"/>
          <p:cNvSpPr/>
          <p:nvPr/>
        </p:nvSpPr>
        <p:spPr>
          <a:xfrm flipH="1" flipV="1">
            <a:off x="4001108" y="5758754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7" name="r1_o08155"/>
          <p:cNvSpPr/>
          <p:nvPr/>
        </p:nvSpPr>
        <p:spPr>
          <a:xfrm flipH="1" flipV="1">
            <a:off x="4728348" y="5952606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8" name="r1_o08156"/>
          <p:cNvSpPr/>
          <p:nvPr/>
        </p:nvSpPr>
        <p:spPr>
          <a:xfrm>
            <a:off x="4055050" y="5764179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59" name="r1_o08157"/>
          <p:cNvSpPr/>
          <p:nvPr/>
        </p:nvSpPr>
        <p:spPr>
          <a:xfrm>
            <a:off x="4363739" y="5976295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0" name="r1_o08158"/>
          <p:cNvSpPr/>
          <p:nvPr/>
        </p:nvSpPr>
        <p:spPr>
          <a:xfrm>
            <a:off x="4242864" y="5903784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1" name="r1_o08159"/>
          <p:cNvSpPr/>
          <p:nvPr/>
        </p:nvSpPr>
        <p:spPr>
          <a:xfrm>
            <a:off x="3960155" y="5814991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2" name="r1_o08160"/>
          <p:cNvSpPr/>
          <p:nvPr/>
        </p:nvSpPr>
        <p:spPr>
          <a:xfrm flipH="1" flipV="1">
            <a:off x="4484615" y="6048806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3" name="r1_o08161"/>
          <p:cNvSpPr/>
          <p:nvPr/>
        </p:nvSpPr>
        <p:spPr>
          <a:xfrm>
            <a:off x="4648420" y="5823850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4" name="r1_o08162"/>
          <p:cNvSpPr/>
          <p:nvPr/>
        </p:nvSpPr>
        <p:spPr>
          <a:xfrm flipH="1" flipV="1">
            <a:off x="4203888" y="5718791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5" name="r1_o08163"/>
          <p:cNvSpPr/>
          <p:nvPr/>
        </p:nvSpPr>
        <p:spPr>
          <a:xfrm flipH="1" flipV="1">
            <a:off x="4687395" y="6008843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6" name="r1_o08164"/>
          <p:cNvSpPr/>
          <p:nvPr/>
        </p:nvSpPr>
        <p:spPr>
          <a:xfrm flipH="1" flipV="1">
            <a:off x="3839280" y="5742480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7" name="r1_o08165"/>
          <p:cNvSpPr/>
          <p:nvPr/>
        </p:nvSpPr>
        <p:spPr>
          <a:xfrm>
            <a:off x="4700386" y="6070505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8" name="r1_o08166"/>
          <p:cNvSpPr/>
          <p:nvPr/>
        </p:nvSpPr>
        <p:spPr>
          <a:xfrm>
            <a:off x="3798327" y="5798717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69" name="r1_o08167"/>
          <p:cNvSpPr/>
          <p:nvPr/>
        </p:nvSpPr>
        <p:spPr>
          <a:xfrm flipH="1" flipV="1">
            <a:off x="4040083" y="5943747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0" name="r1_o08168"/>
          <p:cNvSpPr/>
          <p:nvPr/>
        </p:nvSpPr>
        <p:spPr>
          <a:xfrm>
            <a:off x="3731394" y="5731631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1" name="r1_o08169"/>
          <p:cNvSpPr/>
          <p:nvPr/>
        </p:nvSpPr>
        <p:spPr>
          <a:xfrm>
            <a:off x="4160959" y="6016258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2" name="r1_o08170"/>
          <p:cNvSpPr/>
          <p:nvPr/>
        </p:nvSpPr>
        <p:spPr>
          <a:xfrm flipH="1" flipV="1">
            <a:off x="3878255" y="5927473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3" name="r1_o08171"/>
          <p:cNvSpPr/>
          <p:nvPr/>
        </p:nvSpPr>
        <p:spPr>
          <a:xfrm flipH="1" flipV="1">
            <a:off x="3960155" y="5814991"/>
            <a:ext cx="12995" cy="61669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4" name="r1_o08172"/>
          <p:cNvSpPr/>
          <p:nvPr/>
        </p:nvSpPr>
        <p:spPr>
          <a:xfrm>
            <a:off x="4484615" y="6048806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5" name="r1_o08173"/>
          <p:cNvSpPr/>
          <p:nvPr/>
        </p:nvSpPr>
        <p:spPr>
          <a:xfrm>
            <a:off x="3932198" y="5932898"/>
            <a:ext cx="66933" cy="67086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6" name="r1_o08174"/>
          <p:cNvSpPr/>
          <p:nvPr/>
        </p:nvSpPr>
        <p:spPr>
          <a:xfrm flipH="1" flipV="1">
            <a:off x="4162936" y="5775028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7" name="r1_o08175"/>
          <p:cNvSpPr/>
          <p:nvPr/>
        </p:nvSpPr>
        <p:spPr>
          <a:xfrm>
            <a:off x="4040083" y="5943747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8" name="r1_o08176"/>
          <p:cNvSpPr/>
          <p:nvPr/>
        </p:nvSpPr>
        <p:spPr>
          <a:xfrm>
            <a:off x="4728348" y="5952606"/>
            <a:ext cx="53943" cy="5425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79" name="r1_o08177"/>
          <p:cNvSpPr/>
          <p:nvPr/>
        </p:nvSpPr>
        <p:spPr>
          <a:xfrm flipH="1" flipV="1">
            <a:off x="4808271" y="6081354"/>
            <a:ext cx="12990" cy="61662"/>
          </a:xfrm>
          <a:prstGeom prst="line">
            <a:avLst/>
          </a:prstGeom>
          <a:noFill/>
          <a:ln w="4445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8180" name="r1_o08178"/>
          <p:cNvSpPr/>
          <p:nvPr/>
        </p:nvSpPr>
        <p:spPr>
          <a:xfrm>
            <a:off x="3681964" y="563352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1" name="r1_o08179"/>
          <p:cNvSpPr/>
          <p:nvPr/>
        </p:nvSpPr>
        <p:spPr>
          <a:xfrm>
            <a:off x="3692167" y="564263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2" name="r1_o08180"/>
          <p:cNvSpPr/>
          <p:nvPr/>
        </p:nvSpPr>
        <p:spPr>
          <a:xfrm>
            <a:off x="3692167" y="564263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3" name="r1_o08181"/>
          <p:cNvSpPr/>
          <p:nvPr/>
        </p:nvSpPr>
        <p:spPr>
          <a:xfrm>
            <a:off x="3727878" y="567580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4" name="r1_o08182"/>
          <p:cNvSpPr/>
          <p:nvPr/>
        </p:nvSpPr>
        <p:spPr>
          <a:xfrm>
            <a:off x="3734408" y="568163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5" name="r1_o08183"/>
          <p:cNvSpPr/>
          <p:nvPr/>
        </p:nvSpPr>
        <p:spPr>
          <a:xfrm>
            <a:off x="3734408" y="568163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6" name="r1_o08184"/>
          <p:cNvSpPr/>
          <p:nvPr/>
        </p:nvSpPr>
        <p:spPr>
          <a:xfrm>
            <a:off x="3735907" y="563895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7" name="r1_o08185"/>
          <p:cNvSpPr/>
          <p:nvPr/>
        </p:nvSpPr>
        <p:spPr>
          <a:xfrm>
            <a:off x="3746110" y="564806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8" name="r1_o08186"/>
          <p:cNvSpPr/>
          <p:nvPr/>
        </p:nvSpPr>
        <p:spPr>
          <a:xfrm>
            <a:off x="3746110" y="564806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9" name="r1_o08187"/>
          <p:cNvSpPr/>
          <p:nvPr/>
        </p:nvSpPr>
        <p:spPr>
          <a:xfrm>
            <a:off x="3781821" y="568122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0" name="r1_o08188"/>
          <p:cNvSpPr/>
          <p:nvPr/>
        </p:nvSpPr>
        <p:spPr>
          <a:xfrm>
            <a:off x="3788351" y="568705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1" name="r1_o08189"/>
          <p:cNvSpPr/>
          <p:nvPr/>
        </p:nvSpPr>
        <p:spPr>
          <a:xfrm>
            <a:off x="3788351" y="568705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2" name="r1_o08190"/>
          <p:cNvSpPr/>
          <p:nvPr/>
        </p:nvSpPr>
        <p:spPr>
          <a:xfrm>
            <a:off x="3843792" y="564980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3" name="r1_o08191"/>
          <p:cNvSpPr/>
          <p:nvPr/>
        </p:nvSpPr>
        <p:spPr>
          <a:xfrm>
            <a:off x="3853995" y="565891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4" name="r1_o08192"/>
          <p:cNvSpPr/>
          <p:nvPr/>
        </p:nvSpPr>
        <p:spPr>
          <a:xfrm>
            <a:off x="3853995" y="565891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5" name="r1_o08193"/>
          <p:cNvSpPr/>
          <p:nvPr/>
        </p:nvSpPr>
        <p:spPr>
          <a:xfrm>
            <a:off x="3889706" y="569207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6" name="r1_o08194"/>
          <p:cNvSpPr/>
          <p:nvPr/>
        </p:nvSpPr>
        <p:spPr>
          <a:xfrm>
            <a:off x="3896236" y="569790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7" name="r1_o08195"/>
          <p:cNvSpPr/>
          <p:nvPr/>
        </p:nvSpPr>
        <p:spPr>
          <a:xfrm>
            <a:off x="3896236" y="569790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8" name="r1_o08196"/>
          <p:cNvSpPr/>
          <p:nvPr/>
        </p:nvSpPr>
        <p:spPr>
          <a:xfrm>
            <a:off x="3897735" y="565522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9" name="r1_o08197"/>
          <p:cNvSpPr/>
          <p:nvPr/>
        </p:nvSpPr>
        <p:spPr>
          <a:xfrm>
            <a:off x="3907938" y="566433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0" name="r1_o08198"/>
          <p:cNvSpPr/>
          <p:nvPr/>
        </p:nvSpPr>
        <p:spPr>
          <a:xfrm>
            <a:off x="3907938" y="566433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1" name="r1_o08199"/>
          <p:cNvSpPr/>
          <p:nvPr/>
        </p:nvSpPr>
        <p:spPr>
          <a:xfrm>
            <a:off x="3943649" y="569749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2" name="r1_o08200"/>
          <p:cNvSpPr/>
          <p:nvPr/>
        </p:nvSpPr>
        <p:spPr>
          <a:xfrm>
            <a:off x="3950179" y="570332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3" name="r1_o08201"/>
          <p:cNvSpPr/>
          <p:nvPr/>
        </p:nvSpPr>
        <p:spPr>
          <a:xfrm>
            <a:off x="3950179" y="570332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4" name="r1_o08202"/>
          <p:cNvSpPr/>
          <p:nvPr/>
        </p:nvSpPr>
        <p:spPr>
          <a:xfrm>
            <a:off x="4005620" y="56660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5" name="r1_o08203"/>
          <p:cNvSpPr/>
          <p:nvPr/>
        </p:nvSpPr>
        <p:spPr>
          <a:xfrm>
            <a:off x="4015823" y="56751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6" name="r1_o08204"/>
          <p:cNvSpPr/>
          <p:nvPr/>
        </p:nvSpPr>
        <p:spPr>
          <a:xfrm>
            <a:off x="4015823" y="56751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7" name="r1_o08205"/>
          <p:cNvSpPr/>
          <p:nvPr/>
        </p:nvSpPr>
        <p:spPr>
          <a:xfrm>
            <a:off x="4051534" y="570834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8" name="r1_o08206"/>
          <p:cNvSpPr/>
          <p:nvPr/>
        </p:nvSpPr>
        <p:spPr>
          <a:xfrm>
            <a:off x="4058064" y="571417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9" name="r1_o08207"/>
          <p:cNvSpPr/>
          <p:nvPr/>
        </p:nvSpPr>
        <p:spPr>
          <a:xfrm>
            <a:off x="4058064" y="571417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0" name="r1_o08208"/>
          <p:cNvSpPr/>
          <p:nvPr/>
        </p:nvSpPr>
        <p:spPr>
          <a:xfrm>
            <a:off x="4059563" y="56715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1" name="r1_o08209"/>
          <p:cNvSpPr/>
          <p:nvPr/>
        </p:nvSpPr>
        <p:spPr>
          <a:xfrm>
            <a:off x="4069766" y="56806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2" name="r1_o08210"/>
          <p:cNvSpPr/>
          <p:nvPr/>
        </p:nvSpPr>
        <p:spPr>
          <a:xfrm>
            <a:off x="4069766" y="56806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3" name="r1_o08211"/>
          <p:cNvSpPr/>
          <p:nvPr/>
        </p:nvSpPr>
        <p:spPr>
          <a:xfrm>
            <a:off x="4105477" y="571377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4" name="r1_o08212"/>
          <p:cNvSpPr/>
          <p:nvPr/>
        </p:nvSpPr>
        <p:spPr>
          <a:xfrm>
            <a:off x="4112007" y="571960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5" name="r1_o08213"/>
          <p:cNvSpPr/>
          <p:nvPr/>
        </p:nvSpPr>
        <p:spPr>
          <a:xfrm>
            <a:off x="4112007" y="571960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6" name="r1_o08214"/>
          <p:cNvSpPr/>
          <p:nvPr/>
        </p:nvSpPr>
        <p:spPr>
          <a:xfrm>
            <a:off x="4167448" y="568235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7" name="r1_o08215"/>
          <p:cNvSpPr/>
          <p:nvPr/>
        </p:nvSpPr>
        <p:spPr>
          <a:xfrm>
            <a:off x="4177651" y="569146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8" name="r1_o08216"/>
          <p:cNvSpPr/>
          <p:nvPr/>
        </p:nvSpPr>
        <p:spPr>
          <a:xfrm>
            <a:off x="4177651" y="569146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9" name="r1_o08217"/>
          <p:cNvSpPr/>
          <p:nvPr/>
        </p:nvSpPr>
        <p:spPr>
          <a:xfrm>
            <a:off x="4213362" y="572462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0" name="r1_o08218"/>
          <p:cNvSpPr/>
          <p:nvPr/>
        </p:nvSpPr>
        <p:spPr>
          <a:xfrm>
            <a:off x="4219892" y="573045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1" name="r1_o08219"/>
          <p:cNvSpPr/>
          <p:nvPr/>
        </p:nvSpPr>
        <p:spPr>
          <a:xfrm>
            <a:off x="4219892" y="573045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2" name="r1_o08220"/>
          <p:cNvSpPr/>
          <p:nvPr/>
        </p:nvSpPr>
        <p:spPr>
          <a:xfrm>
            <a:off x="4221391" y="568777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3" name="r1_o08221"/>
          <p:cNvSpPr/>
          <p:nvPr/>
        </p:nvSpPr>
        <p:spPr>
          <a:xfrm>
            <a:off x="4231594" y="569688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4" name="r1_o08222"/>
          <p:cNvSpPr/>
          <p:nvPr/>
        </p:nvSpPr>
        <p:spPr>
          <a:xfrm>
            <a:off x="4231594" y="569688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5" name="r1_o08223"/>
          <p:cNvSpPr/>
          <p:nvPr/>
        </p:nvSpPr>
        <p:spPr>
          <a:xfrm>
            <a:off x="4267305" y="573004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6" name="r1_o08224"/>
          <p:cNvSpPr/>
          <p:nvPr/>
        </p:nvSpPr>
        <p:spPr>
          <a:xfrm>
            <a:off x="4273835" y="573587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7" name="r1_o08225"/>
          <p:cNvSpPr/>
          <p:nvPr/>
        </p:nvSpPr>
        <p:spPr>
          <a:xfrm>
            <a:off x="4273835" y="573587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8" name="r1_o08226"/>
          <p:cNvSpPr/>
          <p:nvPr/>
        </p:nvSpPr>
        <p:spPr>
          <a:xfrm>
            <a:off x="3694954" y="569519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9" name="r1_o08227"/>
          <p:cNvSpPr/>
          <p:nvPr/>
        </p:nvSpPr>
        <p:spPr>
          <a:xfrm>
            <a:off x="3705158" y="570430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0" name="r1_o08228"/>
          <p:cNvSpPr/>
          <p:nvPr/>
        </p:nvSpPr>
        <p:spPr>
          <a:xfrm>
            <a:off x="3705158" y="570430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1" name="r1_o08229"/>
          <p:cNvSpPr/>
          <p:nvPr/>
        </p:nvSpPr>
        <p:spPr>
          <a:xfrm>
            <a:off x="3740869" y="5737461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2" name="r1_o08230"/>
          <p:cNvSpPr/>
          <p:nvPr/>
        </p:nvSpPr>
        <p:spPr>
          <a:xfrm>
            <a:off x="3747399" y="574329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3" name="r1_o08231"/>
          <p:cNvSpPr/>
          <p:nvPr/>
        </p:nvSpPr>
        <p:spPr>
          <a:xfrm>
            <a:off x="3747399" y="574329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4" name="r1_o08232"/>
          <p:cNvSpPr/>
          <p:nvPr/>
        </p:nvSpPr>
        <p:spPr>
          <a:xfrm>
            <a:off x="4329276" y="569862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5" name="r1_o08233"/>
          <p:cNvSpPr/>
          <p:nvPr/>
        </p:nvSpPr>
        <p:spPr>
          <a:xfrm>
            <a:off x="4339479" y="570773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6" name="r1_o08234"/>
          <p:cNvSpPr/>
          <p:nvPr/>
        </p:nvSpPr>
        <p:spPr>
          <a:xfrm>
            <a:off x="4339479" y="570773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7" name="r1_o08235"/>
          <p:cNvSpPr/>
          <p:nvPr/>
        </p:nvSpPr>
        <p:spPr>
          <a:xfrm>
            <a:off x="4375190" y="574089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8" name="r1_o08236"/>
          <p:cNvSpPr/>
          <p:nvPr/>
        </p:nvSpPr>
        <p:spPr>
          <a:xfrm>
            <a:off x="4381721" y="574672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9" name="r1_o08237"/>
          <p:cNvSpPr/>
          <p:nvPr/>
        </p:nvSpPr>
        <p:spPr>
          <a:xfrm>
            <a:off x="4381721" y="574672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0" name="r1_o08238"/>
          <p:cNvSpPr/>
          <p:nvPr/>
        </p:nvSpPr>
        <p:spPr>
          <a:xfrm>
            <a:off x="4383219" y="570405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1" name="r1_o08239"/>
          <p:cNvSpPr/>
          <p:nvPr/>
        </p:nvSpPr>
        <p:spPr>
          <a:xfrm>
            <a:off x="4393422" y="571316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2" name="r1_o08240"/>
          <p:cNvSpPr/>
          <p:nvPr/>
        </p:nvSpPr>
        <p:spPr>
          <a:xfrm>
            <a:off x="4393422" y="571316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3" name="r1_o08241"/>
          <p:cNvSpPr/>
          <p:nvPr/>
        </p:nvSpPr>
        <p:spPr>
          <a:xfrm>
            <a:off x="4429133" y="574632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4" name="r1_o08242"/>
          <p:cNvSpPr/>
          <p:nvPr/>
        </p:nvSpPr>
        <p:spPr>
          <a:xfrm>
            <a:off x="4435663" y="575215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5" name="r1_o08243"/>
          <p:cNvSpPr/>
          <p:nvPr/>
        </p:nvSpPr>
        <p:spPr>
          <a:xfrm>
            <a:off x="4435663" y="575215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6" name="r1_o08244"/>
          <p:cNvSpPr/>
          <p:nvPr/>
        </p:nvSpPr>
        <p:spPr>
          <a:xfrm>
            <a:off x="3802840" y="57060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7" name="r1_o08245"/>
          <p:cNvSpPr/>
          <p:nvPr/>
        </p:nvSpPr>
        <p:spPr>
          <a:xfrm>
            <a:off x="3813043" y="57151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8" name="r1_o08246"/>
          <p:cNvSpPr/>
          <p:nvPr/>
        </p:nvSpPr>
        <p:spPr>
          <a:xfrm>
            <a:off x="3813043" y="57151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9" name="r1_o08247"/>
          <p:cNvSpPr/>
          <p:nvPr/>
        </p:nvSpPr>
        <p:spPr>
          <a:xfrm>
            <a:off x="3856782" y="571146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0" name="r1_o08248"/>
          <p:cNvSpPr/>
          <p:nvPr/>
        </p:nvSpPr>
        <p:spPr>
          <a:xfrm>
            <a:off x="3866986" y="572057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1" name="r1_o08249"/>
          <p:cNvSpPr/>
          <p:nvPr/>
        </p:nvSpPr>
        <p:spPr>
          <a:xfrm>
            <a:off x="3866986" y="572057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2" name="r1_o08250"/>
          <p:cNvSpPr/>
          <p:nvPr/>
        </p:nvSpPr>
        <p:spPr>
          <a:xfrm>
            <a:off x="4491104" y="571489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3" name="r1_o08251"/>
          <p:cNvSpPr/>
          <p:nvPr/>
        </p:nvSpPr>
        <p:spPr>
          <a:xfrm>
            <a:off x="4501307" y="572400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4" name="r1_o08252"/>
          <p:cNvSpPr/>
          <p:nvPr/>
        </p:nvSpPr>
        <p:spPr>
          <a:xfrm>
            <a:off x="4501307" y="572400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5" name="r1_o08253"/>
          <p:cNvSpPr/>
          <p:nvPr/>
        </p:nvSpPr>
        <p:spPr>
          <a:xfrm>
            <a:off x="4537018" y="575717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6" name="r1_o08254"/>
          <p:cNvSpPr/>
          <p:nvPr/>
        </p:nvSpPr>
        <p:spPr>
          <a:xfrm>
            <a:off x="4543549" y="576300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7" name="r1_o08255"/>
          <p:cNvSpPr/>
          <p:nvPr/>
        </p:nvSpPr>
        <p:spPr>
          <a:xfrm>
            <a:off x="4543549" y="576300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8" name="r1_o08256"/>
          <p:cNvSpPr/>
          <p:nvPr/>
        </p:nvSpPr>
        <p:spPr>
          <a:xfrm>
            <a:off x="4545047" y="572032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9" name="r1_o08257"/>
          <p:cNvSpPr/>
          <p:nvPr/>
        </p:nvSpPr>
        <p:spPr>
          <a:xfrm>
            <a:off x="4555250" y="572943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0" name="r1_o08258"/>
          <p:cNvSpPr/>
          <p:nvPr/>
        </p:nvSpPr>
        <p:spPr>
          <a:xfrm>
            <a:off x="4555250" y="572943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1" name="r1_o08259"/>
          <p:cNvSpPr/>
          <p:nvPr/>
        </p:nvSpPr>
        <p:spPr>
          <a:xfrm>
            <a:off x="4590961" y="576259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2" name="r1_o08260"/>
          <p:cNvSpPr/>
          <p:nvPr/>
        </p:nvSpPr>
        <p:spPr>
          <a:xfrm>
            <a:off x="4597491" y="576842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3" name="r1_o08261"/>
          <p:cNvSpPr/>
          <p:nvPr/>
        </p:nvSpPr>
        <p:spPr>
          <a:xfrm>
            <a:off x="4597491" y="576842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4" name="r1_o08262"/>
          <p:cNvSpPr/>
          <p:nvPr/>
        </p:nvSpPr>
        <p:spPr>
          <a:xfrm>
            <a:off x="3964668" y="572231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5" name="r1_o08263"/>
          <p:cNvSpPr/>
          <p:nvPr/>
        </p:nvSpPr>
        <p:spPr>
          <a:xfrm>
            <a:off x="3974871" y="573142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6" name="r1_o08264"/>
          <p:cNvSpPr/>
          <p:nvPr/>
        </p:nvSpPr>
        <p:spPr>
          <a:xfrm>
            <a:off x="3974871" y="573142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7" name="r1_o08265"/>
          <p:cNvSpPr/>
          <p:nvPr/>
        </p:nvSpPr>
        <p:spPr>
          <a:xfrm>
            <a:off x="4018610" y="572773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8" name="r1_o08266"/>
          <p:cNvSpPr/>
          <p:nvPr/>
        </p:nvSpPr>
        <p:spPr>
          <a:xfrm>
            <a:off x="4028814" y="573684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9" name="r1_o08267"/>
          <p:cNvSpPr/>
          <p:nvPr/>
        </p:nvSpPr>
        <p:spPr>
          <a:xfrm>
            <a:off x="4028814" y="573684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0" name="r1_o08268"/>
          <p:cNvSpPr/>
          <p:nvPr/>
        </p:nvSpPr>
        <p:spPr>
          <a:xfrm>
            <a:off x="4126496" y="573858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1" name="r1_o08269"/>
          <p:cNvSpPr/>
          <p:nvPr/>
        </p:nvSpPr>
        <p:spPr>
          <a:xfrm>
            <a:off x="4136699" y="574769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2" name="r1_o08270"/>
          <p:cNvSpPr/>
          <p:nvPr/>
        </p:nvSpPr>
        <p:spPr>
          <a:xfrm>
            <a:off x="4136699" y="574769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3" name="r1_o08271"/>
          <p:cNvSpPr/>
          <p:nvPr/>
        </p:nvSpPr>
        <p:spPr>
          <a:xfrm>
            <a:off x="4180438" y="574401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4" name="r1_o08272"/>
          <p:cNvSpPr/>
          <p:nvPr/>
        </p:nvSpPr>
        <p:spPr>
          <a:xfrm>
            <a:off x="4190642" y="575312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5" name="r1_o08273"/>
          <p:cNvSpPr/>
          <p:nvPr/>
        </p:nvSpPr>
        <p:spPr>
          <a:xfrm>
            <a:off x="4190642" y="575312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6" name="r1_o08274"/>
          <p:cNvSpPr/>
          <p:nvPr/>
        </p:nvSpPr>
        <p:spPr>
          <a:xfrm>
            <a:off x="4288324" y="575486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7" name="r1_o08275"/>
          <p:cNvSpPr/>
          <p:nvPr/>
        </p:nvSpPr>
        <p:spPr>
          <a:xfrm>
            <a:off x="4298527" y="576397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8" name="r1_o08276"/>
          <p:cNvSpPr/>
          <p:nvPr/>
        </p:nvSpPr>
        <p:spPr>
          <a:xfrm>
            <a:off x="4298527" y="576397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9" name="r1_o08277"/>
          <p:cNvSpPr/>
          <p:nvPr/>
        </p:nvSpPr>
        <p:spPr>
          <a:xfrm>
            <a:off x="4342266" y="576028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0" name="r1_o08278"/>
          <p:cNvSpPr/>
          <p:nvPr/>
        </p:nvSpPr>
        <p:spPr>
          <a:xfrm>
            <a:off x="4352470" y="576939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1" name="r1_o08279"/>
          <p:cNvSpPr/>
          <p:nvPr/>
        </p:nvSpPr>
        <p:spPr>
          <a:xfrm>
            <a:off x="4352470" y="576939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2" name="r1_o08280"/>
          <p:cNvSpPr/>
          <p:nvPr/>
        </p:nvSpPr>
        <p:spPr>
          <a:xfrm>
            <a:off x="3761887" y="57622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3" name="r1_o08281"/>
          <p:cNvSpPr/>
          <p:nvPr/>
        </p:nvSpPr>
        <p:spPr>
          <a:xfrm>
            <a:off x="3772091" y="57713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4" name="r1_o08282"/>
          <p:cNvSpPr/>
          <p:nvPr/>
        </p:nvSpPr>
        <p:spPr>
          <a:xfrm>
            <a:off x="3772091" y="57713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5" name="r1_o08283"/>
          <p:cNvSpPr/>
          <p:nvPr/>
        </p:nvSpPr>
        <p:spPr>
          <a:xfrm>
            <a:off x="3815830" y="57677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6" name="r1_o08284"/>
          <p:cNvSpPr/>
          <p:nvPr/>
        </p:nvSpPr>
        <p:spPr>
          <a:xfrm>
            <a:off x="3826033" y="57768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7" name="r1_o08285"/>
          <p:cNvSpPr/>
          <p:nvPr/>
        </p:nvSpPr>
        <p:spPr>
          <a:xfrm>
            <a:off x="3826033" y="57768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8" name="r1_o08286"/>
          <p:cNvSpPr/>
          <p:nvPr/>
        </p:nvSpPr>
        <p:spPr>
          <a:xfrm>
            <a:off x="4450152" y="577113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9" name="r1_o08287"/>
          <p:cNvSpPr/>
          <p:nvPr/>
        </p:nvSpPr>
        <p:spPr>
          <a:xfrm>
            <a:off x="4460355" y="578024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0" name="r1_o08288"/>
          <p:cNvSpPr/>
          <p:nvPr/>
        </p:nvSpPr>
        <p:spPr>
          <a:xfrm>
            <a:off x="4460355" y="578024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1" name="r1_o08289"/>
          <p:cNvSpPr/>
          <p:nvPr/>
        </p:nvSpPr>
        <p:spPr>
          <a:xfrm>
            <a:off x="4504094" y="577656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2" name="r1_o08290"/>
          <p:cNvSpPr/>
          <p:nvPr/>
        </p:nvSpPr>
        <p:spPr>
          <a:xfrm>
            <a:off x="4514298" y="578567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3" name="r1_o08291"/>
          <p:cNvSpPr/>
          <p:nvPr/>
        </p:nvSpPr>
        <p:spPr>
          <a:xfrm>
            <a:off x="4514298" y="578567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4" name="r1_o08292"/>
          <p:cNvSpPr/>
          <p:nvPr/>
        </p:nvSpPr>
        <p:spPr>
          <a:xfrm>
            <a:off x="3923715" y="577855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5" name="r1_o08293"/>
          <p:cNvSpPr/>
          <p:nvPr/>
        </p:nvSpPr>
        <p:spPr>
          <a:xfrm>
            <a:off x="3933919" y="578766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6" name="r1_o08294"/>
          <p:cNvSpPr/>
          <p:nvPr/>
        </p:nvSpPr>
        <p:spPr>
          <a:xfrm>
            <a:off x="3933919" y="578766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7" name="r1_o08295"/>
          <p:cNvSpPr/>
          <p:nvPr/>
        </p:nvSpPr>
        <p:spPr>
          <a:xfrm>
            <a:off x="3977658" y="578397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8" name="r1_o08296"/>
          <p:cNvSpPr/>
          <p:nvPr/>
        </p:nvSpPr>
        <p:spPr>
          <a:xfrm>
            <a:off x="3987861" y="579308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9" name="r1_o08297"/>
          <p:cNvSpPr/>
          <p:nvPr/>
        </p:nvSpPr>
        <p:spPr>
          <a:xfrm>
            <a:off x="3987861" y="579308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0" name="r1_o08298"/>
          <p:cNvSpPr/>
          <p:nvPr/>
        </p:nvSpPr>
        <p:spPr>
          <a:xfrm>
            <a:off x="4611980" y="578741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1" name="r1_o08299"/>
          <p:cNvSpPr/>
          <p:nvPr/>
        </p:nvSpPr>
        <p:spPr>
          <a:xfrm>
            <a:off x="4622183" y="579652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2" name="r1_o08300"/>
          <p:cNvSpPr/>
          <p:nvPr/>
        </p:nvSpPr>
        <p:spPr>
          <a:xfrm>
            <a:off x="4622183" y="579652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3" name="r1_o08301"/>
          <p:cNvSpPr/>
          <p:nvPr/>
        </p:nvSpPr>
        <p:spPr>
          <a:xfrm>
            <a:off x="4665922" y="579283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4" name="r1_o08302"/>
          <p:cNvSpPr/>
          <p:nvPr/>
        </p:nvSpPr>
        <p:spPr>
          <a:xfrm>
            <a:off x="4676126" y="580194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5" name="r1_o08303"/>
          <p:cNvSpPr/>
          <p:nvPr/>
        </p:nvSpPr>
        <p:spPr>
          <a:xfrm>
            <a:off x="4676126" y="580194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6" name="r1_o08304"/>
          <p:cNvSpPr/>
          <p:nvPr/>
        </p:nvSpPr>
        <p:spPr>
          <a:xfrm>
            <a:off x="4711837" y="583510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7" name="r1_o08305"/>
          <p:cNvSpPr/>
          <p:nvPr/>
        </p:nvSpPr>
        <p:spPr>
          <a:xfrm>
            <a:off x="4718367" y="584093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8" name="r1_o08306"/>
          <p:cNvSpPr/>
          <p:nvPr/>
        </p:nvSpPr>
        <p:spPr>
          <a:xfrm>
            <a:off x="4718367" y="584093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9" name="r1_o08307"/>
          <p:cNvSpPr/>
          <p:nvPr/>
        </p:nvSpPr>
        <p:spPr>
          <a:xfrm>
            <a:off x="4085543" y="579482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0" name="r1_o08308"/>
          <p:cNvSpPr/>
          <p:nvPr/>
        </p:nvSpPr>
        <p:spPr>
          <a:xfrm>
            <a:off x="4095747" y="580393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1" name="r1_o08309"/>
          <p:cNvSpPr/>
          <p:nvPr/>
        </p:nvSpPr>
        <p:spPr>
          <a:xfrm>
            <a:off x="4095747" y="580393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2" name="r1_o08310"/>
          <p:cNvSpPr/>
          <p:nvPr/>
        </p:nvSpPr>
        <p:spPr>
          <a:xfrm>
            <a:off x="4139486" y="580025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3" name="r1_o08311"/>
          <p:cNvSpPr/>
          <p:nvPr/>
        </p:nvSpPr>
        <p:spPr>
          <a:xfrm>
            <a:off x="4149689" y="580936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4" name="r1_o08312"/>
          <p:cNvSpPr/>
          <p:nvPr/>
        </p:nvSpPr>
        <p:spPr>
          <a:xfrm>
            <a:off x="4149689" y="580936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5" name="r1_o08313"/>
          <p:cNvSpPr/>
          <p:nvPr/>
        </p:nvSpPr>
        <p:spPr>
          <a:xfrm>
            <a:off x="4247371" y="581109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6" name="r1_o08314"/>
          <p:cNvSpPr/>
          <p:nvPr/>
        </p:nvSpPr>
        <p:spPr>
          <a:xfrm>
            <a:off x="4257575" y="582020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7" name="r1_o08315"/>
          <p:cNvSpPr/>
          <p:nvPr/>
        </p:nvSpPr>
        <p:spPr>
          <a:xfrm>
            <a:off x="4257575" y="582020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8" name="r1_o08316"/>
          <p:cNvSpPr/>
          <p:nvPr/>
        </p:nvSpPr>
        <p:spPr>
          <a:xfrm>
            <a:off x="4301314" y="581652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9" name="r1_o08317"/>
          <p:cNvSpPr/>
          <p:nvPr/>
        </p:nvSpPr>
        <p:spPr>
          <a:xfrm>
            <a:off x="4311517" y="582563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0" name="r1_o08318"/>
          <p:cNvSpPr/>
          <p:nvPr/>
        </p:nvSpPr>
        <p:spPr>
          <a:xfrm>
            <a:off x="4311517" y="582563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1" name="r1_o08319"/>
          <p:cNvSpPr/>
          <p:nvPr/>
        </p:nvSpPr>
        <p:spPr>
          <a:xfrm>
            <a:off x="3774882" y="582394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2" name="r1_o08320"/>
          <p:cNvSpPr/>
          <p:nvPr/>
        </p:nvSpPr>
        <p:spPr>
          <a:xfrm>
            <a:off x="3785086" y="583305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3" name="r1_o08321"/>
          <p:cNvSpPr/>
          <p:nvPr/>
        </p:nvSpPr>
        <p:spPr>
          <a:xfrm>
            <a:off x="3785086" y="583305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4" name="r1_o08322"/>
          <p:cNvSpPr/>
          <p:nvPr/>
        </p:nvSpPr>
        <p:spPr>
          <a:xfrm>
            <a:off x="3820797" y="5866217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5" name="r1_o08323"/>
          <p:cNvSpPr/>
          <p:nvPr/>
        </p:nvSpPr>
        <p:spPr>
          <a:xfrm>
            <a:off x="3827327" y="587204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6" name="r1_o08324"/>
          <p:cNvSpPr/>
          <p:nvPr/>
        </p:nvSpPr>
        <p:spPr>
          <a:xfrm>
            <a:off x="3827327" y="587204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7" name="r1_o08325"/>
          <p:cNvSpPr/>
          <p:nvPr/>
        </p:nvSpPr>
        <p:spPr>
          <a:xfrm>
            <a:off x="4409199" y="582737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8" name="r1_o08326"/>
          <p:cNvSpPr/>
          <p:nvPr/>
        </p:nvSpPr>
        <p:spPr>
          <a:xfrm>
            <a:off x="4419403" y="583648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9" name="r1_o08327"/>
          <p:cNvSpPr/>
          <p:nvPr/>
        </p:nvSpPr>
        <p:spPr>
          <a:xfrm>
            <a:off x="4419403" y="583648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0" name="r1_o08328"/>
          <p:cNvSpPr/>
          <p:nvPr/>
        </p:nvSpPr>
        <p:spPr>
          <a:xfrm>
            <a:off x="4463142" y="583279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1" name="r1_o08329"/>
          <p:cNvSpPr/>
          <p:nvPr/>
        </p:nvSpPr>
        <p:spPr>
          <a:xfrm>
            <a:off x="4473345" y="584190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2" name="r1_o08330"/>
          <p:cNvSpPr/>
          <p:nvPr/>
        </p:nvSpPr>
        <p:spPr>
          <a:xfrm>
            <a:off x="4473345" y="584190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3" name="r1_o08331"/>
          <p:cNvSpPr/>
          <p:nvPr/>
        </p:nvSpPr>
        <p:spPr>
          <a:xfrm>
            <a:off x="3882768" y="583479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4" name="r1_o08332"/>
          <p:cNvSpPr/>
          <p:nvPr/>
        </p:nvSpPr>
        <p:spPr>
          <a:xfrm>
            <a:off x="3892971" y="584390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5" name="r1_o08333"/>
          <p:cNvSpPr/>
          <p:nvPr/>
        </p:nvSpPr>
        <p:spPr>
          <a:xfrm>
            <a:off x="3892971" y="584390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6" name="r1_o08334"/>
          <p:cNvSpPr/>
          <p:nvPr/>
        </p:nvSpPr>
        <p:spPr>
          <a:xfrm>
            <a:off x="3936710" y="584022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7" name="r1_o08335"/>
          <p:cNvSpPr/>
          <p:nvPr/>
        </p:nvSpPr>
        <p:spPr>
          <a:xfrm>
            <a:off x="3946914" y="584933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8" name="r1_o08336"/>
          <p:cNvSpPr/>
          <p:nvPr/>
        </p:nvSpPr>
        <p:spPr>
          <a:xfrm>
            <a:off x="3946914" y="584933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9" name="r1_o08337"/>
          <p:cNvSpPr/>
          <p:nvPr/>
        </p:nvSpPr>
        <p:spPr>
          <a:xfrm>
            <a:off x="4571027" y="584364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0" name="r1_o08338"/>
          <p:cNvSpPr/>
          <p:nvPr/>
        </p:nvSpPr>
        <p:spPr>
          <a:xfrm>
            <a:off x="4581231" y="585275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1" name="r1_o08339"/>
          <p:cNvSpPr/>
          <p:nvPr/>
        </p:nvSpPr>
        <p:spPr>
          <a:xfrm>
            <a:off x="4581231" y="585275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2" name="r1_o08340"/>
          <p:cNvSpPr/>
          <p:nvPr/>
        </p:nvSpPr>
        <p:spPr>
          <a:xfrm>
            <a:off x="4624970" y="584907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3" name="r1_o08341"/>
          <p:cNvSpPr/>
          <p:nvPr/>
        </p:nvSpPr>
        <p:spPr>
          <a:xfrm>
            <a:off x="4635173" y="585818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4" name="r1_o08342"/>
          <p:cNvSpPr/>
          <p:nvPr/>
        </p:nvSpPr>
        <p:spPr>
          <a:xfrm>
            <a:off x="4635173" y="585818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5" name="r1_o08343"/>
          <p:cNvSpPr/>
          <p:nvPr/>
        </p:nvSpPr>
        <p:spPr>
          <a:xfrm>
            <a:off x="4044596" y="585107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6" name="r1_o08344"/>
          <p:cNvSpPr/>
          <p:nvPr/>
        </p:nvSpPr>
        <p:spPr>
          <a:xfrm>
            <a:off x="4054799" y="586018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7" name="r1_o08345"/>
          <p:cNvSpPr/>
          <p:nvPr/>
        </p:nvSpPr>
        <p:spPr>
          <a:xfrm>
            <a:off x="4054799" y="586018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8" name="r1_o08346"/>
          <p:cNvSpPr/>
          <p:nvPr/>
        </p:nvSpPr>
        <p:spPr>
          <a:xfrm>
            <a:off x="4098538" y="585649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9" name="r1_o08347"/>
          <p:cNvSpPr/>
          <p:nvPr/>
        </p:nvSpPr>
        <p:spPr>
          <a:xfrm>
            <a:off x="4108742" y="586560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0" name="r1_o08348"/>
          <p:cNvSpPr/>
          <p:nvPr/>
        </p:nvSpPr>
        <p:spPr>
          <a:xfrm>
            <a:off x="4108742" y="586560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1" name="r1_o08349"/>
          <p:cNvSpPr/>
          <p:nvPr/>
        </p:nvSpPr>
        <p:spPr>
          <a:xfrm>
            <a:off x="4732855" y="585992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2" name="r1_o08350"/>
          <p:cNvSpPr/>
          <p:nvPr/>
        </p:nvSpPr>
        <p:spPr>
          <a:xfrm>
            <a:off x="4743059" y="586903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3" name="r1_o08351"/>
          <p:cNvSpPr/>
          <p:nvPr/>
        </p:nvSpPr>
        <p:spPr>
          <a:xfrm>
            <a:off x="4743059" y="586903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4" name="r1_o08352"/>
          <p:cNvSpPr/>
          <p:nvPr/>
        </p:nvSpPr>
        <p:spPr>
          <a:xfrm>
            <a:off x="4778770" y="590219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5" name="r1_o08353"/>
          <p:cNvSpPr/>
          <p:nvPr/>
        </p:nvSpPr>
        <p:spPr>
          <a:xfrm>
            <a:off x="4785300" y="590802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6" name="r1_o08354"/>
          <p:cNvSpPr/>
          <p:nvPr/>
        </p:nvSpPr>
        <p:spPr>
          <a:xfrm>
            <a:off x="4785300" y="590802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7" name="r1_o08355"/>
          <p:cNvSpPr/>
          <p:nvPr/>
        </p:nvSpPr>
        <p:spPr>
          <a:xfrm>
            <a:off x="4206424" y="58673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8" name="r1_o08356"/>
          <p:cNvSpPr/>
          <p:nvPr/>
        </p:nvSpPr>
        <p:spPr>
          <a:xfrm>
            <a:off x="4216627" y="58764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9" name="r1_o08357"/>
          <p:cNvSpPr/>
          <p:nvPr/>
        </p:nvSpPr>
        <p:spPr>
          <a:xfrm>
            <a:off x="4216627" y="58764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0" name="r1_o08358"/>
          <p:cNvSpPr/>
          <p:nvPr/>
        </p:nvSpPr>
        <p:spPr>
          <a:xfrm>
            <a:off x="4260366" y="587276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1" name="r1_o08359"/>
          <p:cNvSpPr/>
          <p:nvPr/>
        </p:nvSpPr>
        <p:spPr>
          <a:xfrm>
            <a:off x="4270570" y="588187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2" name="r1_o08360"/>
          <p:cNvSpPr/>
          <p:nvPr/>
        </p:nvSpPr>
        <p:spPr>
          <a:xfrm>
            <a:off x="4270570" y="588187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3" name="r1_o08361"/>
          <p:cNvSpPr/>
          <p:nvPr/>
        </p:nvSpPr>
        <p:spPr>
          <a:xfrm>
            <a:off x="4368252" y="588361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4" name="r1_o08362"/>
          <p:cNvSpPr/>
          <p:nvPr/>
        </p:nvSpPr>
        <p:spPr>
          <a:xfrm>
            <a:off x="4378455" y="589272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5" name="r1_o08363"/>
          <p:cNvSpPr/>
          <p:nvPr/>
        </p:nvSpPr>
        <p:spPr>
          <a:xfrm>
            <a:off x="4378455" y="589272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6" name="r1_o08364"/>
          <p:cNvSpPr/>
          <p:nvPr/>
        </p:nvSpPr>
        <p:spPr>
          <a:xfrm>
            <a:off x="4422194" y="588904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7" name="r1_o08365"/>
          <p:cNvSpPr/>
          <p:nvPr/>
        </p:nvSpPr>
        <p:spPr>
          <a:xfrm>
            <a:off x="4432398" y="589815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8" name="r1_o08366"/>
          <p:cNvSpPr/>
          <p:nvPr/>
        </p:nvSpPr>
        <p:spPr>
          <a:xfrm>
            <a:off x="4432398" y="589815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9" name="r1_o08367"/>
          <p:cNvSpPr/>
          <p:nvPr/>
        </p:nvSpPr>
        <p:spPr>
          <a:xfrm>
            <a:off x="3841815" y="589103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0" name="r1_o08368"/>
          <p:cNvSpPr/>
          <p:nvPr/>
        </p:nvSpPr>
        <p:spPr>
          <a:xfrm>
            <a:off x="3852019" y="590014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1" name="r1_o08369"/>
          <p:cNvSpPr/>
          <p:nvPr/>
        </p:nvSpPr>
        <p:spPr>
          <a:xfrm>
            <a:off x="3852019" y="590014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2" name="r1_o08370"/>
          <p:cNvSpPr/>
          <p:nvPr/>
        </p:nvSpPr>
        <p:spPr>
          <a:xfrm>
            <a:off x="3895758" y="589645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3" name="r1_o08371"/>
          <p:cNvSpPr/>
          <p:nvPr/>
        </p:nvSpPr>
        <p:spPr>
          <a:xfrm>
            <a:off x="3905961" y="590556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4" name="r1_o08372"/>
          <p:cNvSpPr/>
          <p:nvPr/>
        </p:nvSpPr>
        <p:spPr>
          <a:xfrm>
            <a:off x="3905961" y="590556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5" name="r1_o08373"/>
          <p:cNvSpPr/>
          <p:nvPr/>
        </p:nvSpPr>
        <p:spPr>
          <a:xfrm>
            <a:off x="4530080" y="589989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6" name="r1_o08374"/>
          <p:cNvSpPr/>
          <p:nvPr/>
        </p:nvSpPr>
        <p:spPr>
          <a:xfrm>
            <a:off x="4540283" y="590900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7" name="r1_o08375"/>
          <p:cNvSpPr/>
          <p:nvPr/>
        </p:nvSpPr>
        <p:spPr>
          <a:xfrm>
            <a:off x="4540283" y="590900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8" name="r1_o08376"/>
          <p:cNvSpPr/>
          <p:nvPr/>
        </p:nvSpPr>
        <p:spPr>
          <a:xfrm>
            <a:off x="4584022" y="590531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9" name="r1_o08377"/>
          <p:cNvSpPr/>
          <p:nvPr/>
        </p:nvSpPr>
        <p:spPr>
          <a:xfrm>
            <a:off x="4594226" y="591442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0" name="r1_o08378"/>
          <p:cNvSpPr/>
          <p:nvPr/>
        </p:nvSpPr>
        <p:spPr>
          <a:xfrm>
            <a:off x="4594226" y="591442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1" name="r1_o08379"/>
          <p:cNvSpPr/>
          <p:nvPr/>
        </p:nvSpPr>
        <p:spPr>
          <a:xfrm>
            <a:off x="4003643" y="590730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2" name="r1_o08380"/>
          <p:cNvSpPr/>
          <p:nvPr/>
        </p:nvSpPr>
        <p:spPr>
          <a:xfrm>
            <a:off x="4013847" y="591641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3" name="r1_o08381"/>
          <p:cNvSpPr/>
          <p:nvPr/>
        </p:nvSpPr>
        <p:spPr>
          <a:xfrm>
            <a:off x="4013847" y="591641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4" name="r1_o08382"/>
          <p:cNvSpPr/>
          <p:nvPr/>
        </p:nvSpPr>
        <p:spPr>
          <a:xfrm>
            <a:off x="4057586" y="591273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5" name="r1_o08383"/>
          <p:cNvSpPr/>
          <p:nvPr/>
        </p:nvSpPr>
        <p:spPr>
          <a:xfrm>
            <a:off x="4067789" y="592184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6" name="r1_o08384"/>
          <p:cNvSpPr/>
          <p:nvPr/>
        </p:nvSpPr>
        <p:spPr>
          <a:xfrm>
            <a:off x="4067789" y="592184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7" name="r1_o08385"/>
          <p:cNvSpPr/>
          <p:nvPr/>
        </p:nvSpPr>
        <p:spPr>
          <a:xfrm>
            <a:off x="4691908" y="591616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8" name="r1_o08386"/>
          <p:cNvSpPr/>
          <p:nvPr/>
        </p:nvSpPr>
        <p:spPr>
          <a:xfrm>
            <a:off x="4702111" y="592527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9" name="r1_o08387"/>
          <p:cNvSpPr/>
          <p:nvPr/>
        </p:nvSpPr>
        <p:spPr>
          <a:xfrm>
            <a:off x="4702111" y="592527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0" name="r1_o08388"/>
          <p:cNvSpPr/>
          <p:nvPr/>
        </p:nvSpPr>
        <p:spPr>
          <a:xfrm>
            <a:off x="4745850" y="592159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1" name="r1_o08389"/>
          <p:cNvSpPr/>
          <p:nvPr/>
        </p:nvSpPr>
        <p:spPr>
          <a:xfrm>
            <a:off x="4756054" y="593070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2" name="r1_o08390"/>
          <p:cNvSpPr/>
          <p:nvPr/>
        </p:nvSpPr>
        <p:spPr>
          <a:xfrm>
            <a:off x="4756054" y="593070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3" name="r1_o08391"/>
          <p:cNvSpPr/>
          <p:nvPr/>
        </p:nvSpPr>
        <p:spPr>
          <a:xfrm>
            <a:off x="4165471" y="592358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4" name="r1_o08392"/>
          <p:cNvSpPr/>
          <p:nvPr/>
        </p:nvSpPr>
        <p:spPr>
          <a:xfrm>
            <a:off x="4175675" y="593269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5" name="r1_o08393"/>
          <p:cNvSpPr/>
          <p:nvPr/>
        </p:nvSpPr>
        <p:spPr>
          <a:xfrm>
            <a:off x="4175675" y="593269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6" name="r1_o08394"/>
          <p:cNvSpPr/>
          <p:nvPr/>
        </p:nvSpPr>
        <p:spPr>
          <a:xfrm>
            <a:off x="4219414" y="592900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7" name="r1_o08395"/>
          <p:cNvSpPr/>
          <p:nvPr/>
        </p:nvSpPr>
        <p:spPr>
          <a:xfrm>
            <a:off x="4229617" y="593811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8" name="r1_o08396"/>
          <p:cNvSpPr/>
          <p:nvPr/>
        </p:nvSpPr>
        <p:spPr>
          <a:xfrm>
            <a:off x="4229617" y="593811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9" name="r1_o08397"/>
          <p:cNvSpPr/>
          <p:nvPr/>
        </p:nvSpPr>
        <p:spPr>
          <a:xfrm>
            <a:off x="4327299" y="593985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0" name="r1_o08398"/>
          <p:cNvSpPr/>
          <p:nvPr/>
        </p:nvSpPr>
        <p:spPr>
          <a:xfrm>
            <a:off x="4337503" y="594896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1" name="r1_o08399"/>
          <p:cNvSpPr/>
          <p:nvPr/>
        </p:nvSpPr>
        <p:spPr>
          <a:xfrm>
            <a:off x="4337503" y="594896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2" name="r1_o08400"/>
          <p:cNvSpPr/>
          <p:nvPr/>
        </p:nvSpPr>
        <p:spPr>
          <a:xfrm>
            <a:off x="4381242" y="594528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3" name="r1_o08401"/>
          <p:cNvSpPr/>
          <p:nvPr/>
        </p:nvSpPr>
        <p:spPr>
          <a:xfrm>
            <a:off x="4391445" y="595439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4" name="r1_o08402"/>
          <p:cNvSpPr/>
          <p:nvPr/>
        </p:nvSpPr>
        <p:spPr>
          <a:xfrm>
            <a:off x="4391445" y="595439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5" name="r1_o08403"/>
          <p:cNvSpPr/>
          <p:nvPr/>
        </p:nvSpPr>
        <p:spPr>
          <a:xfrm>
            <a:off x="3854806" y="595269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6" name="r1_o08404"/>
          <p:cNvSpPr/>
          <p:nvPr/>
        </p:nvSpPr>
        <p:spPr>
          <a:xfrm>
            <a:off x="3865009" y="596180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7" name="r1_o08405"/>
          <p:cNvSpPr/>
          <p:nvPr/>
        </p:nvSpPr>
        <p:spPr>
          <a:xfrm>
            <a:off x="3865009" y="596180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8" name="r1_o08406"/>
          <p:cNvSpPr/>
          <p:nvPr/>
        </p:nvSpPr>
        <p:spPr>
          <a:xfrm>
            <a:off x="3900720" y="5994965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9" name="r1_o08407"/>
          <p:cNvSpPr/>
          <p:nvPr/>
        </p:nvSpPr>
        <p:spPr>
          <a:xfrm>
            <a:off x="3907250" y="600079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0" name="r1_o08408"/>
          <p:cNvSpPr/>
          <p:nvPr/>
        </p:nvSpPr>
        <p:spPr>
          <a:xfrm>
            <a:off x="3907250" y="600079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1" name="r1_o08409"/>
          <p:cNvSpPr/>
          <p:nvPr/>
        </p:nvSpPr>
        <p:spPr>
          <a:xfrm>
            <a:off x="4489127" y="595612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2" name="r1_o08410"/>
          <p:cNvSpPr/>
          <p:nvPr/>
        </p:nvSpPr>
        <p:spPr>
          <a:xfrm>
            <a:off x="4499331" y="596523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3" name="r1_o08411"/>
          <p:cNvSpPr/>
          <p:nvPr/>
        </p:nvSpPr>
        <p:spPr>
          <a:xfrm>
            <a:off x="4499331" y="596523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4" name="r1_o08412"/>
          <p:cNvSpPr/>
          <p:nvPr/>
        </p:nvSpPr>
        <p:spPr>
          <a:xfrm>
            <a:off x="4543070" y="596155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5" name="r1_o08413"/>
          <p:cNvSpPr/>
          <p:nvPr/>
        </p:nvSpPr>
        <p:spPr>
          <a:xfrm>
            <a:off x="4553273" y="597066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6" name="r1_o08414"/>
          <p:cNvSpPr/>
          <p:nvPr/>
        </p:nvSpPr>
        <p:spPr>
          <a:xfrm>
            <a:off x="4553273" y="597066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7" name="r1_o08415"/>
          <p:cNvSpPr/>
          <p:nvPr/>
        </p:nvSpPr>
        <p:spPr>
          <a:xfrm>
            <a:off x="3962691" y="596354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8" name="r1_o08416"/>
          <p:cNvSpPr/>
          <p:nvPr/>
        </p:nvSpPr>
        <p:spPr>
          <a:xfrm>
            <a:off x="3972894" y="597265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9" name="r1_o08417"/>
          <p:cNvSpPr/>
          <p:nvPr/>
        </p:nvSpPr>
        <p:spPr>
          <a:xfrm>
            <a:off x="3972894" y="597265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0" name="r1_o08418"/>
          <p:cNvSpPr/>
          <p:nvPr/>
        </p:nvSpPr>
        <p:spPr>
          <a:xfrm>
            <a:off x="4016634" y="596896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1" name="r1_o08419"/>
          <p:cNvSpPr/>
          <p:nvPr/>
        </p:nvSpPr>
        <p:spPr>
          <a:xfrm>
            <a:off x="4026837" y="597807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2" name="r1_o08420"/>
          <p:cNvSpPr/>
          <p:nvPr/>
        </p:nvSpPr>
        <p:spPr>
          <a:xfrm>
            <a:off x="4026837" y="597807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3" name="r1_o08421"/>
          <p:cNvSpPr/>
          <p:nvPr/>
        </p:nvSpPr>
        <p:spPr>
          <a:xfrm>
            <a:off x="4650955" y="597240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4" name="r1_o08422"/>
          <p:cNvSpPr/>
          <p:nvPr/>
        </p:nvSpPr>
        <p:spPr>
          <a:xfrm>
            <a:off x="4661159" y="598151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5" name="r1_o08423"/>
          <p:cNvSpPr/>
          <p:nvPr/>
        </p:nvSpPr>
        <p:spPr>
          <a:xfrm>
            <a:off x="4661159" y="598151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6" name="r1_o08424"/>
          <p:cNvSpPr/>
          <p:nvPr/>
        </p:nvSpPr>
        <p:spPr>
          <a:xfrm>
            <a:off x="4704898" y="597782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7" name="r1_o08425"/>
          <p:cNvSpPr/>
          <p:nvPr/>
        </p:nvSpPr>
        <p:spPr>
          <a:xfrm>
            <a:off x="4715101" y="598693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8" name="r1_o08426"/>
          <p:cNvSpPr/>
          <p:nvPr/>
        </p:nvSpPr>
        <p:spPr>
          <a:xfrm>
            <a:off x="4715101" y="598693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9" name="r1_o08427"/>
          <p:cNvSpPr/>
          <p:nvPr/>
        </p:nvSpPr>
        <p:spPr>
          <a:xfrm>
            <a:off x="4124519" y="597981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0" name="r1_o08428"/>
          <p:cNvSpPr/>
          <p:nvPr/>
        </p:nvSpPr>
        <p:spPr>
          <a:xfrm>
            <a:off x="4134722" y="598892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1" name="r1_o08429"/>
          <p:cNvSpPr/>
          <p:nvPr/>
        </p:nvSpPr>
        <p:spPr>
          <a:xfrm>
            <a:off x="4134722" y="598892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2" name="r1_o08430"/>
          <p:cNvSpPr/>
          <p:nvPr/>
        </p:nvSpPr>
        <p:spPr>
          <a:xfrm>
            <a:off x="4178462" y="598524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3" name="r1_o08431"/>
          <p:cNvSpPr/>
          <p:nvPr/>
        </p:nvSpPr>
        <p:spPr>
          <a:xfrm>
            <a:off x="4188665" y="599435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4" name="r1_o08432"/>
          <p:cNvSpPr/>
          <p:nvPr/>
        </p:nvSpPr>
        <p:spPr>
          <a:xfrm>
            <a:off x="4188665" y="599435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5" name="r1_o08433"/>
          <p:cNvSpPr/>
          <p:nvPr/>
        </p:nvSpPr>
        <p:spPr>
          <a:xfrm>
            <a:off x="4812783" y="59886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6" name="r1_o08434"/>
          <p:cNvSpPr/>
          <p:nvPr/>
        </p:nvSpPr>
        <p:spPr>
          <a:xfrm>
            <a:off x="4822987" y="59977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7" name="r1_o08435"/>
          <p:cNvSpPr/>
          <p:nvPr/>
        </p:nvSpPr>
        <p:spPr>
          <a:xfrm>
            <a:off x="4822987" y="59977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8" name="r1_o08436"/>
          <p:cNvSpPr/>
          <p:nvPr/>
        </p:nvSpPr>
        <p:spPr>
          <a:xfrm>
            <a:off x="4858698" y="603094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9" name="r1_o08437"/>
          <p:cNvSpPr/>
          <p:nvPr/>
        </p:nvSpPr>
        <p:spPr>
          <a:xfrm>
            <a:off x="4865228" y="603677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0" name="r1_o08438"/>
          <p:cNvSpPr/>
          <p:nvPr/>
        </p:nvSpPr>
        <p:spPr>
          <a:xfrm>
            <a:off x="4865228" y="603677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1" name="r1_o08439"/>
          <p:cNvSpPr/>
          <p:nvPr/>
        </p:nvSpPr>
        <p:spPr>
          <a:xfrm>
            <a:off x="4286347" y="599609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2" name="r1_o08440"/>
          <p:cNvSpPr/>
          <p:nvPr/>
        </p:nvSpPr>
        <p:spPr>
          <a:xfrm>
            <a:off x="4296550" y="600520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3" name="r1_o08441"/>
          <p:cNvSpPr/>
          <p:nvPr/>
        </p:nvSpPr>
        <p:spPr>
          <a:xfrm>
            <a:off x="4296550" y="600520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4" name="r1_o08442"/>
          <p:cNvSpPr/>
          <p:nvPr/>
        </p:nvSpPr>
        <p:spPr>
          <a:xfrm>
            <a:off x="4340290" y="600151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5" name="r1_o08443"/>
          <p:cNvSpPr/>
          <p:nvPr/>
        </p:nvSpPr>
        <p:spPr>
          <a:xfrm>
            <a:off x="4350493" y="601062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6" name="r1_o08444"/>
          <p:cNvSpPr/>
          <p:nvPr/>
        </p:nvSpPr>
        <p:spPr>
          <a:xfrm>
            <a:off x="4350493" y="601062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7" name="r1_o08445"/>
          <p:cNvSpPr/>
          <p:nvPr/>
        </p:nvSpPr>
        <p:spPr>
          <a:xfrm>
            <a:off x="4448175" y="601236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8" name="r1_o08446"/>
          <p:cNvSpPr/>
          <p:nvPr/>
        </p:nvSpPr>
        <p:spPr>
          <a:xfrm>
            <a:off x="4458378" y="602147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9" name="r1_o08447"/>
          <p:cNvSpPr/>
          <p:nvPr/>
        </p:nvSpPr>
        <p:spPr>
          <a:xfrm>
            <a:off x="4458378" y="602147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0" name="r1_o08448"/>
          <p:cNvSpPr/>
          <p:nvPr/>
        </p:nvSpPr>
        <p:spPr>
          <a:xfrm>
            <a:off x="4502118" y="601779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1" name="r1_o08449"/>
          <p:cNvSpPr/>
          <p:nvPr/>
        </p:nvSpPr>
        <p:spPr>
          <a:xfrm>
            <a:off x="4512321" y="602690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2" name="r1_o08450"/>
          <p:cNvSpPr/>
          <p:nvPr/>
        </p:nvSpPr>
        <p:spPr>
          <a:xfrm>
            <a:off x="4512321" y="602690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3" name="r1_o08451"/>
          <p:cNvSpPr/>
          <p:nvPr/>
        </p:nvSpPr>
        <p:spPr>
          <a:xfrm>
            <a:off x="3921739" y="601978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4" name="r1_o08452"/>
          <p:cNvSpPr/>
          <p:nvPr/>
        </p:nvSpPr>
        <p:spPr>
          <a:xfrm>
            <a:off x="3931942" y="602889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5" name="r1_o08453"/>
          <p:cNvSpPr/>
          <p:nvPr/>
        </p:nvSpPr>
        <p:spPr>
          <a:xfrm>
            <a:off x="3931942" y="602889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6" name="r1_o08454"/>
          <p:cNvSpPr/>
          <p:nvPr/>
        </p:nvSpPr>
        <p:spPr>
          <a:xfrm>
            <a:off x="3967653" y="606205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7" name="r1_o08455"/>
          <p:cNvSpPr/>
          <p:nvPr/>
        </p:nvSpPr>
        <p:spPr>
          <a:xfrm>
            <a:off x="3974183" y="606788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8" name="r1_o08456"/>
          <p:cNvSpPr/>
          <p:nvPr/>
        </p:nvSpPr>
        <p:spPr>
          <a:xfrm>
            <a:off x="3974183" y="606788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9" name="r1_o08457"/>
          <p:cNvSpPr/>
          <p:nvPr/>
        </p:nvSpPr>
        <p:spPr>
          <a:xfrm>
            <a:off x="3975681" y="602520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0" name="r1_o08458"/>
          <p:cNvSpPr/>
          <p:nvPr/>
        </p:nvSpPr>
        <p:spPr>
          <a:xfrm>
            <a:off x="3985885" y="603431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1" name="r1_o08459"/>
          <p:cNvSpPr/>
          <p:nvPr/>
        </p:nvSpPr>
        <p:spPr>
          <a:xfrm>
            <a:off x="3985885" y="603431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2" name="r1_o08460"/>
          <p:cNvSpPr/>
          <p:nvPr/>
        </p:nvSpPr>
        <p:spPr>
          <a:xfrm>
            <a:off x="4021596" y="606747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3" name="r1_o08461"/>
          <p:cNvSpPr/>
          <p:nvPr/>
        </p:nvSpPr>
        <p:spPr>
          <a:xfrm>
            <a:off x="4028126" y="607330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4" name="r1_o08462"/>
          <p:cNvSpPr/>
          <p:nvPr/>
        </p:nvSpPr>
        <p:spPr>
          <a:xfrm>
            <a:off x="4028126" y="607330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5" name="r1_o08463"/>
          <p:cNvSpPr/>
          <p:nvPr/>
        </p:nvSpPr>
        <p:spPr>
          <a:xfrm>
            <a:off x="4610003" y="602864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6" name="r1_o08464"/>
          <p:cNvSpPr/>
          <p:nvPr/>
        </p:nvSpPr>
        <p:spPr>
          <a:xfrm>
            <a:off x="4620206" y="603775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7" name="r1_o08465"/>
          <p:cNvSpPr/>
          <p:nvPr/>
        </p:nvSpPr>
        <p:spPr>
          <a:xfrm>
            <a:off x="4620206" y="603775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8" name="r1_o08466"/>
          <p:cNvSpPr/>
          <p:nvPr/>
        </p:nvSpPr>
        <p:spPr>
          <a:xfrm>
            <a:off x="4663946" y="603406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9" name="r1_o08467"/>
          <p:cNvSpPr/>
          <p:nvPr/>
        </p:nvSpPr>
        <p:spPr>
          <a:xfrm>
            <a:off x="4674149" y="604317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0" name="r1_o08468"/>
          <p:cNvSpPr/>
          <p:nvPr/>
        </p:nvSpPr>
        <p:spPr>
          <a:xfrm>
            <a:off x="4674149" y="604317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1" name="r1_o08469"/>
          <p:cNvSpPr/>
          <p:nvPr/>
        </p:nvSpPr>
        <p:spPr>
          <a:xfrm>
            <a:off x="4083567" y="6036055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2" name="r1_o08470"/>
          <p:cNvSpPr/>
          <p:nvPr/>
        </p:nvSpPr>
        <p:spPr>
          <a:xfrm>
            <a:off x="4093770" y="6045165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3" name="r1_o08471"/>
          <p:cNvSpPr/>
          <p:nvPr/>
        </p:nvSpPr>
        <p:spPr>
          <a:xfrm>
            <a:off x="4093770" y="6045165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4" name="r1_o08472"/>
          <p:cNvSpPr/>
          <p:nvPr/>
        </p:nvSpPr>
        <p:spPr>
          <a:xfrm>
            <a:off x="4129481" y="607832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5" name="r1_o08473"/>
          <p:cNvSpPr/>
          <p:nvPr/>
        </p:nvSpPr>
        <p:spPr>
          <a:xfrm>
            <a:off x="4136011" y="6084156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6" name="r1_o08474"/>
          <p:cNvSpPr/>
          <p:nvPr/>
        </p:nvSpPr>
        <p:spPr>
          <a:xfrm>
            <a:off x="4136011" y="6084156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7" name="r1_o08475"/>
          <p:cNvSpPr/>
          <p:nvPr/>
        </p:nvSpPr>
        <p:spPr>
          <a:xfrm>
            <a:off x="4137509" y="6041480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8" name="r1_o08476"/>
          <p:cNvSpPr/>
          <p:nvPr/>
        </p:nvSpPr>
        <p:spPr>
          <a:xfrm>
            <a:off x="4147713" y="6050590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9" name="r1_o08477"/>
          <p:cNvSpPr/>
          <p:nvPr/>
        </p:nvSpPr>
        <p:spPr>
          <a:xfrm>
            <a:off x="4147713" y="6050590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0" name="r1_o08478"/>
          <p:cNvSpPr/>
          <p:nvPr/>
        </p:nvSpPr>
        <p:spPr>
          <a:xfrm>
            <a:off x="4183424" y="608375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1" name="r1_o08479"/>
          <p:cNvSpPr/>
          <p:nvPr/>
        </p:nvSpPr>
        <p:spPr>
          <a:xfrm>
            <a:off x="4189954" y="6089581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2" name="r1_o08480"/>
          <p:cNvSpPr/>
          <p:nvPr/>
        </p:nvSpPr>
        <p:spPr>
          <a:xfrm>
            <a:off x="4189954" y="6089581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3" name="r1_o08481"/>
          <p:cNvSpPr/>
          <p:nvPr/>
        </p:nvSpPr>
        <p:spPr>
          <a:xfrm>
            <a:off x="4771831" y="604491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4" name="r1_o08482"/>
          <p:cNvSpPr/>
          <p:nvPr/>
        </p:nvSpPr>
        <p:spPr>
          <a:xfrm>
            <a:off x="4782034" y="605402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5" name="r1_o08483"/>
          <p:cNvSpPr/>
          <p:nvPr/>
        </p:nvSpPr>
        <p:spPr>
          <a:xfrm>
            <a:off x="4782034" y="605402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6" name="r1_o08484"/>
          <p:cNvSpPr/>
          <p:nvPr/>
        </p:nvSpPr>
        <p:spPr>
          <a:xfrm>
            <a:off x="4825774" y="605033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7" name="r1_o08485"/>
          <p:cNvSpPr/>
          <p:nvPr/>
        </p:nvSpPr>
        <p:spPr>
          <a:xfrm>
            <a:off x="4835977" y="605944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8" name="r1_o08486"/>
          <p:cNvSpPr/>
          <p:nvPr/>
        </p:nvSpPr>
        <p:spPr>
          <a:xfrm>
            <a:off x="4835977" y="605944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9" name="r1_o08487"/>
          <p:cNvSpPr/>
          <p:nvPr/>
        </p:nvSpPr>
        <p:spPr>
          <a:xfrm>
            <a:off x="4871688" y="6092609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0" name="r1_o08488"/>
          <p:cNvSpPr/>
          <p:nvPr/>
        </p:nvSpPr>
        <p:spPr>
          <a:xfrm>
            <a:off x="4878218" y="609844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1" name="r1_o08489"/>
          <p:cNvSpPr/>
          <p:nvPr/>
        </p:nvSpPr>
        <p:spPr>
          <a:xfrm>
            <a:off x="4878218" y="609844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2" name="r1_o08490"/>
          <p:cNvSpPr/>
          <p:nvPr/>
        </p:nvSpPr>
        <p:spPr>
          <a:xfrm>
            <a:off x="4245395" y="6052329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3" name="r1_o08491"/>
          <p:cNvSpPr/>
          <p:nvPr/>
        </p:nvSpPr>
        <p:spPr>
          <a:xfrm>
            <a:off x="4255598" y="6061439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4" name="r1_o08492"/>
          <p:cNvSpPr/>
          <p:nvPr/>
        </p:nvSpPr>
        <p:spPr>
          <a:xfrm>
            <a:off x="4255598" y="6061439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5" name="r1_o08493"/>
          <p:cNvSpPr/>
          <p:nvPr/>
        </p:nvSpPr>
        <p:spPr>
          <a:xfrm>
            <a:off x="4291309" y="6094600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6" name="r1_o08494"/>
          <p:cNvSpPr/>
          <p:nvPr/>
        </p:nvSpPr>
        <p:spPr>
          <a:xfrm>
            <a:off x="4297839" y="6100430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7" name="r1_o08495"/>
          <p:cNvSpPr/>
          <p:nvPr/>
        </p:nvSpPr>
        <p:spPr>
          <a:xfrm>
            <a:off x="4297839" y="6100430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8" name="r1_o08496"/>
          <p:cNvSpPr/>
          <p:nvPr/>
        </p:nvSpPr>
        <p:spPr>
          <a:xfrm>
            <a:off x="4299337" y="6057754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499" name="r1_o08497"/>
          <p:cNvSpPr/>
          <p:nvPr/>
        </p:nvSpPr>
        <p:spPr>
          <a:xfrm>
            <a:off x="4309541" y="6066864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0" name="r1_o08498"/>
          <p:cNvSpPr/>
          <p:nvPr/>
        </p:nvSpPr>
        <p:spPr>
          <a:xfrm>
            <a:off x="4309541" y="6066864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1" name="r1_o08499"/>
          <p:cNvSpPr/>
          <p:nvPr/>
        </p:nvSpPr>
        <p:spPr>
          <a:xfrm>
            <a:off x="4345252" y="610002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2" name="r1_o08500"/>
          <p:cNvSpPr/>
          <p:nvPr/>
        </p:nvSpPr>
        <p:spPr>
          <a:xfrm>
            <a:off x="4351782" y="6105855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3" name="r1_o08501"/>
          <p:cNvSpPr/>
          <p:nvPr/>
        </p:nvSpPr>
        <p:spPr>
          <a:xfrm>
            <a:off x="4351782" y="6105855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4" name="r1_o08502"/>
          <p:cNvSpPr/>
          <p:nvPr/>
        </p:nvSpPr>
        <p:spPr>
          <a:xfrm>
            <a:off x="4407223" y="6068603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5" name="r1_o08503"/>
          <p:cNvSpPr/>
          <p:nvPr/>
        </p:nvSpPr>
        <p:spPr>
          <a:xfrm>
            <a:off x="4417426" y="6077713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6" name="r1_o08504"/>
          <p:cNvSpPr/>
          <p:nvPr/>
        </p:nvSpPr>
        <p:spPr>
          <a:xfrm>
            <a:off x="4417426" y="6077713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7" name="r1_o08505"/>
          <p:cNvSpPr/>
          <p:nvPr/>
        </p:nvSpPr>
        <p:spPr>
          <a:xfrm>
            <a:off x="4453137" y="6110874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8" name="r1_o08506"/>
          <p:cNvSpPr/>
          <p:nvPr/>
        </p:nvSpPr>
        <p:spPr>
          <a:xfrm>
            <a:off x="4459667" y="6116704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09" name="r1_o08507"/>
          <p:cNvSpPr/>
          <p:nvPr/>
        </p:nvSpPr>
        <p:spPr>
          <a:xfrm>
            <a:off x="4459667" y="6116704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0" name="r1_o08508"/>
          <p:cNvSpPr/>
          <p:nvPr/>
        </p:nvSpPr>
        <p:spPr>
          <a:xfrm>
            <a:off x="4461165" y="6074028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1" name="r1_o08509"/>
          <p:cNvSpPr/>
          <p:nvPr/>
        </p:nvSpPr>
        <p:spPr>
          <a:xfrm>
            <a:off x="4471369" y="6083138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2" name="r1_o08510"/>
          <p:cNvSpPr/>
          <p:nvPr/>
        </p:nvSpPr>
        <p:spPr>
          <a:xfrm>
            <a:off x="4471369" y="6083138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3" name="r1_o08511"/>
          <p:cNvSpPr/>
          <p:nvPr/>
        </p:nvSpPr>
        <p:spPr>
          <a:xfrm>
            <a:off x="4507080" y="611629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4" name="r1_o08512"/>
          <p:cNvSpPr/>
          <p:nvPr/>
        </p:nvSpPr>
        <p:spPr>
          <a:xfrm>
            <a:off x="4513610" y="6122129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5" name="r1_o08513"/>
          <p:cNvSpPr/>
          <p:nvPr/>
        </p:nvSpPr>
        <p:spPr>
          <a:xfrm>
            <a:off x="4513610" y="6122129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6" name="r1_o08514"/>
          <p:cNvSpPr/>
          <p:nvPr/>
        </p:nvSpPr>
        <p:spPr>
          <a:xfrm>
            <a:off x="4569051" y="6084877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7" name="r1_o08515"/>
          <p:cNvSpPr/>
          <p:nvPr/>
        </p:nvSpPr>
        <p:spPr>
          <a:xfrm>
            <a:off x="4579254" y="6093987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8" name="r1_o08516"/>
          <p:cNvSpPr/>
          <p:nvPr/>
        </p:nvSpPr>
        <p:spPr>
          <a:xfrm>
            <a:off x="4579254" y="6093987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19" name="r1_o08517"/>
          <p:cNvSpPr/>
          <p:nvPr/>
        </p:nvSpPr>
        <p:spPr>
          <a:xfrm>
            <a:off x="4614965" y="6127148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0" name="r1_o08518"/>
          <p:cNvSpPr/>
          <p:nvPr/>
        </p:nvSpPr>
        <p:spPr>
          <a:xfrm>
            <a:off x="4621495" y="6132978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1" name="r1_o08519"/>
          <p:cNvSpPr/>
          <p:nvPr/>
        </p:nvSpPr>
        <p:spPr>
          <a:xfrm>
            <a:off x="4621495" y="6132978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2" name="r1_o08520"/>
          <p:cNvSpPr/>
          <p:nvPr/>
        </p:nvSpPr>
        <p:spPr>
          <a:xfrm>
            <a:off x="4622993" y="6090302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3" name="r1_o08521"/>
          <p:cNvSpPr/>
          <p:nvPr/>
        </p:nvSpPr>
        <p:spPr>
          <a:xfrm>
            <a:off x="4633197" y="6099412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4" name="r1_o08522"/>
          <p:cNvSpPr/>
          <p:nvPr/>
        </p:nvSpPr>
        <p:spPr>
          <a:xfrm>
            <a:off x="4633197" y="6099412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5" name="r1_o08523"/>
          <p:cNvSpPr/>
          <p:nvPr/>
        </p:nvSpPr>
        <p:spPr>
          <a:xfrm>
            <a:off x="4668908" y="613257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6" name="r1_o08524"/>
          <p:cNvSpPr/>
          <p:nvPr/>
        </p:nvSpPr>
        <p:spPr>
          <a:xfrm>
            <a:off x="4675438" y="6138403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7" name="r1_o08525"/>
          <p:cNvSpPr/>
          <p:nvPr/>
        </p:nvSpPr>
        <p:spPr>
          <a:xfrm>
            <a:off x="4675438" y="6138403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8" name="r1_o08526"/>
          <p:cNvSpPr/>
          <p:nvPr/>
        </p:nvSpPr>
        <p:spPr>
          <a:xfrm>
            <a:off x="4730879" y="6101151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29" name="r1_o08527"/>
          <p:cNvSpPr/>
          <p:nvPr/>
        </p:nvSpPr>
        <p:spPr>
          <a:xfrm>
            <a:off x="4741082" y="6110261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0" name="r1_o08528"/>
          <p:cNvSpPr/>
          <p:nvPr/>
        </p:nvSpPr>
        <p:spPr>
          <a:xfrm>
            <a:off x="4741082" y="6110261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1" name="r1_o08529"/>
          <p:cNvSpPr/>
          <p:nvPr/>
        </p:nvSpPr>
        <p:spPr>
          <a:xfrm>
            <a:off x="4776793" y="6143422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2" name="r1_o08530"/>
          <p:cNvSpPr/>
          <p:nvPr/>
        </p:nvSpPr>
        <p:spPr>
          <a:xfrm>
            <a:off x="4783323" y="6149252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3" name="r1_o08531"/>
          <p:cNvSpPr/>
          <p:nvPr/>
        </p:nvSpPr>
        <p:spPr>
          <a:xfrm>
            <a:off x="4783323" y="6149252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4" name="r1_o08532"/>
          <p:cNvSpPr/>
          <p:nvPr/>
        </p:nvSpPr>
        <p:spPr>
          <a:xfrm>
            <a:off x="4784821" y="6106576"/>
            <a:ext cx="72880" cy="72880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5" name="r1_o08533"/>
          <p:cNvSpPr/>
          <p:nvPr/>
        </p:nvSpPr>
        <p:spPr>
          <a:xfrm>
            <a:off x="4795025" y="6115686"/>
            <a:ext cx="35420" cy="35420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6" name="r1_o08534"/>
          <p:cNvSpPr/>
          <p:nvPr/>
        </p:nvSpPr>
        <p:spPr>
          <a:xfrm>
            <a:off x="4795025" y="6115686"/>
            <a:ext cx="22137" cy="22137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7" name="r1_o08535"/>
          <p:cNvSpPr/>
          <p:nvPr/>
        </p:nvSpPr>
        <p:spPr>
          <a:xfrm>
            <a:off x="4830736" y="6148846"/>
            <a:ext cx="46643" cy="46643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8" name="r1_o08536"/>
          <p:cNvSpPr/>
          <p:nvPr/>
        </p:nvSpPr>
        <p:spPr>
          <a:xfrm>
            <a:off x="4837266" y="6154677"/>
            <a:ext cx="22669" cy="22669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39" name="r1_o08537"/>
          <p:cNvSpPr/>
          <p:nvPr/>
        </p:nvSpPr>
        <p:spPr>
          <a:xfrm>
            <a:off x="4837266" y="6154677"/>
            <a:ext cx="14168" cy="141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0" name="r1_o08538"/>
          <p:cNvSpPr/>
          <p:nvPr/>
        </p:nvSpPr>
        <p:spPr>
          <a:xfrm>
            <a:off x="4054084" y="5069468"/>
            <a:ext cx="132731" cy="13273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1" name="r1_o08539"/>
          <p:cNvSpPr/>
          <p:nvPr/>
        </p:nvSpPr>
        <p:spPr>
          <a:xfrm>
            <a:off x="4072666" y="5086059"/>
            <a:ext cx="64507" cy="6450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2" name="r1_o08540"/>
          <p:cNvSpPr/>
          <p:nvPr/>
        </p:nvSpPr>
        <p:spPr>
          <a:xfrm>
            <a:off x="4072666" y="5086059"/>
            <a:ext cx="40317" cy="4031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3" name="r1_o08541"/>
          <p:cNvSpPr/>
          <p:nvPr/>
        </p:nvSpPr>
        <p:spPr>
          <a:xfrm>
            <a:off x="4061989" y="5220707"/>
            <a:ext cx="61105" cy="6110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4" name="r1_o08542"/>
          <p:cNvSpPr/>
          <p:nvPr/>
        </p:nvSpPr>
        <p:spPr>
          <a:xfrm>
            <a:off x="4070543" y="5228345"/>
            <a:ext cx="29697" cy="2969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5" name="r1_o08543"/>
          <p:cNvSpPr/>
          <p:nvPr/>
        </p:nvSpPr>
        <p:spPr>
          <a:xfrm>
            <a:off x="4070543" y="5228345"/>
            <a:ext cx="18560" cy="1856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6" name="r1_o08544"/>
          <p:cNvSpPr/>
          <p:nvPr/>
        </p:nvSpPr>
        <p:spPr>
          <a:xfrm>
            <a:off x="4048546" y="5213985"/>
            <a:ext cx="34830" cy="348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7" name="r1_o08545"/>
          <p:cNvSpPr/>
          <p:nvPr/>
        </p:nvSpPr>
        <p:spPr>
          <a:xfrm>
            <a:off x="4053422" y="5218339"/>
            <a:ext cx="16927" cy="1692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8" name="r1_o08546"/>
          <p:cNvSpPr/>
          <p:nvPr/>
        </p:nvSpPr>
        <p:spPr>
          <a:xfrm>
            <a:off x="4053422" y="5218339"/>
            <a:ext cx="10579" cy="1057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49" name="r1_o08547"/>
          <p:cNvSpPr/>
          <p:nvPr/>
        </p:nvSpPr>
        <p:spPr>
          <a:xfrm>
            <a:off x="4102623" y="5246065"/>
            <a:ext cx="34830" cy="348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0" name="r1_o08548"/>
          <p:cNvSpPr/>
          <p:nvPr/>
        </p:nvSpPr>
        <p:spPr>
          <a:xfrm>
            <a:off x="4107499" y="5250419"/>
            <a:ext cx="16927" cy="1692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1" name="r1_o08549"/>
          <p:cNvSpPr/>
          <p:nvPr/>
        </p:nvSpPr>
        <p:spPr>
          <a:xfrm>
            <a:off x="4107499" y="5250419"/>
            <a:ext cx="10579" cy="1057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2" name="r1_o08550"/>
          <p:cNvSpPr/>
          <p:nvPr/>
        </p:nvSpPr>
        <p:spPr>
          <a:xfrm>
            <a:off x="4792199" y="5397917"/>
            <a:ext cx="59480" cy="5948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3" name="r1_o08551"/>
          <p:cNvSpPr/>
          <p:nvPr/>
        </p:nvSpPr>
        <p:spPr>
          <a:xfrm>
            <a:off x="4800526" y="5405352"/>
            <a:ext cx="28907" cy="2890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4" name="r1_o08552"/>
          <p:cNvSpPr/>
          <p:nvPr/>
        </p:nvSpPr>
        <p:spPr>
          <a:xfrm>
            <a:off x="4800526" y="5405352"/>
            <a:ext cx="18067" cy="1806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5" name="r1_o08553"/>
          <p:cNvSpPr/>
          <p:nvPr/>
        </p:nvSpPr>
        <p:spPr>
          <a:xfrm>
            <a:off x="4779113" y="5391375"/>
            <a:ext cx="33903" cy="3390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6" name="r1_o08554"/>
          <p:cNvSpPr/>
          <p:nvPr/>
        </p:nvSpPr>
        <p:spPr>
          <a:xfrm>
            <a:off x="4783860" y="5395613"/>
            <a:ext cx="16477" cy="1647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7" name="r1_o08555"/>
          <p:cNvSpPr/>
          <p:nvPr/>
        </p:nvSpPr>
        <p:spPr>
          <a:xfrm>
            <a:off x="4783860" y="5395613"/>
            <a:ext cx="10298" cy="1029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8" name="r1_o08556"/>
          <p:cNvSpPr/>
          <p:nvPr/>
        </p:nvSpPr>
        <p:spPr>
          <a:xfrm>
            <a:off x="4831753" y="5422601"/>
            <a:ext cx="33903" cy="3390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59" name="r1_o08557"/>
          <p:cNvSpPr/>
          <p:nvPr/>
        </p:nvSpPr>
        <p:spPr>
          <a:xfrm>
            <a:off x="4836499" y="5426839"/>
            <a:ext cx="16477" cy="1647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0" name="r1_o08558"/>
          <p:cNvSpPr/>
          <p:nvPr/>
        </p:nvSpPr>
        <p:spPr>
          <a:xfrm>
            <a:off x="4836499" y="5426839"/>
            <a:ext cx="10298" cy="1029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1" name="r1_o08559"/>
          <p:cNvSpPr/>
          <p:nvPr/>
        </p:nvSpPr>
        <p:spPr>
          <a:xfrm>
            <a:off x="4601039" y="5796382"/>
            <a:ext cx="117762" cy="11776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2" name="r1_o08560"/>
          <p:cNvSpPr/>
          <p:nvPr/>
        </p:nvSpPr>
        <p:spPr>
          <a:xfrm>
            <a:off x="4617525" y="5811102"/>
            <a:ext cx="57232" cy="5723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3" name="r1_o08561"/>
          <p:cNvSpPr/>
          <p:nvPr/>
        </p:nvSpPr>
        <p:spPr>
          <a:xfrm>
            <a:off x="4617525" y="5811102"/>
            <a:ext cx="35770" cy="3577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4" name="r1_o08562"/>
          <p:cNvSpPr/>
          <p:nvPr/>
        </p:nvSpPr>
        <p:spPr>
          <a:xfrm>
            <a:off x="4366785" y="5750139"/>
            <a:ext cx="77054" cy="7705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5" name="r1_o08563"/>
          <p:cNvSpPr/>
          <p:nvPr/>
        </p:nvSpPr>
        <p:spPr>
          <a:xfrm>
            <a:off x="4377572" y="5759771"/>
            <a:ext cx="37448" cy="3744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6" name="r1_o08564"/>
          <p:cNvSpPr/>
          <p:nvPr/>
        </p:nvSpPr>
        <p:spPr>
          <a:xfrm>
            <a:off x="4377572" y="5759771"/>
            <a:ext cx="23405" cy="2340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7" name="r1_o08565"/>
          <p:cNvSpPr/>
          <p:nvPr/>
        </p:nvSpPr>
        <p:spPr>
          <a:xfrm>
            <a:off x="4349833" y="5741663"/>
            <a:ext cx="43921" cy="4392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8" name="r1_o08566"/>
          <p:cNvSpPr/>
          <p:nvPr/>
        </p:nvSpPr>
        <p:spPr>
          <a:xfrm>
            <a:off x="4355982" y="5747153"/>
            <a:ext cx="21345" cy="213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69" name="r1_o08567"/>
          <p:cNvSpPr/>
          <p:nvPr/>
        </p:nvSpPr>
        <p:spPr>
          <a:xfrm>
            <a:off x="4355982" y="5747153"/>
            <a:ext cx="13341" cy="1334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0" name="r1_o08568"/>
          <p:cNvSpPr/>
          <p:nvPr/>
        </p:nvSpPr>
        <p:spPr>
          <a:xfrm>
            <a:off x="4418026" y="5782117"/>
            <a:ext cx="43921" cy="4392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1" name="r1_o08569"/>
          <p:cNvSpPr/>
          <p:nvPr/>
        </p:nvSpPr>
        <p:spPr>
          <a:xfrm>
            <a:off x="4424175" y="5787607"/>
            <a:ext cx="21345" cy="213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2" name="r1_o08570"/>
          <p:cNvSpPr/>
          <p:nvPr/>
        </p:nvSpPr>
        <p:spPr>
          <a:xfrm>
            <a:off x="4424175" y="5787607"/>
            <a:ext cx="13341" cy="1334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3" name="r1_o08571"/>
          <p:cNvSpPr/>
          <p:nvPr/>
        </p:nvSpPr>
        <p:spPr>
          <a:xfrm>
            <a:off x="3964607" y="5690022"/>
            <a:ext cx="80338" cy="8033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4" name="r1_o08572"/>
          <p:cNvSpPr/>
          <p:nvPr/>
        </p:nvSpPr>
        <p:spPr>
          <a:xfrm>
            <a:off x="3975854" y="5700064"/>
            <a:ext cx="39044" cy="3904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5" name="r1_o08573"/>
          <p:cNvSpPr/>
          <p:nvPr/>
        </p:nvSpPr>
        <p:spPr>
          <a:xfrm>
            <a:off x="3975854" y="5700064"/>
            <a:ext cx="24403" cy="2440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6" name="r1_o08574"/>
          <p:cNvSpPr/>
          <p:nvPr/>
        </p:nvSpPr>
        <p:spPr>
          <a:xfrm>
            <a:off x="3946933" y="5681184"/>
            <a:ext cx="45793" cy="4579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7" name="r1_o08575"/>
          <p:cNvSpPr/>
          <p:nvPr/>
        </p:nvSpPr>
        <p:spPr>
          <a:xfrm>
            <a:off x="3953344" y="5686909"/>
            <a:ext cx="22255" cy="2225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8" name="r1_o08576"/>
          <p:cNvSpPr/>
          <p:nvPr/>
        </p:nvSpPr>
        <p:spPr>
          <a:xfrm>
            <a:off x="3953344" y="5686909"/>
            <a:ext cx="13910" cy="1391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79" name="r1_o08577"/>
          <p:cNvSpPr/>
          <p:nvPr/>
        </p:nvSpPr>
        <p:spPr>
          <a:xfrm>
            <a:off x="4018032" y="5723362"/>
            <a:ext cx="45793" cy="4579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0" name="r1_o08578"/>
          <p:cNvSpPr/>
          <p:nvPr/>
        </p:nvSpPr>
        <p:spPr>
          <a:xfrm>
            <a:off x="4024443" y="5729086"/>
            <a:ext cx="22255" cy="2225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1" name="r1_o08579"/>
          <p:cNvSpPr/>
          <p:nvPr/>
        </p:nvSpPr>
        <p:spPr>
          <a:xfrm>
            <a:off x="4024443" y="5729086"/>
            <a:ext cx="13910" cy="1391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2" name="r1_o08580"/>
          <p:cNvSpPr/>
          <p:nvPr/>
        </p:nvSpPr>
        <p:spPr>
          <a:xfrm>
            <a:off x="4602436" y="6027363"/>
            <a:ext cx="79769" cy="7976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3" name="r1_o08581"/>
          <p:cNvSpPr/>
          <p:nvPr/>
        </p:nvSpPr>
        <p:spPr>
          <a:xfrm>
            <a:off x="4613603" y="6037334"/>
            <a:ext cx="38768" cy="3876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4" name="r1_o08582"/>
          <p:cNvSpPr/>
          <p:nvPr/>
        </p:nvSpPr>
        <p:spPr>
          <a:xfrm>
            <a:off x="4613603" y="6037334"/>
            <a:ext cx="24230" cy="2423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5" name="r1_o08583"/>
          <p:cNvSpPr/>
          <p:nvPr/>
        </p:nvSpPr>
        <p:spPr>
          <a:xfrm>
            <a:off x="4584886" y="6018589"/>
            <a:ext cx="45469" cy="454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6" name="r1_o08584"/>
          <p:cNvSpPr/>
          <p:nvPr/>
        </p:nvSpPr>
        <p:spPr>
          <a:xfrm>
            <a:off x="4591252" y="6024272"/>
            <a:ext cx="22098" cy="2209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7" name="r1_o08585"/>
          <p:cNvSpPr/>
          <p:nvPr/>
        </p:nvSpPr>
        <p:spPr>
          <a:xfrm>
            <a:off x="4591252" y="6024272"/>
            <a:ext cx="13811" cy="1381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8" name="r1_o08586"/>
          <p:cNvSpPr/>
          <p:nvPr/>
        </p:nvSpPr>
        <p:spPr>
          <a:xfrm>
            <a:off x="4655482" y="6060468"/>
            <a:ext cx="45469" cy="454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89" name="r1_o08587"/>
          <p:cNvSpPr/>
          <p:nvPr/>
        </p:nvSpPr>
        <p:spPr>
          <a:xfrm>
            <a:off x="4661848" y="6066151"/>
            <a:ext cx="22098" cy="2209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0" name="r1_o08588"/>
          <p:cNvSpPr/>
          <p:nvPr/>
        </p:nvSpPr>
        <p:spPr>
          <a:xfrm>
            <a:off x="4661848" y="6066151"/>
            <a:ext cx="13811" cy="1381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1" name="r1_o08589"/>
          <p:cNvSpPr/>
          <p:nvPr/>
        </p:nvSpPr>
        <p:spPr>
          <a:xfrm>
            <a:off x="5436408" y="5839805"/>
            <a:ext cx="51374" cy="5137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2" name="r1_o08590"/>
          <p:cNvSpPr/>
          <p:nvPr/>
        </p:nvSpPr>
        <p:spPr>
          <a:xfrm>
            <a:off x="5443600" y="5846227"/>
            <a:ext cx="24968" cy="2496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3" name="r1_o08591"/>
          <p:cNvSpPr/>
          <p:nvPr/>
        </p:nvSpPr>
        <p:spPr>
          <a:xfrm>
            <a:off x="5443600" y="5846227"/>
            <a:ext cx="15605" cy="1560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4" name="r1_o08592"/>
          <p:cNvSpPr/>
          <p:nvPr/>
        </p:nvSpPr>
        <p:spPr>
          <a:xfrm>
            <a:off x="5425105" y="5834154"/>
            <a:ext cx="29283" cy="2928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5" name="r1_o08593"/>
          <p:cNvSpPr/>
          <p:nvPr/>
        </p:nvSpPr>
        <p:spPr>
          <a:xfrm>
            <a:off x="5429205" y="5837814"/>
            <a:ext cx="14232" cy="1423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6" name="r1_o08594"/>
          <p:cNvSpPr/>
          <p:nvPr/>
        </p:nvSpPr>
        <p:spPr>
          <a:xfrm>
            <a:off x="5429205" y="5837814"/>
            <a:ext cx="8895" cy="889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7" name="r1_o08595"/>
          <p:cNvSpPr/>
          <p:nvPr/>
        </p:nvSpPr>
        <p:spPr>
          <a:xfrm>
            <a:off x="5470571" y="5861125"/>
            <a:ext cx="29283" cy="2928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8" name="r1_o08596"/>
          <p:cNvSpPr/>
          <p:nvPr/>
        </p:nvSpPr>
        <p:spPr>
          <a:xfrm>
            <a:off x="5474671" y="5864786"/>
            <a:ext cx="14232" cy="1423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599" name="r1_o08597"/>
          <p:cNvSpPr/>
          <p:nvPr/>
        </p:nvSpPr>
        <p:spPr>
          <a:xfrm>
            <a:off x="5474671" y="5864786"/>
            <a:ext cx="8895" cy="889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0" name="r1_o08598"/>
          <p:cNvSpPr/>
          <p:nvPr/>
        </p:nvSpPr>
        <p:spPr>
          <a:xfrm>
            <a:off x="4491007" y="4417533"/>
            <a:ext cx="48627" cy="4862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1" name="r1_o08599"/>
          <p:cNvSpPr/>
          <p:nvPr/>
        </p:nvSpPr>
        <p:spPr>
          <a:xfrm>
            <a:off x="4497814" y="4423611"/>
            <a:ext cx="23633" cy="2363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2" name="r1_o08600"/>
          <p:cNvSpPr/>
          <p:nvPr/>
        </p:nvSpPr>
        <p:spPr>
          <a:xfrm>
            <a:off x="4497814" y="4423611"/>
            <a:ext cx="14770" cy="1477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3" name="r1_o08601"/>
          <p:cNvSpPr/>
          <p:nvPr/>
        </p:nvSpPr>
        <p:spPr>
          <a:xfrm>
            <a:off x="4480309" y="4412184"/>
            <a:ext cx="27717" cy="2771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4" name="r1_o08602"/>
          <p:cNvSpPr/>
          <p:nvPr/>
        </p:nvSpPr>
        <p:spPr>
          <a:xfrm>
            <a:off x="4484189" y="4415649"/>
            <a:ext cx="13471" cy="1347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5" name="r1_o08603"/>
          <p:cNvSpPr/>
          <p:nvPr/>
        </p:nvSpPr>
        <p:spPr>
          <a:xfrm>
            <a:off x="4484189" y="4415649"/>
            <a:ext cx="8419" cy="84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6" name="r1_o08604"/>
          <p:cNvSpPr/>
          <p:nvPr/>
        </p:nvSpPr>
        <p:spPr>
          <a:xfrm>
            <a:off x="4523343" y="4437713"/>
            <a:ext cx="27717" cy="2771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7" name="r1_o08605"/>
          <p:cNvSpPr/>
          <p:nvPr/>
        </p:nvSpPr>
        <p:spPr>
          <a:xfrm>
            <a:off x="4527224" y="4441177"/>
            <a:ext cx="13471" cy="1347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8" name="r1_o08606"/>
          <p:cNvSpPr/>
          <p:nvPr/>
        </p:nvSpPr>
        <p:spPr>
          <a:xfrm>
            <a:off x="4527224" y="4441177"/>
            <a:ext cx="8419" cy="84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09" name="r1_o08607"/>
          <p:cNvSpPr/>
          <p:nvPr/>
        </p:nvSpPr>
        <p:spPr>
          <a:xfrm>
            <a:off x="5592379" y="5195850"/>
            <a:ext cx="98991" cy="9899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0" name="r1_o08608"/>
          <p:cNvSpPr/>
          <p:nvPr/>
        </p:nvSpPr>
        <p:spPr>
          <a:xfrm>
            <a:off x="5606237" y="5208224"/>
            <a:ext cx="48109" cy="4810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1" name="r1_o08609"/>
          <p:cNvSpPr/>
          <p:nvPr/>
        </p:nvSpPr>
        <p:spPr>
          <a:xfrm>
            <a:off x="5606237" y="5208224"/>
            <a:ext cx="30068" cy="3006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2" name="r1_o08610"/>
          <p:cNvSpPr/>
          <p:nvPr/>
        </p:nvSpPr>
        <p:spPr>
          <a:xfrm>
            <a:off x="4560603" y="4213999"/>
            <a:ext cx="72221" cy="7222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3" name="r1_o08611"/>
          <p:cNvSpPr/>
          <p:nvPr/>
        </p:nvSpPr>
        <p:spPr>
          <a:xfrm>
            <a:off x="4570714" y="4223027"/>
            <a:ext cx="35099" cy="3509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4" name="r1_o08612"/>
          <p:cNvSpPr/>
          <p:nvPr/>
        </p:nvSpPr>
        <p:spPr>
          <a:xfrm>
            <a:off x="4570714" y="4223027"/>
            <a:ext cx="21937" cy="2193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5" name="r1_o08613"/>
          <p:cNvSpPr/>
          <p:nvPr/>
        </p:nvSpPr>
        <p:spPr>
          <a:xfrm>
            <a:off x="4544715" y="4206055"/>
            <a:ext cx="41166" cy="4116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6" name="r1_o08614"/>
          <p:cNvSpPr/>
          <p:nvPr/>
        </p:nvSpPr>
        <p:spPr>
          <a:xfrm>
            <a:off x="4550478" y="4211200"/>
            <a:ext cx="20007" cy="2000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7" name="r1_o08615"/>
          <p:cNvSpPr/>
          <p:nvPr/>
        </p:nvSpPr>
        <p:spPr>
          <a:xfrm>
            <a:off x="4550478" y="4211200"/>
            <a:ext cx="12504" cy="125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8" name="r1_o08616"/>
          <p:cNvSpPr/>
          <p:nvPr/>
        </p:nvSpPr>
        <p:spPr>
          <a:xfrm>
            <a:off x="4608630" y="4243971"/>
            <a:ext cx="41166" cy="4116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19" name="r1_o08617"/>
          <p:cNvSpPr/>
          <p:nvPr/>
        </p:nvSpPr>
        <p:spPr>
          <a:xfrm>
            <a:off x="4614393" y="4249116"/>
            <a:ext cx="20007" cy="2000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0" name="r1_o08618"/>
          <p:cNvSpPr/>
          <p:nvPr/>
        </p:nvSpPr>
        <p:spPr>
          <a:xfrm>
            <a:off x="4614393" y="4249116"/>
            <a:ext cx="12504" cy="125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1" name="r1_o08619"/>
          <p:cNvSpPr/>
          <p:nvPr/>
        </p:nvSpPr>
        <p:spPr>
          <a:xfrm>
            <a:off x="5672466" y="5429019"/>
            <a:ext cx="66630" cy="6663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2" name="r1_o08620"/>
          <p:cNvSpPr/>
          <p:nvPr/>
        </p:nvSpPr>
        <p:spPr>
          <a:xfrm>
            <a:off x="5681794" y="5437347"/>
            <a:ext cx="32382" cy="3238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3" name="r1_o08621"/>
          <p:cNvSpPr/>
          <p:nvPr/>
        </p:nvSpPr>
        <p:spPr>
          <a:xfrm>
            <a:off x="5681794" y="5437347"/>
            <a:ext cx="20239" cy="2023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4" name="r1_o08622"/>
          <p:cNvSpPr/>
          <p:nvPr/>
        </p:nvSpPr>
        <p:spPr>
          <a:xfrm>
            <a:off x="5657808" y="5421689"/>
            <a:ext cx="37979" cy="379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5" name="r1_o08623"/>
          <p:cNvSpPr/>
          <p:nvPr/>
        </p:nvSpPr>
        <p:spPr>
          <a:xfrm>
            <a:off x="5663125" y="5426437"/>
            <a:ext cx="18458" cy="1845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6" name="r1_o08624"/>
          <p:cNvSpPr/>
          <p:nvPr/>
        </p:nvSpPr>
        <p:spPr>
          <a:xfrm>
            <a:off x="5663125" y="5426437"/>
            <a:ext cx="11536" cy="1153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7" name="r1_o08625"/>
          <p:cNvSpPr/>
          <p:nvPr/>
        </p:nvSpPr>
        <p:spPr>
          <a:xfrm>
            <a:off x="5716775" y="5456670"/>
            <a:ext cx="37979" cy="379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8" name="r1_o08626"/>
          <p:cNvSpPr/>
          <p:nvPr/>
        </p:nvSpPr>
        <p:spPr>
          <a:xfrm>
            <a:off x="5722092" y="5461417"/>
            <a:ext cx="18458" cy="1845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29" name="r1_o08627"/>
          <p:cNvSpPr/>
          <p:nvPr/>
        </p:nvSpPr>
        <p:spPr>
          <a:xfrm>
            <a:off x="5722092" y="5461417"/>
            <a:ext cx="11536" cy="1153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0" name="r1_o08628"/>
          <p:cNvSpPr/>
          <p:nvPr/>
        </p:nvSpPr>
        <p:spPr>
          <a:xfrm>
            <a:off x="5420521" y="5860047"/>
            <a:ext cx="103535" cy="10353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1" name="r1_o08629"/>
          <p:cNvSpPr/>
          <p:nvPr/>
        </p:nvSpPr>
        <p:spPr>
          <a:xfrm>
            <a:off x="5435016" y="5872989"/>
            <a:ext cx="50318" cy="5031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2" name="r1_o08630"/>
          <p:cNvSpPr/>
          <p:nvPr/>
        </p:nvSpPr>
        <p:spPr>
          <a:xfrm>
            <a:off x="5435016" y="5872989"/>
            <a:ext cx="31449" cy="3144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3" name="r1_o08631"/>
          <p:cNvSpPr/>
          <p:nvPr/>
        </p:nvSpPr>
        <p:spPr>
          <a:xfrm>
            <a:off x="3726383" y="5292898"/>
            <a:ext cx="68248" cy="6824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4" name="r1_o08632"/>
          <p:cNvSpPr/>
          <p:nvPr/>
        </p:nvSpPr>
        <p:spPr>
          <a:xfrm>
            <a:off x="3735937" y="5301429"/>
            <a:ext cx="33168" cy="3316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5" name="r1_o08633"/>
          <p:cNvSpPr/>
          <p:nvPr/>
        </p:nvSpPr>
        <p:spPr>
          <a:xfrm>
            <a:off x="3735937" y="5301429"/>
            <a:ext cx="20730" cy="2073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6" name="r1_o08634"/>
          <p:cNvSpPr/>
          <p:nvPr/>
        </p:nvSpPr>
        <p:spPr>
          <a:xfrm>
            <a:off x="3711368" y="5285391"/>
            <a:ext cx="38901" cy="3890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7" name="r1_o08635"/>
          <p:cNvSpPr/>
          <p:nvPr/>
        </p:nvSpPr>
        <p:spPr>
          <a:xfrm>
            <a:off x="3716814" y="5290254"/>
            <a:ext cx="18906" cy="1890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8" name="r1_o08636"/>
          <p:cNvSpPr/>
          <p:nvPr/>
        </p:nvSpPr>
        <p:spPr>
          <a:xfrm>
            <a:off x="3716814" y="5290254"/>
            <a:ext cx="11816" cy="1181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39" name="r1_o08637"/>
          <p:cNvSpPr/>
          <p:nvPr/>
        </p:nvSpPr>
        <p:spPr>
          <a:xfrm>
            <a:off x="3771767" y="5321221"/>
            <a:ext cx="38901" cy="3890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0" name="r1_o08638"/>
          <p:cNvSpPr/>
          <p:nvPr/>
        </p:nvSpPr>
        <p:spPr>
          <a:xfrm>
            <a:off x="3777213" y="5326084"/>
            <a:ext cx="18906" cy="1890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1" name="r1_o08639"/>
          <p:cNvSpPr/>
          <p:nvPr/>
        </p:nvSpPr>
        <p:spPr>
          <a:xfrm>
            <a:off x="3777213" y="5326084"/>
            <a:ext cx="11816" cy="1181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2" name="r1_o08640"/>
          <p:cNvSpPr/>
          <p:nvPr/>
        </p:nvSpPr>
        <p:spPr>
          <a:xfrm>
            <a:off x="5500862" y="4462531"/>
            <a:ext cx="69371" cy="6937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3" name="r1_o08641"/>
          <p:cNvSpPr/>
          <p:nvPr/>
        </p:nvSpPr>
        <p:spPr>
          <a:xfrm>
            <a:off x="5510574" y="4471202"/>
            <a:ext cx="33714" cy="3371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4" name="r1_o08642"/>
          <p:cNvSpPr/>
          <p:nvPr/>
        </p:nvSpPr>
        <p:spPr>
          <a:xfrm>
            <a:off x="5510574" y="4471202"/>
            <a:ext cx="21071" cy="2107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5" name="r1_o08643"/>
          <p:cNvSpPr/>
          <p:nvPr/>
        </p:nvSpPr>
        <p:spPr>
          <a:xfrm>
            <a:off x="5485600" y="4454900"/>
            <a:ext cx="39541" cy="395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6" name="r1_o08644"/>
          <p:cNvSpPr/>
          <p:nvPr/>
        </p:nvSpPr>
        <p:spPr>
          <a:xfrm>
            <a:off x="5491136" y="4459842"/>
            <a:ext cx="19217" cy="1921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7" name="r1_o08645"/>
          <p:cNvSpPr/>
          <p:nvPr/>
        </p:nvSpPr>
        <p:spPr>
          <a:xfrm>
            <a:off x="5491136" y="4459842"/>
            <a:ext cx="12011" cy="1201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8" name="r1_o08646"/>
          <p:cNvSpPr/>
          <p:nvPr/>
        </p:nvSpPr>
        <p:spPr>
          <a:xfrm>
            <a:off x="5546993" y="4491320"/>
            <a:ext cx="39541" cy="395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49" name="r1_o08647"/>
          <p:cNvSpPr/>
          <p:nvPr/>
        </p:nvSpPr>
        <p:spPr>
          <a:xfrm>
            <a:off x="5552529" y="4496262"/>
            <a:ext cx="19217" cy="1921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0" name="r1_o08648"/>
          <p:cNvSpPr/>
          <p:nvPr/>
        </p:nvSpPr>
        <p:spPr>
          <a:xfrm>
            <a:off x="5552529" y="4496262"/>
            <a:ext cx="12011" cy="1201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1" name="r1_o08649"/>
          <p:cNvSpPr/>
          <p:nvPr/>
        </p:nvSpPr>
        <p:spPr>
          <a:xfrm>
            <a:off x="3648094" y="5015000"/>
            <a:ext cx="69770" cy="6977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2" name="r1_o08650"/>
          <p:cNvSpPr/>
          <p:nvPr/>
        </p:nvSpPr>
        <p:spPr>
          <a:xfrm>
            <a:off x="3657862" y="5023721"/>
            <a:ext cx="33908" cy="3390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3" name="r1_o08651"/>
          <p:cNvSpPr/>
          <p:nvPr/>
        </p:nvSpPr>
        <p:spPr>
          <a:xfrm>
            <a:off x="3657862" y="5023721"/>
            <a:ext cx="21193" cy="2119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4" name="r1_o08652"/>
          <p:cNvSpPr/>
          <p:nvPr/>
        </p:nvSpPr>
        <p:spPr>
          <a:xfrm>
            <a:off x="3632744" y="5007325"/>
            <a:ext cx="39769" cy="397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5" name="r1_o08653"/>
          <p:cNvSpPr/>
          <p:nvPr/>
        </p:nvSpPr>
        <p:spPr>
          <a:xfrm>
            <a:off x="3638312" y="5012296"/>
            <a:ext cx="19328" cy="1932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6" name="r1_o08654"/>
          <p:cNvSpPr/>
          <p:nvPr/>
        </p:nvSpPr>
        <p:spPr>
          <a:xfrm>
            <a:off x="3638312" y="5012296"/>
            <a:ext cx="12080" cy="1208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7" name="r1_o08655"/>
          <p:cNvSpPr/>
          <p:nvPr/>
        </p:nvSpPr>
        <p:spPr>
          <a:xfrm>
            <a:off x="3694491" y="5043955"/>
            <a:ext cx="39769" cy="397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8" name="r1_o08656"/>
          <p:cNvSpPr/>
          <p:nvPr/>
        </p:nvSpPr>
        <p:spPr>
          <a:xfrm>
            <a:off x="3700059" y="5048926"/>
            <a:ext cx="19328" cy="1932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59" name="r1_o08657"/>
          <p:cNvSpPr/>
          <p:nvPr/>
        </p:nvSpPr>
        <p:spPr>
          <a:xfrm>
            <a:off x="3700059" y="5048926"/>
            <a:ext cx="12080" cy="1208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0" name="r1_o08658"/>
          <p:cNvSpPr/>
          <p:nvPr/>
        </p:nvSpPr>
        <p:spPr>
          <a:xfrm>
            <a:off x="5576453" y="4632336"/>
            <a:ext cx="50151" cy="5015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1" name="r1_o08659"/>
          <p:cNvSpPr/>
          <p:nvPr/>
        </p:nvSpPr>
        <p:spPr>
          <a:xfrm>
            <a:off x="5583474" y="4638605"/>
            <a:ext cx="24373" cy="2437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2" name="r1_o08660"/>
          <p:cNvSpPr/>
          <p:nvPr/>
        </p:nvSpPr>
        <p:spPr>
          <a:xfrm>
            <a:off x="5583474" y="4638605"/>
            <a:ext cx="15233" cy="1523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3" name="r1_o08661"/>
          <p:cNvSpPr/>
          <p:nvPr/>
        </p:nvSpPr>
        <p:spPr>
          <a:xfrm>
            <a:off x="5565419" y="4626819"/>
            <a:ext cx="28586" cy="2858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4" name="r1_o08662"/>
          <p:cNvSpPr/>
          <p:nvPr/>
        </p:nvSpPr>
        <p:spPr>
          <a:xfrm>
            <a:off x="5569422" y="4630392"/>
            <a:ext cx="13893" cy="1389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5" name="r1_o08663"/>
          <p:cNvSpPr/>
          <p:nvPr/>
        </p:nvSpPr>
        <p:spPr>
          <a:xfrm>
            <a:off x="5569422" y="4630392"/>
            <a:ext cx="8683" cy="868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6" name="r1_o08664"/>
          <p:cNvSpPr/>
          <p:nvPr/>
        </p:nvSpPr>
        <p:spPr>
          <a:xfrm>
            <a:off x="5609803" y="4653148"/>
            <a:ext cx="28586" cy="2858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7" name="r1_o08665"/>
          <p:cNvSpPr/>
          <p:nvPr/>
        </p:nvSpPr>
        <p:spPr>
          <a:xfrm>
            <a:off x="5613805" y="4656722"/>
            <a:ext cx="13893" cy="1389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8" name="r1_o08666"/>
          <p:cNvSpPr/>
          <p:nvPr/>
        </p:nvSpPr>
        <p:spPr>
          <a:xfrm>
            <a:off x="5613805" y="4656722"/>
            <a:ext cx="8683" cy="868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69" name="r1_o08667"/>
          <p:cNvSpPr/>
          <p:nvPr/>
        </p:nvSpPr>
        <p:spPr>
          <a:xfrm>
            <a:off x="5008491" y="4927456"/>
            <a:ext cx="48645" cy="4864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0" name="r1_o08668"/>
          <p:cNvSpPr/>
          <p:nvPr/>
        </p:nvSpPr>
        <p:spPr>
          <a:xfrm>
            <a:off x="5015301" y="4933537"/>
            <a:ext cx="23641" cy="2364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1" name="r1_o08669"/>
          <p:cNvSpPr/>
          <p:nvPr/>
        </p:nvSpPr>
        <p:spPr>
          <a:xfrm>
            <a:off x="5015301" y="4933537"/>
            <a:ext cx="14776" cy="1477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2" name="r1_o08670"/>
          <p:cNvSpPr/>
          <p:nvPr/>
        </p:nvSpPr>
        <p:spPr>
          <a:xfrm>
            <a:off x="4997789" y="4922105"/>
            <a:ext cx="27728" cy="2772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3" name="r1_o08671"/>
          <p:cNvSpPr/>
          <p:nvPr/>
        </p:nvSpPr>
        <p:spPr>
          <a:xfrm>
            <a:off x="5001671" y="4925571"/>
            <a:ext cx="13476" cy="1347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4" name="r1_o08672"/>
          <p:cNvSpPr/>
          <p:nvPr/>
        </p:nvSpPr>
        <p:spPr>
          <a:xfrm>
            <a:off x="5001671" y="4925571"/>
            <a:ext cx="8422" cy="84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5" name="r1_o08673"/>
          <p:cNvSpPr/>
          <p:nvPr/>
        </p:nvSpPr>
        <p:spPr>
          <a:xfrm>
            <a:off x="5040840" y="4947644"/>
            <a:ext cx="27728" cy="2772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6" name="r1_o08674"/>
          <p:cNvSpPr/>
          <p:nvPr/>
        </p:nvSpPr>
        <p:spPr>
          <a:xfrm>
            <a:off x="5044722" y="4951110"/>
            <a:ext cx="13476" cy="1347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7" name="r1_o08675"/>
          <p:cNvSpPr/>
          <p:nvPr/>
        </p:nvSpPr>
        <p:spPr>
          <a:xfrm>
            <a:off x="5044722" y="4951110"/>
            <a:ext cx="8422" cy="84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8" name="r1_o08676"/>
          <p:cNvSpPr/>
          <p:nvPr/>
        </p:nvSpPr>
        <p:spPr>
          <a:xfrm>
            <a:off x="4568424" y="6126612"/>
            <a:ext cx="121004" cy="12100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79" name="r1_o08677"/>
          <p:cNvSpPr/>
          <p:nvPr/>
        </p:nvSpPr>
        <p:spPr>
          <a:xfrm>
            <a:off x="4585365" y="6141737"/>
            <a:ext cx="58808" cy="5880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0" name="r1_o08678"/>
          <p:cNvSpPr/>
          <p:nvPr/>
        </p:nvSpPr>
        <p:spPr>
          <a:xfrm>
            <a:off x="4585365" y="6141737"/>
            <a:ext cx="36755" cy="3675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1" name="r1_o08679"/>
          <p:cNvSpPr/>
          <p:nvPr/>
        </p:nvSpPr>
        <p:spPr>
          <a:xfrm>
            <a:off x="5087074" y="5618118"/>
            <a:ext cx="65625" cy="6562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2" name="r1_o08680"/>
          <p:cNvSpPr/>
          <p:nvPr/>
        </p:nvSpPr>
        <p:spPr>
          <a:xfrm>
            <a:off x="5096262" y="5626321"/>
            <a:ext cx="31894" cy="3189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3" name="r1_o08681"/>
          <p:cNvSpPr/>
          <p:nvPr/>
        </p:nvSpPr>
        <p:spPr>
          <a:xfrm>
            <a:off x="5096262" y="5626321"/>
            <a:ext cx="19933" cy="1993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4" name="r1_o08682"/>
          <p:cNvSpPr/>
          <p:nvPr/>
        </p:nvSpPr>
        <p:spPr>
          <a:xfrm>
            <a:off x="5072637" y="5610899"/>
            <a:ext cx="37406" cy="3740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5" name="r1_o08683"/>
          <p:cNvSpPr/>
          <p:nvPr/>
        </p:nvSpPr>
        <p:spPr>
          <a:xfrm>
            <a:off x="5077874" y="5615575"/>
            <a:ext cx="18179" cy="1817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6" name="r1_o08684"/>
          <p:cNvSpPr/>
          <p:nvPr/>
        </p:nvSpPr>
        <p:spPr>
          <a:xfrm>
            <a:off x="5077874" y="5615575"/>
            <a:ext cx="11362" cy="1136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7" name="r1_o08685"/>
          <p:cNvSpPr/>
          <p:nvPr/>
        </p:nvSpPr>
        <p:spPr>
          <a:xfrm>
            <a:off x="5130715" y="5645352"/>
            <a:ext cx="37406" cy="3740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8" name="r1_o08686"/>
          <p:cNvSpPr/>
          <p:nvPr/>
        </p:nvSpPr>
        <p:spPr>
          <a:xfrm>
            <a:off x="5135951" y="5650028"/>
            <a:ext cx="18179" cy="1817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89" name="r1_o08687"/>
          <p:cNvSpPr/>
          <p:nvPr/>
        </p:nvSpPr>
        <p:spPr>
          <a:xfrm>
            <a:off x="5135951" y="5650028"/>
            <a:ext cx="11362" cy="1136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0" name="r1_o08688"/>
          <p:cNvSpPr/>
          <p:nvPr/>
        </p:nvSpPr>
        <p:spPr>
          <a:xfrm>
            <a:off x="5147993" y="5486404"/>
            <a:ext cx="64625" cy="6462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1" name="r1_o08689"/>
          <p:cNvSpPr/>
          <p:nvPr/>
        </p:nvSpPr>
        <p:spPr>
          <a:xfrm>
            <a:off x="5157041" y="5494482"/>
            <a:ext cx="31408" cy="3140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2" name="r1_o08690"/>
          <p:cNvSpPr/>
          <p:nvPr/>
        </p:nvSpPr>
        <p:spPr>
          <a:xfrm>
            <a:off x="5157041" y="5494482"/>
            <a:ext cx="19630" cy="1963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3" name="r1_o08691"/>
          <p:cNvSpPr/>
          <p:nvPr/>
        </p:nvSpPr>
        <p:spPr>
          <a:xfrm>
            <a:off x="5133776" y="5479296"/>
            <a:ext cx="36836" cy="3683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4" name="r1_o08692"/>
          <p:cNvSpPr/>
          <p:nvPr/>
        </p:nvSpPr>
        <p:spPr>
          <a:xfrm>
            <a:off x="5138933" y="5483900"/>
            <a:ext cx="17902" cy="1790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5" name="r1_o08693"/>
          <p:cNvSpPr/>
          <p:nvPr/>
        </p:nvSpPr>
        <p:spPr>
          <a:xfrm>
            <a:off x="5138933" y="5483900"/>
            <a:ext cx="11189" cy="1118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6" name="r1_o08694"/>
          <p:cNvSpPr/>
          <p:nvPr/>
        </p:nvSpPr>
        <p:spPr>
          <a:xfrm>
            <a:off x="5190969" y="5513224"/>
            <a:ext cx="36836" cy="3683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7" name="r1_o08695"/>
          <p:cNvSpPr/>
          <p:nvPr/>
        </p:nvSpPr>
        <p:spPr>
          <a:xfrm>
            <a:off x="5196126" y="5517828"/>
            <a:ext cx="17902" cy="1790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8" name="r1_o08696"/>
          <p:cNvSpPr/>
          <p:nvPr/>
        </p:nvSpPr>
        <p:spPr>
          <a:xfrm>
            <a:off x="5196126" y="5517828"/>
            <a:ext cx="11189" cy="1118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699" name="r1_o08697"/>
          <p:cNvSpPr/>
          <p:nvPr/>
        </p:nvSpPr>
        <p:spPr>
          <a:xfrm>
            <a:off x="4163934" y="5742069"/>
            <a:ext cx="77684" cy="7768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0" name="r1_o08698"/>
          <p:cNvSpPr/>
          <p:nvPr/>
        </p:nvSpPr>
        <p:spPr>
          <a:xfrm>
            <a:off x="4174809" y="5751780"/>
            <a:ext cx="37754" cy="3775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1" name="r1_o08699"/>
          <p:cNvSpPr/>
          <p:nvPr/>
        </p:nvSpPr>
        <p:spPr>
          <a:xfrm>
            <a:off x="4174809" y="5751780"/>
            <a:ext cx="23596" cy="2359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2" name="r1_o08700"/>
          <p:cNvSpPr/>
          <p:nvPr/>
        </p:nvSpPr>
        <p:spPr>
          <a:xfrm>
            <a:off x="4146843" y="5733524"/>
            <a:ext cx="44280" cy="4428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3" name="r1_o08701"/>
          <p:cNvSpPr/>
          <p:nvPr/>
        </p:nvSpPr>
        <p:spPr>
          <a:xfrm>
            <a:off x="4153043" y="5739059"/>
            <a:ext cx="21520" cy="2152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4" name="r1_o08702"/>
          <p:cNvSpPr/>
          <p:nvPr/>
        </p:nvSpPr>
        <p:spPr>
          <a:xfrm>
            <a:off x="4153043" y="5739059"/>
            <a:ext cx="13450" cy="1345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5" name="r1_o08703"/>
          <p:cNvSpPr/>
          <p:nvPr/>
        </p:nvSpPr>
        <p:spPr>
          <a:xfrm>
            <a:off x="4215593" y="5774308"/>
            <a:ext cx="44280" cy="4428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6" name="r1_o08704"/>
          <p:cNvSpPr/>
          <p:nvPr/>
        </p:nvSpPr>
        <p:spPr>
          <a:xfrm>
            <a:off x="4221792" y="5779843"/>
            <a:ext cx="21520" cy="2152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7" name="r1_o08705"/>
          <p:cNvSpPr/>
          <p:nvPr/>
        </p:nvSpPr>
        <p:spPr>
          <a:xfrm>
            <a:off x="4221792" y="5779843"/>
            <a:ext cx="13450" cy="1345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8" name="r1_o08706"/>
          <p:cNvSpPr/>
          <p:nvPr/>
        </p:nvSpPr>
        <p:spPr>
          <a:xfrm>
            <a:off x="4120802" y="4496691"/>
            <a:ext cx="204064" cy="204064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09" name="r1_o08707"/>
          <p:cNvSpPr/>
          <p:nvPr/>
        </p:nvSpPr>
        <p:spPr>
          <a:xfrm>
            <a:off x="4149371" y="4522199"/>
            <a:ext cx="99175" cy="99175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0" name="r1_o08708"/>
          <p:cNvSpPr/>
          <p:nvPr/>
        </p:nvSpPr>
        <p:spPr>
          <a:xfrm>
            <a:off x="4149371" y="4522199"/>
            <a:ext cx="61984" cy="61984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1" name="r1_o08709"/>
          <p:cNvSpPr/>
          <p:nvPr/>
        </p:nvSpPr>
        <p:spPr>
          <a:xfrm>
            <a:off x="4638249" y="4620587"/>
            <a:ext cx="204064" cy="204064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2" name="r1_o08710"/>
          <p:cNvSpPr/>
          <p:nvPr/>
        </p:nvSpPr>
        <p:spPr>
          <a:xfrm>
            <a:off x="4666818" y="4646095"/>
            <a:ext cx="99175" cy="99175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3" name="r1_o08711"/>
          <p:cNvSpPr/>
          <p:nvPr/>
        </p:nvSpPr>
        <p:spPr>
          <a:xfrm>
            <a:off x="4666818" y="4646095"/>
            <a:ext cx="61984" cy="61984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4" name="r1_o08712"/>
          <p:cNvSpPr/>
          <p:nvPr/>
        </p:nvSpPr>
        <p:spPr>
          <a:xfrm>
            <a:off x="4565369" y="5458706"/>
            <a:ext cx="204064" cy="204064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5" name="r1_o08713"/>
          <p:cNvSpPr/>
          <p:nvPr/>
        </p:nvSpPr>
        <p:spPr>
          <a:xfrm>
            <a:off x="4593938" y="5484214"/>
            <a:ext cx="99175" cy="99175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6" name="r1_o08714"/>
          <p:cNvSpPr/>
          <p:nvPr/>
        </p:nvSpPr>
        <p:spPr>
          <a:xfrm>
            <a:off x="4593938" y="5484214"/>
            <a:ext cx="61984" cy="61984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7" name="r1_o08715"/>
          <p:cNvSpPr/>
          <p:nvPr/>
        </p:nvSpPr>
        <p:spPr>
          <a:xfrm>
            <a:off x="3821994" y="5422266"/>
            <a:ext cx="204064" cy="204064"/>
          </a:xfrm>
          <a:prstGeom prst="ellipse">
            <a:avLst/>
          </a:prstGeom>
          <a:solidFill>
            <a:srgbClr val="8868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8" name="r1_o08716"/>
          <p:cNvSpPr/>
          <p:nvPr/>
        </p:nvSpPr>
        <p:spPr>
          <a:xfrm>
            <a:off x="3850563" y="5447774"/>
            <a:ext cx="99175" cy="99175"/>
          </a:xfrm>
          <a:prstGeom prst="ellipse">
            <a:avLst/>
          </a:prstGeom>
          <a:solidFill>
            <a:srgbClr val="A289C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19" name="r1_o08717"/>
          <p:cNvSpPr/>
          <p:nvPr/>
        </p:nvSpPr>
        <p:spPr>
          <a:xfrm>
            <a:off x="3850563" y="5447774"/>
            <a:ext cx="61984" cy="61984"/>
          </a:xfrm>
          <a:prstGeom prst="ellipse">
            <a:avLst/>
          </a:prstGeom>
          <a:solidFill>
            <a:srgbClr val="BCAAD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20" name="r1_o08718"/>
          <p:cNvSpPr/>
          <p:nvPr/>
        </p:nvSpPr>
        <p:spPr>
          <a:xfrm>
            <a:off x="5971952" y="2208261"/>
            <a:ext cx="568463" cy="349824"/>
          </a:xfrm>
          <a:prstGeom prst="rightArrow">
            <a:avLst/>
          </a:prstGeom>
          <a:solidFill>
            <a:srgbClr val="7DA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8721" name="r1_o08719"/>
          <p:cNvSpPr/>
          <p:nvPr/>
        </p:nvSpPr>
        <p:spPr>
          <a:xfrm>
            <a:off x="5899072" y="4955834"/>
            <a:ext cx="728799" cy="269656"/>
          </a:xfrm>
          <a:prstGeom prst="rightArrow">
            <a:avLst/>
          </a:prstGeom>
          <a:solidFill>
            <a:srgbClr val="D5E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8722" name="r2_o08720"/>
          <p:cNvSpPr/>
          <p:nvPr/>
        </p:nvSpPr>
        <p:spPr>
          <a:xfrm>
            <a:off x="6591431" y="947439"/>
            <a:ext cx="2244701" cy="2361309"/>
          </a:xfrm>
          <a:prstGeom prst="rect">
            <a:avLst/>
          </a:prstGeom>
          <a:solidFill>
            <a:srgbClr val="EDF5F8"/>
          </a:solidFill>
          <a:ln w="10160">
            <a:solidFill>
              <a:srgbClr val="91A5AD"/>
            </a:solidFill>
          </a:ln>
        </p:spPr>
        <p:txBody>
          <a:bodyPr/>
          <a:lstStyle/>
          <a:p/>
        </p:txBody>
      </p:sp>
      <p:sp>
        <p:nvSpPr>
          <p:cNvPr id="8723" name="r2_o08721"/>
          <p:cNvSpPr/>
          <p:nvPr/>
        </p:nvSpPr>
        <p:spPr>
          <a:xfrm>
            <a:off x="6591431" y="3031804"/>
            <a:ext cx="2244701" cy="583039"/>
          </a:xfrm>
          <a:prstGeom prst="ellipse">
            <a:avLst/>
          </a:prstGeom>
          <a:solidFill>
            <a:srgbClr val="DBEAF0"/>
          </a:solidFill>
          <a:ln w="12700">
            <a:solidFill>
              <a:srgbClr val="91A5AD"/>
            </a:solidFill>
          </a:ln>
        </p:spPr>
        <p:txBody>
          <a:bodyPr/>
          <a:lstStyle/>
          <a:p/>
        </p:txBody>
      </p:sp>
      <p:sp>
        <p:nvSpPr>
          <p:cNvPr id="8724" name="r2_o08722"/>
          <p:cNvSpPr/>
          <p:nvPr/>
        </p:nvSpPr>
        <p:spPr>
          <a:xfrm>
            <a:off x="6635159" y="1362854"/>
            <a:ext cx="2157245" cy="1931318"/>
          </a:xfrm>
          <a:prstGeom prst="rect">
            <a:avLst/>
          </a:prstGeom>
          <a:solidFill>
            <a:srgbClr val="DFED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25" name="r2_o08723"/>
          <p:cNvSpPr/>
          <p:nvPr/>
        </p:nvSpPr>
        <p:spPr>
          <a:xfrm>
            <a:off x="6635159" y="1180655"/>
            <a:ext cx="2157245" cy="284232"/>
          </a:xfrm>
          <a:prstGeom prst="ellipse">
            <a:avLst/>
          </a:prstGeom>
          <a:solidFill>
            <a:srgbClr val="D2E7F1"/>
          </a:solidFill>
          <a:ln w="10160">
            <a:solidFill>
              <a:srgbClr val="8CABBB"/>
            </a:solidFill>
          </a:ln>
        </p:spPr>
        <p:txBody>
          <a:bodyPr/>
          <a:lstStyle/>
          <a:p/>
        </p:txBody>
      </p:sp>
      <p:sp>
        <p:nvSpPr>
          <p:cNvPr id="8726" name="r2_o08724"/>
          <p:cNvSpPr/>
          <p:nvPr/>
        </p:nvSpPr>
        <p:spPr>
          <a:xfrm>
            <a:off x="6591431" y="830831"/>
            <a:ext cx="2244701" cy="211352"/>
          </a:xfrm>
          <a:prstGeom prst="ellipse">
            <a:avLst/>
          </a:prstGeom>
          <a:solidFill>
            <a:srgbClr val="F8FAFB"/>
          </a:solidFill>
          <a:ln w="10160">
            <a:solidFill>
              <a:srgbClr val="92A0A5"/>
            </a:solidFill>
          </a:ln>
        </p:spPr>
        <p:txBody>
          <a:bodyPr/>
          <a:lstStyle/>
          <a:p/>
        </p:txBody>
      </p:sp>
      <p:sp>
        <p:nvSpPr>
          <p:cNvPr id="8727" name="r2_o08725"/>
          <p:cNvSpPr/>
          <p:nvPr/>
        </p:nvSpPr>
        <p:spPr>
          <a:xfrm>
            <a:off x="6635159" y="1042183"/>
            <a:ext cx="0" cy="2237413"/>
          </a:xfrm>
          <a:prstGeom prst="line">
            <a:avLst/>
          </a:prstGeom>
          <a:noFill/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8728" name="r2_o08726"/>
          <p:cNvSpPr/>
          <p:nvPr/>
        </p:nvSpPr>
        <p:spPr>
          <a:xfrm>
            <a:off x="8777828" y="1049471"/>
            <a:ext cx="0" cy="2237413"/>
          </a:xfrm>
          <a:prstGeom prst="line">
            <a:avLst/>
          </a:prstGeom>
          <a:noFill/>
          <a:ln w="12700">
            <a:solidFill>
              <a:srgbClr val="B9CCD3"/>
            </a:solidFill>
          </a:ln>
        </p:spPr>
        <p:txBody>
          <a:bodyPr/>
          <a:lstStyle/>
          <a:p/>
        </p:txBody>
      </p:sp>
      <p:sp>
        <p:nvSpPr>
          <p:cNvPr id="8729" name="r2_o08727"/>
          <p:cNvSpPr/>
          <p:nvPr/>
        </p:nvSpPr>
        <p:spPr>
          <a:xfrm>
            <a:off x="6635159" y="3119260"/>
            <a:ext cx="2157245" cy="451855"/>
          </a:xfrm>
          <a:prstGeom prst="ellipse">
            <a:avLst/>
          </a:prstGeom>
          <a:noFill/>
          <a:ln w="12700">
            <a:solidFill>
              <a:srgbClr val="B3CBD6"/>
            </a:solidFill>
          </a:ln>
        </p:spPr>
        <p:txBody>
          <a:bodyPr/>
          <a:lstStyle/>
          <a:p/>
        </p:txBody>
      </p:sp>
      <p:sp>
        <p:nvSpPr>
          <p:cNvPr id="8730" name="r2_o08728"/>
          <p:cNvSpPr/>
          <p:nvPr/>
        </p:nvSpPr>
        <p:spPr>
          <a:xfrm>
            <a:off x="7592785" y="2147005"/>
            <a:ext cx="94252" cy="9425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1" name="r2_o08729"/>
          <p:cNvSpPr/>
          <p:nvPr/>
        </p:nvSpPr>
        <p:spPr>
          <a:xfrm>
            <a:off x="7605980" y="2158786"/>
            <a:ext cx="45806" cy="4580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2" name="r2_o08730"/>
          <p:cNvSpPr/>
          <p:nvPr/>
        </p:nvSpPr>
        <p:spPr>
          <a:xfrm>
            <a:off x="7605980" y="2158786"/>
            <a:ext cx="28629" cy="2862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3" name="r2_o08731"/>
          <p:cNvSpPr/>
          <p:nvPr/>
        </p:nvSpPr>
        <p:spPr>
          <a:xfrm>
            <a:off x="6712423" y="2423707"/>
            <a:ext cx="31508" cy="3150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4" name="r2_o08732"/>
          <p:cNvSpPr/>
          <p:nvPr/>
        </p:nvSpPr>
        <p:spPr>
          <a:xfrm>
            <a:off x="6716834" y="2427645"/>
            <a:ext cx="15313" cy="1531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5" name="r2_o08733"/>
          <p:cNvSpPr/>
          <p:nvPr/>
        </p:nvSpPr>
        <p:spPr>
          <a:xfrm>
            <a:off x="6716834" y="2427645"/>
            <a:ext cx="9571" cy="957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6" name="r2_o08734"/>
          <p:cNvSpPr/>
          <p:nvPr/>
        </p:nvSpPr>
        <p:spPr>
          <a:xfrm>
            <a:off x="6705491" y="2420241"/>
            <a:ext cx="17959" cy="179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7" name="r2_o08735"/>
          <p:cNvSpPr/>
          <p:nvPr/>
        </p:nvSpPr>
        <p:spPr>
          <a:xfrm>
            <a:off x="6708006" y="2422486"/>
            <a:ext cx="8728" cy="872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8" name="r2_o08736"/>
          <p:cNvSpPr/>
          <p:nvPr/>
        </p:nvSpPr>
        <p:spPr>
          <a:xfrm>
            <a:off x="6708006" y="2422486"/>
            <a:ext cx="5455" cy="545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39" name="r2_o08737"/>
          <p:cNvSpPr/>
          <p:nvPr/>
        </p:nvSpPr>
        <p:spPr>
          <a:xfrm>
            <a:off x="6733376" y="2436783"/>
            <a:ext cx="17959" cy="179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0" name="r2_o08738"/>
          <p:cNvSpPr/>
          <p:nvPr/>
        </p:nvSpPr>
        <p:spPr>
          <a:xfrm>
            <a:off x="6735890" y="2439028"/>
            <a:ext cx="8728" cy="872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1" name="r2_o08739"/>
          <p:cNvSpPr/>
          <p:nvPr/>
        </p:nvSpPr>
        <p:spPr>
          <a:xfrm>
            <a:off x="6735890" y="2439028"/>
            <a:ext cx="5455" cy="545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2" name="r2_o08740"/>
          <p:cNvSpPr/>
          <p:nvPr/>
        </p:nvSpPr>
        <p:spPr>
          <a:xfrm>
            <a:off x="7789242" y="2622314"/>
            <a:ext cx="65826" cy="6582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3" name="r2_o08741"/>
          <p:cNvSpPr/>
          <p:nvPr/>
        </p:nvSpPr>
        <p:spPr>
          <a:xfrm>
            <a:off x="7798457" y="2630542"/>
            <a:ext cx="31992" cy="3199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4" name="r2_o08742"/>
          <p:cNvSpPr/>
          <p:nvPr/>
        </p:nvSpPr>
        <p:spPr>
          <a:xfrm>
            <a:off x="7798457" y="2630542"/>
            <a:ext cx="19995" cy="1999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5" name="r2_o08743"/>
          <p:cNvSpPr/>
          <p:nvPr/>
        </p:nvSpPr>
        <p:spPr>
          <a:xfrm>
            <a:off x="8103247" y="2326408"/>
            <a:ext cx="33733" cy="3373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6" name="r2_o08744"/>
          <p:cNvSpPr/>
          <p:nvPr/>
        </p:nvSpPr>
        <p:spPr>
          <a:xfrm>
            <a:off x="8107970" y="2330625"/>
            <a:ext cx="16394" cy="1639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7" name="r2_o08745"/>
          <p:cNvSpPr/>
          <p:nvPr/>
        </p:nvSpPr>
        <p:spPr>
          <a:xfrm>
            <a:off x="8107970" y="2330625"/>
            <a:ext cx="10247" cy="1024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8" name="r2_o08746"/>
          <p:cNvSpPr/>
          <p:nvPr/>
        </p:nvSpPr>
        <p:spPr>
          <a:xfrm>
            <a:off x="8095826" y="2322697"/>
            <a:ext cx="19228" cy="1922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49" name="r2_o08747"/>
          <p:cNvSpPr/>
          <p:nvPr/>
        </p:nvSpPr>
        <p:spPr>
          <a:xfrm>
            <a:off x="8098518" y="2325101"/>
            <a:ext cx="9345" cy="93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0" name="r2_o08748"/>
          <p:cNvSpPr/>
          <p:nvPr/>
        </p:nvSpPr>
        <p:spPr>
          <a:xfrm>
            <a:off x="8098518" y="2325101"/>
            <a:ext cx="5841" cy="584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1" name="r2_o08749"/>
          <p:cNvSpPr/>
          <p:nvPr/>
        </p:nvSpPr>
        <p:spPr>
          <a:xfrm>
            <a:off x="8125680" y="2340407"/>
            <a:ext cx="19228" cy="1922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2" name="r2_o08750"/>
          <p:cNvSpPr/>
          <p:nvPr/>
        </p:nvSpPr>
        <p:spPr>
          <a:xfrm>
            <a:off x="8128372" y="2342811"/>
            <a:ext cx="9345" cy="93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3" name="r2_o08751"/>
          <p:cNvSpPr/>
          <p:nvPr/>
        </p:nvSpPr>
        <p:spPr>
          <a:xfrm>
            <a:off x="8128372" y="2342811"/>
            <a:ext cx="5841" cy="584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4" name="r2_o08752"/>
          <p:cNvSpPr/>
          <p:nvPr/>
        </p:nvSpPr>
        <p:spPr>
          <a:xfrm>
            <a:off x="7162574" y="1668941"/>
            <a:ext cx="56083" cy="5608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5" name="r2_o08753"/>
          <p:cNvSpPr/>
          <p:nvPr/>
        </p:nvSpPr>
        <p:spPr>
          <a:xfrm>
            <a:off x="7170426" y="1675951"/>
            <a:ext cx="27257" cy="2725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6" name="r2_o08754"/>
          <p:cNvSpPr/>
          <p:nvPr/>
        </p:nvSpPr>
        <p:spPr>
          <a:xfrm>
            <a:off x="7170426" y="1675951"/>
            <a:ext cx="17035" cy="1703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7" name="r2_o08755"/>
          <p:cNvSpPr/>
          <p:nvPr/>
        </p:nvSpPr>
        <p:spPr>
          <a:xfrm>
            <a:off x="7150236" y="1662771"/>
            <a:ext cx="31968" cy="3196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8" name="r2_o08756"/>
          <p:cNvSpPr/>
          <p:nvPr/>
        </p:nvSpPr>
        <p:spPr>
          <a:xfrm>
            <a:off x="7154711" y="1666767"/>
            <a:ext cx="15536" cy="1553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59" name="r2_o08757"/>
          <p:cNvSpPr/>
          <p:nvPr/>
        </p:nvSpPr>
        <p:spPr>
          <a:xfrm>
            <a:off x="7154711" y="1666767"/>
            <a:ext cx="9710" cy="971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0" name="r2_o08758"/>
          <p:cNvSpPr/>
          <p:nvPr/>
        </p:nvSpPr>
        <p:spPr>
          <a:xfrm>
            <a:off x="7199870" y="1692215"/>
            <a:ext cx="31968" cy="3196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1" name="r2_o08759"/>
          <p:cNvSpPr/>
          <p:nvPr/>
        </p:nvSpPr>
        <p:spPr>
          <a:xfrm>
            <a:off x="7204345" y="1696211"/>
            <a:ext cx="15536" cy="1553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2" name="r2_o08760"/>
          <p:cNvSpPr/>
          <p:nvPr/>
        </p:nvSpPr>
        <p:spPr>
          <a:xfrm>
            <a:off x="7204345" y="1696211"/>
            <a:ext cx="9710" cy="971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3" name="r2_o08761"/>
          <p:cNvSpPr/>
          <p:nvPr/>
        </p:nvSpPr>
        <p:spPr>
          <a:xfrm>
            <a:off x="7868908" y="2928332"/>
            <a:ext cx="50902" cy="5090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4" name="r2_o08762"/>
          <p:cNvSpPr/>
          <p:nvPr/>
        </p:nvSpPr>
        <p:spPr>
          <a:xfrm>
            <a:off x="7876034" y="2934694"/>
            <a:ext cx="24738" cy="2473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5" name="r2_o08763"/>
          <p:cNvSpPr/>
          <p:nvPr/>
        </p:nvSpPr>
        <p:spPr>
          <a:xfrm>
            <a:off x="7876034" y="2934694"/>
            <a:ext cx="15462" cy="1546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6" name="r2_o08764"/>
          <p:cNvSpPr/>
          <p:nvPr/>
        </p:nvSpPr>
        <p:spPr>
          <a:xfrm>
            <a:off x="7857710" y="2922732"/>
            <a:ext cx="29014" cy="2901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7" name="r2_o08765"/>
          <p:cNvSpPr/>
          <p:nvPr/>
        </p:nvSpPr>
        <p:spPr>
          <a:xfrm>
            <a:off x="7861772" y="2926359"/>
            <a:ext cx="14101" cy="1410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8" name="r2_o08766"/>
          <p:cNvSpPr/>
          <p:nvPr/>
        </p:nvSpPr>
        <p:spPr>
          <a:xfrm>
            <a:off x="7861772" y="2926359"/>
            <a:ext cx="8813" cy="881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69" name="r2_o08767"/>
          <p:cNvSpPr/>
          <p:nvPr/>
        </p:nvSpPr>
        <p:spPr>
          <a:xfrm>
            <a:off x="7902758" y="2949456"/>
            <a:ext cx="29014" cy="2901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0" name="r2_o08768"/>
          <p:cNvSpPr/>
          <p:nvPr/>
        </p:nvSpPr>
        <p:spPr>
          <a:xfrm>
            <a:off x="7906820" y="2953083"/>
            <a:ext cx="14101" cy="1410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1" name="r2_o08769"/>
          <p:cNvSpPr/>
          <p:nvPr/>
        </p:nvSpPr>
        <p:spPr>
          <a:xfrm>
            <a:off x="7906820" y="2953083"/>
            <a:ext cx="8813" cy="881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2" name="r2_o08770"/>
          <p:cNvSpPr/>
          <p:nvPr/>
        </p:nvSpPr>
        <p:spPr>
          <a:xfrm>
            <a:off x="6893198" y="2013343"/>
            <a:ext cx="50308" cy="5030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3" name="r2_o08771"/>
          <p:cNvSpPr/>
          <p:nvPr/>
        </p:nvSpPr>
        <p:spPr>
          <a:xfrm>
            <a:off x="6900241" y="2019632"/>
            <a:ext cx="24450" cy="2445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4" name="r2_o08772"/>
          <p:cNvSpPr/>
          <p:nvPr/>
        </p:nvSpPr>
        <p:spPr>
          <a:xfrm>
            <a:off x="6900241" y="2019632"/>
            <a:ext cx="15281" cy="1528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5" name="r2_o08773"/>
          <p:cNvSpPr/>
          <p:nvPr/>
        </p:nvSpPr>
        <p:spPr>
          <a:xfrm>
            <a:off x="6882130" y="2007809"/>
            <a:ext cx="28675" cy="2867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6" name="r2_o08774"/>
          <p:cNvSpPr/>
          <p:nvPr/>
        </p:nvSpPr>
        <p:spPr>
          <a:xfrm>
            <a:off x="6886145" y="2011394"/>
            <a:ext cx="13936" cy="1393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7" name="r2_o08775"/>
          <p:cNvSpPr/>
          <p:nvPr/>
        </p:nvSpPr>
        <p:spPr>
          <a:xfrm>
            <a:off x="6886145" y="2011394"/>
            <a:ext cx="8710" cy="871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8" name="r2_o08776"/>
          <p:cNvSpPr/>
          <p:nvPr/>
        </p:nvSpPr>
        <p:spPr>
          <a:xfrm>
            <a:off x="6926652" y="2034221"/>
            <a:ext cx="28675" cy="2867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79" name="r2_o08777"/>
          <p:cNvSpPr/>
          <p:nvPr/>
        </p:nvSpPr>
        <p:spPr>
          <a:xfrm>
            <a:off x="6930667" y="2037805"/>
            <a:ext cx="13936" cy="1393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0" name="r2_o08778"/>
          <p:cNvSpPr/>
          <p:nvPr/>
        </p:nvSpPr>
        <p:spPr>
          <a:xfrm>
            <a:off x="6930667" y="2037805"/>
            <a:ext cx="8710" cy="871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1" name="r2_o08779"/>
          <p:cNvSpPr/>
          <p:nvPr/>
        </p:nvSpPr>
        <p:spPr>
          <a:xfrm>
            <a:off x="7529552" y="1624972"/>
            <a:ext cx="55965" cy="5596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2" name="r2_o08780"/>
          <p:cNvSpPr/>
          <p:nvPr/>
        </p:nvSpPr>
        <p:spPr>
          <a:xfrm>
            <a:off x="7537387" y="1631967"/>
            <a:ext cx="27199" cy="2719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3" name="r2_o08781"/>
          <p:cNvSpPr/>
          <p:nvPr/>
        </p:nvSpPr>
        <p:spPr>
          <a:xfrm>
            <a:off x="7537387" y="1631967"/>
            <a:ext cx="16999" cy="1699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4" name="r2_o08782"/>
          <p:cNvSpPr/>
          <p:nvPr/>
        </p:nvSpPr>
        <p:spPr>
          <a:xfrm>
            <a:off x="7229122" y="2972970"/>
            <a:ext cx="95409" cy="9540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5" name="r2_o08783"/>
          <p:cNvSpPr/>
          <p:nvPr/>
        </p:nvSpPr>
        <p:spPr>
          <a:xfrm>
            <a:off x="7242480" y="2984896"/>
            <a:ext cx="46369" cy="4636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6" name="r2_o08784"/>
          <p:cNvSpPr/>
          <p:nvPr/>
        </p:nvSpPr>
        <p:spPr>
          <a:xfrm>
            <a:off x="7242480" y="2984896"/>
            <a:ext cx="28980" cy="2898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7" name="r2_o08785"/>
          <p:cNvSpPr/>
          <p:nvPr/>
        </p:nvSpPr>
        <p:spPr>
          <a:xfrm>
            <a:off x="8449613" y="1568826"/>
            <a:ext cx="43486" cy="4348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8" name="r2_o08786"/>
          <p:cNvSpPr/>
          <p:nvPr/>
        </p:nvSpPr>
        <p:spPr>
          <a:xfrm>
            <a:off x="8455701" y="1574262"/>
            <a:ext cx="21134" cy="2113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89" name="r2_o08787"/>
          <p:cNvSpPr/>
          <p:nvPr/>
        </p:nvSpPr>
        <p:spPr>
          <a:xfrm>
            <a:off x="8455701" y="1574262"/>
            <a:ext cx="13209" cy="1320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0" name="r2_o08788"/>
          <p:cNvSpPr/>
          <p:nvPr/>
        </p:nvSpPr>
        <p:spPr>
          <a:xfrm>
            <a:off x="8440046" y="1564043"/>
            <a:ext cx="24787" cy="2478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1" name="r2_o08789"/>
          <p:cNvSpPr/>
          <p:nvPr/>
        </p:nvSpPr>
        <p:spPr>
          <a:xfrm>
            <a:off x="8443516" y="1567141"/>
            <a:ext cx="12047" cy="1204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2" name="r2_o08790"/>
          <p:cNvSpPr/>
          <p:nvPr/>
        </p:nvSpPr>
        <p:spPr>
          <a:xfrm>
            <a:off x="8443516" y="1567141"/>
            <a:ext cx="7529" cy="752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3" name="r2_o08791"/>
          <p:cNvSpPr/>
          <p:nvPr/>
        </p:nvSpPr>
        <p:spPr>
          <a:xfrm>
            <a:off x="8478531" y="1586873"/>
            <a:ext cx="24787" cy="2478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4" name="r2_o08792"/>
          <p:cNvSpPr/>
          <p:nvPr/>
        </p:nvSpPr>
        <p:spPr>
          <a:xfrm>
            <a:off x="8482001" y="1589971"/>
            <a:ext cx="12047" cy="1204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5" name="r2_o08793"/>
          <p:cNvSpPr/>
          <p:nvPr/>
        </p:nvSpPr>
        <p:spPr>
          <a:xfrm>
            <a:off x="8482001" y="1589971"/>
            <a:ext cx="7529" cy="752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6" name="r2_o08794"/>
          <p:cNvSpPr/>
          <p:nvPr/>
        </p:nvSpPr>
        <p:spPr>
          <a:xfrm>
            <a:off x="6746011" y="2275344"/>
            <a:ext cx="32418" cy="3241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7" name="r2_o08795"/>
          <p:cNvSpPr/>
          <p:nvPr/>
        </p:nvSpPr>
        <p:spPr>
          <a:xfrm>
            <a:off x="6750550" y="2279396"/>
            <a:ext cx="15755" cy="1575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8" name="r2_o08796"/>
          <p:cNvSpPr/>
          <p:nvPr/>
        </p:nvSpPr>
        <p:spPr>
          <a:xfrm>
            <a:off x="6750550" y="2279396"/>
            <a:ext cx="9847" cy="984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799" name="r2_o08797"/>
          <p:cNvSpPr/>
          <p:nvPr/>
        </p:nvSpPr>
        <p:spPr>
          <a:xfrm>
            <a:off x="6738879" y="2271778"/>
            <a:ext cx="18478" cy="1847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0" name="r2_o08798"/>
          <p:cNvSpPr/>
          <p:nvPr/>
        </p:nvSpPr>
        <p:spPr>
          <a:xfrm>
            <a:off x="6741466" y="2274088"/>
            <a:ext cx="8981" cy="898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1" name="r2_o08799"/>
          <p:cNvSpPr/>
          <p:nvPr/>
        </p:nvSpPr>
        <p:spPr>
          <a:xfrm>
            <a:off x="6741466" y="2274088"/>
            <a:ext cx="5613" cy="561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2" name="r2_o08800"/>
          <p:cNvSpPr/>
          <p:nvPr/>
        </p:nvSpPr>
        <p:spPr>
          <a:xfrm>
            <a:off x="6767570" y="2288797"/>
            <a:ext cx="18478" cy="1847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3" name="r2_o08801"/>
          <p:cNvSpPr/>
          <p:nvPr/>
        </p:nvSpPr>
        <p:spPr>
          <a:xfrm>
            <a:off x="6770157" y="2291107"/>
            <a:ext cx="8981" cy="898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4" name="r2_o08802"/>
          <p:cNvSpPr/>
          <p:nvPr/>
        </p:nvSpPr>
        <p:spPr>
          <a:xfrm>
            <a:off x="6770157" y="2291107"/>
            <a:ext cx="5613" cy="561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5" name="r2_o08803"/>
          <p:cNvSpPr/>
          <p:nvPr/>
        </p:nvSpPr>
        <p:spPr>
          <a:xfrm>
            <a:off x="7879548" y="1688845"/>
            <a:ext cx="55252" cy="5525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6" name="r2_o08804"/>
          <p:cNvSpPr/>
          <p:nvPr/>
        </p:nvSpPr>
        <p:spPr>
          <a:xfrm>
            <a:off x="7887283" y="1695751"/>
            <a:ext cx="26852" cy="2685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7" name="r2_o08805"/>
          <p:cNvSpPr/>
          <p:nvPr/>
        </p:nvSpPr>
        <p:spPr>
          <a:xfrm>
            <a:off x="7887283" y="1695751"/>
            <a:ext cx="16783" cy="1678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8" name="r2_o08806"/>
          <p:cNvSpPr/>
          <p:nvPr/>
        </p:nvSpPr>
        <p:spPr>
          <a:xfrm>
            <a:off x="7867392" y="1682767"/>
            <a:ext cx="31494" cy="3149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09" name="r2_o08807"/>
          <p:cNvSpPr/>
          <p:nvPr/>
        </p:nvSpPr>
        <p:spPr>
          <a:xfrm>
            <a:off x="7871801" y="1686704"/>
            <a:ext cx="15306" cy="1530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0" name="r2_o08808"/>
          <p:cNvSpPr/>
          <p:nvPr/>
        </p:nvSpPr>
        <p:spPr>
          <a:xfrm>
            <a:off x="7871801" y="1686704"/>
            <a:ext cx="9566" cy="956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1" name="r2_o08809"/>
          <p:cNvSpPr/>
          <p:nvPr/>
        </p:nvSpPr>
        <p:spPr>
          <a:xfrm>
            <a:off x="7916290" y="1711775"/>
            <a:ext cx="31494" cy="3149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2" name="r2_o08810"/>
          <p:cNvSpPr/>
          <p:nvPr/>
        </p:nvSpPr>
        <p:spPr>
          <a:xfrm>
            <a:off x="7920699" y="1715711"/>
            <a:ext cx="15306" cy="1530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3" name="r2_o08811"/>
          <p:cNvSpPr/>
          <p:nvPr/>
        </p:nvSpPr>
        <p:spPr>
          <a:xfrm>
            <a:off x="7920699" y="1715711"/>
            <a:ext cx="9566" cy="956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4" name="r2_o08812"/>
          <p:cNvSpPr/>
          <p:nvPr/>
        </p:nvSpPr>
        <p:spPr>
          <a:xfrm>
            <a:off x="7083206" y="1464789"/>
            <a:ext cx="75199" cy="7519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5" name="r2_o08813"/>
          <p:cNvSpPr/>
          <p:nvPr/>
        </p:nvSpPr>
        <p:spPr>
          <a:xfrm>
            <a:off x="7093734" y="1474188"/>
            <a:ext cx="36547" cy="3654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6" name="r2_o08814"/>
          <p:cNvSpPr/>
          <p:nvPr/>
        </p:nvSpPr>
        <p:spPr>
          <a:xfrm>
            <a:off x="7093734" y="1474188"/>
            <a:ext cx="22842" cy="2284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7" name="r2_o08815"/>
          <p:cNvSpPr/>
          <p:nvPr/>
        </p:nvSpPr>
        <p:spPr>
          <a:xfrm>
            <a:off x="6722203" y="1619506"/>
            <a:ext cx="55999" cy="5599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8" name="r2_o08816"/>
          <p:cNvSpPr/>
          <p:nvPr/>
        </p:nvSpPr>
        <p:spPr>
          <a:xfrm>
            <a:off x="6730043" y="1626506"/>
            <a:ext cx="27215" cy="2721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19" name="r2_o08817"/>
          <p:cNvSpPr/>
          <p:nvPr/>
        </p:nvSpPr>
        <p:spPr>
          <a:xfrm>
            <a:off x="6730043" y="1626506"/>
            <a:ext cx="17010" cy="1701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0" name="r2_o08818"/>
          <p:cNvSpPr/>
          <p:nvPr/>
        </p:nvSpPr>
        <p:spPr>
          <a:xfrm>
            <a:off x="6709883" y="1613346"/>
            <a:ext cx="31919" cy="3191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1" name="r2_o08819"/>
          <p:cNvSpPr/>
          <p:nvPr/>
        </p:nvSpPr>
        <p:spPr>
          <a:xfrm>
            <a:off x="6714352" y="1617336"/>
            <a:ext cx="15513" cy="155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2" name="r2_o08820"/>
          <p:cNvSpPr/>
          <p:nvPr/>
        </p:nvSpPr>
        <p:spPr>
          <a:xfrm>
            <a:off x="6714352" y="1617336"/>
            <a:ext cx="9695" cy="969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3" name="r2_o08821"/>
          <p:cNvSpPr/>
          <p:nvPr/>
        </p:nvSpPr>
        <p:spPr>
          <a:xfrm>
            <a:off x="6759442" y="1642745"/>
            <a:ext cx="31919" cy="3191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4" name="r2_o08822"/>
          <p:cNvSpPr/>
          <p:nvPr/>
        </p:nvSpPr>
        <p:spPr>
          <a:xfrm>
            <a:off x="6763911" y="1646735"/>
            <a:ext cx="15513" cy="155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5" name="r2_o08823"/>
          <p:cNvSpPr/>
          <p:nvPr/>
        </p:nvSpPr>
        <p:spPr>
          <a:xfrm>
            <a:off x="6763911" y="1646735"/>
            <a:ext cx="9695" cy="969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6" name="r2_o08824"/>
          <p:cNvSpPr/>
          <p:nvPr/>
        </p:nvSpPr>
        <p:spPr>
          <a:xfrm>
            <a:off x="7538306" y="2225229"/>
            <a:ext cx="31875" cy="3187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7" name="r2_o08825"/>
          <p:cNvSpPr/>
          <p:nvPr/>
        </p:nvSpPr>
        <p:spPr>
          <a:xfrm>
            <a:off x="7542768" y="2229214"/>
            <a:ext cx="15491" cy="1549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8" name="r2_o08826"/>
          <p:cNvSpPr/>
          <p:nvPr/>
        </p:nvSpPr>
        <p:spPr>
          <a:xfrm>
            <a:off x="7542768" y="2229214"/>
            <a:ext cx="9682" cy="968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29" name="r2_o08827"/>
          <p:cNvSpPr/>
          <p:nvPr/>
        </p:nvSpPr>
        <p:spPr>
          <a:xfrm>
            <a:off x="7531293" y="2221723"/>
            <a:ext cx="18169" cy="181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0" name="r2_o08828"/>
          <p:cNvSpPr/>
          <p:nvPr/>
        </p:nvSpPr>
        <p:spPr>
          <a:xfrm>
            <a:off x="7533837" y="2223994"/>
            <a:ext cx="8830" cy="88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1" name="r2_o08829"/>
          <p:cNvSpPr/>
          <p:nvPr/>
        </p:nvSpPr>
        <p:spPr>
          <a:xfrm>
            <a:off x="7533837" y="2223994"/>
            <a:ext cx="5519" cy="55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2" name="r2_o08830"/>
          <p:cNvSpPr/>
          <p:nvPr/>
        </p:nvSpPr>
        <p:spPr>
          <a:xfrm>
            <a:off x="7559503" y="2238458"/>
            <a:ext cx="18169" cy="1816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3" name="r2_o08831"/>
          <p:cNvSpPr/>
          <p:nvPr/>
        </p:nvSpPr>
        <p:spPr>
          <a:xfrm>
            <a:off x="7562047" y="2240729"/>
            <a:ext cx="8830" cy="88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4" name="r2_o08832"/>
          <p:cNvSpPr/>
          <p:nvPr/>
        </p:nvSpPr>
        <p:spPr>
          <a:xfrm>
            <a:off x="7562047" y="2240729"/>
            <a:ext cx="5519" cy="55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5" name="r2_o08833"/>
          <p:cNvSpPr/>
          <p:nvPr/>
        </p:nvSpPr>
        <p:spPr>
          <a:xfrm>
            <a:off x="7844591" y="1785177"/>
            <a:ext cx="57089" cy="5708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6" name="r2_o08834"/>
          <p:cNvSpPr/>
          <p:nvPr/>
        </p:nvSpPr>
        <p:spPr>
          <a:xfrm>
            <a:off x="7852583" y="1792313"/>
            <a:ext cx="27745" cy="2774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7" name="r2_o08835"/>
          <p:cNvSpPr/>
          <p:nvPr/>
        </p:nvSpPr>
        <p:spPr>
          <a:xfrm>
            <a:off x="7852583" y="1792313"/>
            <a:ext cx="17341" cy="1734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8" name="r2_o08836"/>
          <p:cNvSpPr/>
          <p:nvPr/>
        </p:nvSpPr>
        <p:spPr>
          <a:xfrm>
            <a:off x="7832031" y="1778897"/>
            <a:ext cx="32541" cy="325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39" name="r2_o08837"/>
          <p:cNvSpPr/>
          <p:nvPr/>
        </p:nvSpPr>
        <p:spPr>
          <a:xfrm>
            <a:off x="7836587" y="1782965"/>
            <a:ext cx="15815" cy="1581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0" name="r2_o08838"/>
          <p:cNvSpPr/>
          <p:nvPr/>
        </p:nvSpPr>
        <p:spPr>
          <a:xfrm>
            <a:off x="7836587" y="1782965"/>
            <a:ext cx="9884" cy="988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1" name="r2_o08839"/>
          <p:cNvSpPr/>
          <p:nvPr/>
        </p:nvSpPr>
        <p:spPr>
          <a:xfrm>
            <a:off x="7882555" y="1808869"/>
            <a:ext cx="32541" cy="325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2" name="r2_o08840"/>
          <p:cNvSpPr/>
          <p:nvPr/>
        </p:nvSpPr>
        <p:spPr>
          <a:xfrm>
            <a:off x="7887111" y="1812936"/>
            <a:ext cx="15815" cy="1581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3" name="r2_o08841"/>
          <p:cNvSpPr/>
          <p:nvPr/>
        </p:nvSpPr>
        <p:spPr>
          <a:xfrm>
            <a:off x="7887111" y="1812936"/>
            <a:ext cx="9884" cy="988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4" name="r2_o08842"/>
          <p:cNvSpPr/>
          <p:nvPr/>
        </p:nvSpPr>
        <p:spPr>
          <a:xfrm>
            <a:off x="6806754" y="2521770"/>
            <a:ext cx="33504" cy="3350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5" name="r2_o08843"/>
          <p:cNvSpPr/>
          <p:nvPr/>
        </p:nvSpPr>
        <p:spPr>
          <a:xfrm>
            <a:off x="6811444" y="2525958"/>
            <a:ext cx="16283" cy="1628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6" name="r2_o08844"/>
          <p:cNvSpPr/>
          <p:nvPr/>
        </p:nvSpPr>
        <p:spPr>
          <a:xfrm>
            <a:off x="6811444" y="2525958"/>
            <a:ext cx="10177" cy="1017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7" name="r2_o08845"/>
          <p:cNvSpPr/>
          <p:nvPr/>
        </p:nvSpPr>
        <p:spPr>
          <a:xfrm>
            <a:off x="6799383" y="2518085"/>
            <a:ext cx="19098" cy="1909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8" name="r2_o08846"/>
          <p:cNvSpPr/>
          <p:nvPr/>
        </p:nvSpPr>
        <p:spPr>
          <a:xfrm>
            <a:off x="6802056" y="2520472"/>
            <a:ext cx="9281" cy="928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49" name="r2_o08847"/>
          <p:cNvSpPr/>
          <p:nvPr/>
        </p:nvSpPr>
        <p:spPr>
          <a:xfrm>
            <a:off x="6802056" y="2520472"/>
            <a:ext cx="5801" cy="580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0" name="r2_o08848"/>
          <p:cNvSpPr/>
          <p:nvPr/>
        </p:nvSpPr>
        <p:spPr>
          <a:xfrm>
            <a:off x="6829034" y="2535675"/>
            <a:ext cx="19098" cy="1909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1" name="r2_o08849"/>
          <p:cNvSpPr/>
          <p:nvPr/>
        </p:nvSpPr>
        <p:spPr>
          <a:xfrm>
            <a:off x="6831708" y="2538062"/>
            <a:ext cx="9281" cy="928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2" name="r2_o08850"/>
          <p:cNvSpPr/>
          <p:nvPr/>
        </p:nvSpPr>
        <p:spPr>
          <a:xfrm>
            <a:off x="6831708" y="2538062"/>
            <a:ext cx="5801" cy="580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3" name="r2_o08851"/>
          <p:cNvSpPr/>
          <p:nvPr/>
        </p:nvSpPr>
        <p:spPr>
          <a:xfrm>
            <a:off x="7234774" y="3355589"/>
            <a:ext cx="32689" cy="3268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4" name="r2_o08852"/>
          <p:cNvSpPr/>
          <p:nvPr/>
        </p:nvSpPr>
        <p:spPr>
          <a:xfrm>
            <a:off x="7239351" y="3359675"/>
            <a:ext cx="15887" cy="1588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5" name="r2_o08853"/>
          <p:cNvSpPr/>
          <p:nvPr/>
        </p:nvSpPr>
        <p:spPr>
          <a:xfrm>
            <a:off x="7239351" y="3359675"/>
            <a:ext cx="9929" cy="992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6" name="r2_o08854"/>
          <p:cNvSpPr/>
          <p:nvPr/>
        </p:nvSpPr>
        <p:spPr>
          <a:xfrm>
            <a:off x="7227583" y="3351993"/>
            <a:ext cx="18633" cy="1863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7" name="r2_o08855"/>
          <p:cNvSpPr/>
          <p:nvPr/>
        </p:nvSpPr>
        <p:spPr>
          <a:xfrm>
            <a:off x="7230191" y="3354322"/>
            <a:ext cx="9056" cy="905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8" name="r2_o08856"/>
          <p:cNvSpPr/>
          <p:nvPr/>
        </p:nvSpPr>
        <p:spPr>
          <a:xfrm>
            <a:off x="7230191" y="3354322"/>
            <a:ext cx="5660" cy="566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59" name="r2_o08857"/>
          <p:cNvSpPr/>
          <p:nvPr/>
        </p:nvSpPr>
        <p:spPr>
          <a:xfrm>
            <a:off x="7256513" y="3369155"/>
            <a:ext cx="18633" cy="1863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0" name="r2_o08858"/>
          <p:cNvSpPr/>
          <p:nvPr/>
        </p:nvSpPr>
        <p:spPr>
          <a:xfrm>
            <a:off x="7259121" y="3371484"/>
            <a:ext cx="9056" cy="905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1" name="r2_o08859"/>
          <p:cNvSpPr/>
          <p:nvPr/>
        </p:nvSpPr>
        <p:spPr>
          <a:xfrm>
            <a:off x="7259121" y="3371484"/>
            <a:ext cx="5660" cy="566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2" name="r2_o08860"/>
          <p:cNvSpPr/>
          <p:nvPr/>
        </p:nvSpPr>
        <p:spPr>
          <a:xfrm>
            <a:off x="8084404" y="3248953"/>
            <a:ext cx="79359" cy="7935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3" name="r2_o08861"/>
          <p:cNvSpPr/>
          <p:nvPr/>
        </p:nvSpPr>
        <p:spPr>
          <a:xfrm>
            <a:off x="8095514" y="3258873"/>
            <a:ext cx="38569" cy="3856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4" name="r2_o08862"/>
          <p:cNvSpPr/>
          <p:nvPr/>
        </p:nvSpPr>
        <p:spPr>
          <a:xfrm>
            <a:off x="8095514" y="3258873"/>
            <a:ext cx="24105" cy="2410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5" name="r2_o08863"/>
          <p:cNvSpPr/>
          <p:nvPr/>
        </p:nvSpPr>
        <p:spPr>
          <a:xfrm>
            <a:off x="6778076" y="2156995"/>
            <a:ext cx="46359" cy="4635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6" name="r2_o08864"/>
          <p:cNvSpPr/>
          <p:nvPr/>
        </p:nvSpPr>
        <p:spPr>
          <a:xfrm>
            <a:off x="6784566" y="2162790"/>
            <a:ext cx="22531" cy="2253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7" name="r2_o08865"/>
          <p:cNvSpPr/>
          <p:nvPr/>
        </p:nvSpPr>
        <p:spPr>
          <a:xfrm>
            <a:off x="6784566" y="2162790"/>
            <a:ext cx="14082" cy="1408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8" name="r2_o08866"/>
          <p:cNvSpPr/>
          <p:nvPr/>
        </p:nvSpPr>
        <p:spPr>
          <a:xfrm>
            <a:off x="6767877" y="2151896"/>
            <a:ext cx="26425" cy="2642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69" name="r2_o08867"/>
          <p:cNvSpPr/>
          <p:nvPr/>
        </p:nvSpPr>
        <p:spPr>
          <a:xfrm>
            <a:off x="6771576" y="2155199"/>
            <a:ext cx="12842" cy="128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0" name="r2_o08868"/>
          <p:cNvSpPr/>
          <p:nvPr/>
        </p:nvSpPr>
        <p:spPr>
          <a:xfrm>
            <a:off x="6771576" y="2155199"/>
            <a:ext cx="8027" cy="80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1" name="r2_o08869"/>
          <p:cNvSpPr/>
          <p:nvPr/>
        </p:nvSpPr>
        <p:spPr>
          <a:xfrm>
            <a:off x="6808905" y="2176234"/>
            <a:ext cx="26425" cy="2642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2" name="r2_o08870"/>
          <p:cNvSpPr/>
          <p:nvPr/>
        </p:nvSpPr>
        <p:spPr>
          <a:xfrm>
            <a:off x="6812604" y="2179537"/>
            <a:ext cx="12842" cy="128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3" name="r2_o08871"/>
          <p:cNvSpPr/>
          <p:nvPr/>
        </p:nvSpPr>
        <p:spPr>
          <a:xfrm>
            <a:off x="6812604" y="2179537"/>
            <a:ext cx="8027" cy="802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4" name="r2_o08872"/>
          <p:cNvSpPr/>
          <p:nvPr/>
        </p:nvSpPr>
        <p:spPr>
          <a:xfrm>
            <a:off x="8215131" y="1604058"/>
            <a:ext cx="94105" cy="9410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5" name="r2_o08873"/>
          <p:cNvSpPr/>
          <p:nvPr/>
        </p:nvSpPr>
        <p:spPr>
          <a:xfrm>
            <a:off x="8228305" y="1615821"/>
            <a:ext cx="45735" cy="4573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6" name="r2_o08874"/>
          <p:cNvSpPr/>
          <p:nvPr/>
        </p:nvSpPr>
        <p:spPr>
          <a:xfrm>
            <a:off x="8228305" y="1615821"/>
            <a:ext cx="28584" cy="28584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7" name="r2_o08875"/>
          <p:cNvSpPr/>
          <p:nvPr/>
        </p:nvSpPr>
        <p:spPr>
          <a:xfrm>
            <a:off x="7852852" y="2312960"/>
            <a:ext cx="57898" cy="5789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8" name="r2_o08876"/>
          <p:cNvSpPr/>
          <p:nvPr/>
        </p:nvSpPr>
        <p:spPr>
          <a:xfrm>
            <a:off x="7860958" y="2320197"/>
            <a:ext cx="28138" cy="2813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79" name="r2_o08877"/>
          <p:cNvSpPr/>
          <p:nvPr/>
        </p:nvSpPr>
        <p:spPr>
          <a:xfrm>
            <a:off x="7860958" y="2320197"/>
            <a:ext cx="17586" cy="1758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0" name="r2_o08878"/>
          <p:cNvSpPr/>
          <p:nvPr/>
        </p:nvSpPr>
        <p:spPr>
          <a:xfrm>
            <a:off x="7840115" y="2306591"/>
            <a:ext cx="33002" cy="330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1" name="r2_o08879"/>
          <p:cNvSpPr/>
          <p:nvPr/>
        </p:nvSpPr>
        <p:spPr>
          <a:xfrm>
            <a:off x="7844735" y="2310716"/>
            <a:ext cx="16039" cy="1603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2" name="r2_o08880"/>
          <p:cNvSpPr/>
          <p:nvPr/>
        </p:nvSpPr>
        <p:spPr>
          <a:xfrm>
            <a:off x="7844735" y="2310716"/>
            <a:ext cx="10024" cy="100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3" name="r2_o08881"/>
          <p:cNvSpPr/>
          <p:nvPr/>
        </p:nvSpPr>
        <p:spPr>
          <a:xfrm>
            <a:off x="7891354" y="2336987"/>
            <a:ext cx="33002" cy="3300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4" name="r2_o08882"/>
          <p:cNvSpPr/>
          <p:nvPr/>
        </p:nvSpPr>
        <p:spPr>
          <a:xfrm>
            <a:off x="7895975" y="2341113"/>
            <a:ext cx="16039" cy="1603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5" name="r2_o08883"/>
          <p:cNvSpPr/>
          <p:nvPr/>
        </p:nvSpPr>
        <p:spPr>
          <a:xfrm>
            <a:off x="7895975" y="2341113"/>
            <a:ext cx="10024" cy="100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6" name="r2_o08884"/>
          <p:cNvSpPr/>
          <p:nvPr/>
        </p:nvSpPr>
        <p:spPr>
          <a:xfrm>
            <a:off x="7843056" y="1502185"/>
            <a:ext cx="38735" cy="3873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7" name="r2_o08885"/>
          <p:cNvSpPr/>
          <p:nvPr/>
        </p:nvSpPr>
        <p:spPr>
          <a:xfrm>
            <a:off x="7848479" y="1507027"/>
            <a:ext cx="18825" cy="1882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8" name="r2_o08886"/>
          <p:cNvSpPr/>
          <p:nvPr/>
        </p:nvSpPr>
        <p:spPr>
          <a:xfrm>
            <a:off x="7848479" y="1507027"/>
            <a:ext cx="11766" cy="1176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89" name="r2_o08887"/>
          <p:cNvSpPr/>
          <p:nvPr/>
        </p:nvSpPr>
        <p:spPr>
          <a:xfrm>
            <a:off x="7834535" y="1497925"/>
            <a:ext cx="22079" cy="220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0" name="r2_o08888"/>
          <p:cNvSpPr/>
          <p:nvPr/>
        </p:nvSpPr>
        <p:spPr>
          <a:xfrm>
            <a:off x="7837626" y="1500685"/>
            <a:ext cx="10730" cy="107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1" name="r2_o08889"/>
          <p:cNvSpPr/>
          <p:nvPr/>
        </p:nvSpPr>
        <p:spPr>
          <a:xfrm>
            <a:off x="7837626" y="1500685"/>
            <a:ext cx="6706" cy="670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2" name="r2_o08890"/>
          <p:cNvSpPr/>
          <p:nvPr/>
        </p:nvSpPr>
        <p:spPr>
          <a:xfrm>
            <a:off x="7868815" y="1518260"/>
            <a:ext cx="22079" cy="220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3" name="r2_o08891"/>
          <p:cNvSpPr/>
          <p:nvPr/>
        </p:nvSpPr>
        <p:spPr>
          <a:xfrm>
            <a:off x="7871906" y="1521020"/>
            <a:ext cx="10730" cy="107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4" name="r2_o08892"/>
          <p:cNvSpPr/>
          <p:nvPr/>
        </p:nvSpPr>
        <p:spPr>
          <a:xfrm>
            <a:off x="7871906" y="1521020"/>
            <a:ext cx="6706" cy="670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5" name="r2_o08893"/>
          <p:cNvSpPr/>
          <p:nvPr/>
        </p:nvSpPr>
        <p:spPr>
          <a:xfrm>
            <a:off x="7561823" y="1871860"/>
            <a:ext cx="38618" cy="3861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6" name="r2_o08894"/>
          <p:cNvSpPr/>
          <p:nvPr/>
        </p:nvSpPr>
        <p:spPr>
          <a:xfrm>
            <a:off x="7567230" y="1876687"/>
            <a:ext cx="18768" cy="1876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7" name="r2_o08895"/>
          <p:cNvSpPr/>
          <p:nvPr/>
        </p:nvSpPr>
        <p:spPr>
          <a:xfrm>
            <a:off x="7567230" y="1876687"/>
            <a:ext cx="11730" cy="1173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8" name="r2_o08896"/>
          <p:cNvSpPr/>
          <p:nvPr/>
        </p:nvSpPr>
        <p:spPr>
          <a:xfrm>
            <a:off x="7553327" y="1867612"/>
            <a:ext cx="22012" cy="220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99" name="r2_o08897"/>
          <p:cNvSpPr/>
          <p:nvPr/>
        </p:nvSpPr>
        <p:spPr>
          <a:xfrm>
            <a:off x="7556409" y="1870363"/>
            <a:ext cx="10698" cy="1069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0" name="r2_o08898"/>
          <p:cNvSpPr/>
          <p:nvPr/>
        </p:nvSpPr>
        <p:spPr>
          <a:xfrm>
            <a:off x="7556409" y="1870363"/>
            <a:ext cx="6686" cy="668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1" name="r2_o08899"/>
          <p:cNvSpPr/>
          <p:nvPr/>
        </p:nvSpPr>
        <p:spPr>
          <a:xfrm>
            <a:off x="7587504" y="1887886"/>
            <a:ext cx="22012" cy="220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2" name="r2_o08900"/>
          <p:cNvSpPr/>
          <p:nvPr/>
        </p:nvSpPr>
        <p:spPr>
          <a:xfrm>
            <a:off x="7590586" y="1890638"/>
            <a:ext cx="10698" cy="1069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3" name="r2_o08901"/>
          <p:cNvSpPr/>
          <p:nvPr/>
        </p:nvSpPr>
        <p:spPr>
          <a:xfrm>
            <a:off x="7590586" y="1890638"/>
            <a:ext cx="6686" cy="668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4" name="r2_o08902"/>
          <p:cNvSpPr/>
          <p:nvPr/>
        </p:nvSpPr>
        <p:spPr>
          <a:xfrm>
            <a:off x="6847964" y="2634873"/>
            <a:ext cx="89444" cy="8944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5" name="r2_o08903"/>
          <p:cNvSpPr/>
          <p:nvPr/>
        </p:nvSpPr>
        <p:spPr>
          <a:xfrm>
            <a:off x="6860486" y="2646054"/>
            <a:ext cx="43470" cy="43470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6" name="r2_o08904"/>
          <p:cNvSpPr/>
          <p:nvPr/>
        </p:nvSpPr>
        <p:spPr>
          <a:xfrm>
            <a:off x="6860486" y="2646054"/>
            <a:ext cx="27169" cy="2716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7" name="r2_o08905"/>
          <p:cNvSpPr/>
          <p:nvPr/>
        </p:nvSpPr>
        <p:spPr>
          <a:xfrm>
            <a:off x="6744206" y="2944297"/>
            <a:ext cx="43650" cy="4365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8" name="r2_o08906"/>
          <p:cNvSpPr/>
          <p:nvPr/>
        </p:nvSpPr>
        <p:spPr>
          <a:xfrm>
            <a:off x="6750317" y="2949753"/>
            <a:ext cx="21214" cy="2121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09" name="r2_o08907"/>
          <p:cNvSpPr/>
          <p:nvPr/>
        </p:nvSpPr>
        <p:spPr>
          <a:xfrm>
            <a:off x="6750317" y="2949753"/>
            <a:ext cx="13259" cy="1325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0" name="r2_o08908"/>
          <p:cNvSpPr/>
          <p:nvPr/>
        </p:nvSpPr>
        <p:spPr>
          <a:xfrm>
            <a:off x="6734602" y="2939495"/>
            <a:ext cx="24881" cy="2488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1" name="r2_o08909"/>
          <p:cNvSpPr/>
          <p:nvPr/>
        </p:nvSpPr>
        <p:spPr>
          <a:xfrm>
            <a:off x="6738086" y="2942605"/>
            <a:ext cx="12092" cy="120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2" name="r2_o08910"/>
          <p:cNvSpPr/>
          <p:nvPr/>
        </p:nvSpPr>
        <p:spPr>
          <a:xfrm>
            <a:off x="6738086" y="2942605"/>
            <a:ext cx="7557" cy="755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3" name="r2_o08911"/>
          <p:cNvSpPr/>
          <p:nvPr/>
        </p:nvSpPr>
        <p:spPr>
          <a:xfrm>
            <a:off x="6773233" y="2962412"/>
            <a:ext cx="24881" cy="2488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4" name="r2_o08912"/>
          <p:cNvSpPr/>
          <p:nvPr/>
        </p:nvSpPr>
        <p:spPr>
          <a:xfrm>
            <a:off x="6776716" y="2965522"/>
            <a:ext cx="12092" cy="120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5" name="r2_o08913"/>
          <p:cNvSpPr/>
          <p:nvPr/>
        </p:nvSpPr>
        <p:spPr>
          <a:xfrm>
            <a:off x="6776716" y="2965522"/>
            <a:ext cx="7557" cy="755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6" name="r2_o08914"/>
          <p:cNvSpPr/>
          <p:nvPr/>
        </p:nvSpPr>
        <p:spPr>
          <a:xfrm>
            <a:off x="8111259" y="1936403"/>
            <a:ext cx="41542" cy="4154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7" name="r2_o08915"/>
          <p:cNvSpPr/>
          <p:nvPr/>
        </p:nvSpPr>
        <p:spPr>
          <a:xfrm>
            <a:off x="8117075" y="1941596"/>
            <a:ext cx="20189" cy="2018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8" name="r2_o08916"/>
          <p:cNvSpPr/>
          <p:nvPr/>
        </p:nvSpPr>
        <p:spPr>
          <a:xfrm>
            <a:off x="8117075" y="1941596"/>
            <a:ext cx="12618" cy="1261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19" name="r2_o08917"/>
          <p:cNvSpPr/>
          <p:nvPr/>
        </p:nvSpPr>
        <p:spPr>
          <a:xfrm>
            <a:off x="8102120" y="1931834"/>
            <a:ext cx="23679" cy="236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0" name="r2_o08918"/>
          <p:cNvSpPr/>
          <p:nvPr/>
        </p:nvSpPr>
        <p:spPr>
          <a:xfrm>
            <a:off x="8105435" y="1934794"/>
            <a:ext cx="11508" cy="1150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1" name="r2_o08919"/>
          <p:cNvSpPr/>
          <p:nvPr/>
        </p:nvSpPr>
        <p:spPr>
          <a:xfrm>
            <a:off x="8105435" y="1934794"/>
            <a:ext cx="7192" cy="719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2" name="r2_o08920"/>
          <p:cNvSpPr/>
          <p:nvPr/>
        </p:nvSpPr>
        <p:spPr>
          <a:xfrm>
            <a:off x="8138885" y="1953643"/>
            <a:ext cx="23679" cy="236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3" name="r2_o08921"/>
          <p:cNvSpPr/>
          <p:nvPr/>
        </p:nvSpPr>
        <p:spPr>
          <a:xfrm>
            <a:off x="8142200" y="1956603"/>
            <a:ext cx="11508" cy="1150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4" name="r2_o08922"/>
          <p:cNvSpPr/>
          <p:nvPr/>
        </p:nvSpPr>
        <p:spPr>
          <a:xfrm>
            <a:off x="8142200" y="1956603"/>
            <a:ext cx="7192" cy="719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5" name="r2_o08923"/>
          <p:cNvSpPr/>
          <p:nvPr/>
        </p:nvSpPr>
        <p:spPr>
          <a:xfrm>
            <a:off x="7156507" y="3293542"/>
            <a:ext cx="40025" cy="4002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6" name="r2_o08924"/>
          <p:cNvSpPr/>
          <p:nvPr/>
        </p:nvSpPr>
        <p:spPr>
          <a:xfrm>
            <a:off x="7162111" y="3298545"/>
            <a:ext cx="19452" cy="1945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7" name="r2_o08925"/>
          <p:cNvSpPr/>
          <p:nvPr/>
        </p:nvSpPr>
        <p:spPr>
          <a:xfrm>
            <a:off x="7162111" y="3298545"/>
            <a:ext cx="12158" cy="1215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8" name="r2_o08926"/>
          <p:cNvSpPr/>
          <p:nvPr/>
        </p:nvSpPr>
        <p:spPr>
          <a:xfrm>
            <a:off x="7147702" y="3289139"/>
            <a:ext cx="22814" cy="2281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29" name="r2_o08927"/>
          <p:cNvSpPr/>
          <p:nvPr/>
        </p:nvSpPr>
        <p:spPr>
          <a:xfrm>
            <a:off x="7150896" y="3291991"/>
            <a:ext cx="11088" cy="1108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0" name="r2_o08928"/>
          <p:cNvSpPr/>
          <p:nvPr/>
        </p:nvSpPr>
        <p:spPr>
          <a:xfrm>
            <a:off x="7150896" y="3291991"/>
            <a:ext cx="6930" cy="693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1" name="r2_o08929"/>
          <p:cNvSpPr/>
          <p:nvPr/>
        </p:nvSpPr>
        <p:spPr>
          <a:xfrm>
            <a:off x="7183124" y="3310152"/>
            <a:ext cx="22814" cy="2281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2" name="r2_o08930"/>
          <p:cNvSpPr/>
          <p:nvPr/>
        </p:nvSpPr>
        <p:spPr>
          <a:xfrm>
            <a:off x="7186318" y="3313004"/>
            <a:ext cx="11088" cy="1108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3" name="r2_o08931"/>
          <p:cNvSpPr/>
          <p:nvPr/>
        </p:nvSpPr>
        <p:spPr>
          <a:xfrm>
            <a:off x="7186318" y="3313004"/>
            <a:ext cx="6930" cy="693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4" name="r2_o08932"/>
          <p:cNvSpPr/>
          <p:nvPr/>
        </p:nvSpPr>
        <p:spPr>
          <a:xfrm>
            <a:off x="8415403" y="2169573"/>
            <a:ext cx="34139" cy="3413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5" name="r2_o08933"/>
          <p:cNvSpPr/>
          <p:nvPr/>
        </p:nvSpPr>
        <p:spPr>
          <a:xfrm>
            <a:off x="8420183" y="2173840"/>
            <a:ext cx="16591" cy="1659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6" name="r2_o08934"/>
          <p:cNvSpPr/>
          <p:nvPr/>
        </p:nvSpPr>
        <p:spPr>
          <a:xfrm>
            <a:off x="8420183" y="2173840"/>
            <a:ext cx="10370" cy="1037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7" name="r2_o08935"/>
          <p:cNvSpPr/>
          <p:nvPr/>
        </p:nvSpPr>
        <p:spPr>
          <a:xfrm>
            <a:off x="8407893" y="2165818"/>
            <a:ext cx="19459" cy="194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8" name="r2_o08936"/>
          <p:cNvSpPr/>
          <p:nvPr/>
        </p:nvSpPr>
        <p:spPr>
          <a:xfrm>
            <a:off x="8410617" y="2168250"/>
            <a:ext cx="9457" cy="945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39" name="r2_o08937"/>
          <p:cNvSpPr/>
          <p:nvPr/>
        </p:nvSpPr>
        <p:spPr>
          <a:xfrm>
            <a:off x="8410617" y="2168250"/>
            <a:ext cx="5911" cy="591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0" name="r2_o08938"/>
          <p:cNvSpPr/>
          <p:nvPr/>
        </p:nvSpPr>
        <p:spPr>
          <a:xfrm>
            <a:off x="8438105" y="2183740"/>
            <a:ext cx="19459" cy="194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1" name="r2_o08939"/>
          <p:cNvSpPr/>
          <p:nvPr/>
        </p:nvSpPr>
        <p:spPr>
          <a:xfrm>
            <a:off x="8440830" y="2186173"/>
            <a:ext cx="9457" cy="945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2" name="r2_o08940"/>
          <p:cNvSpPr/>
          <p:nvPr/>
        </p:nvSpPr>
        <p:spPr>
          <a:xfrm>
            <a:off x="8440830" y="2186173"/>
            <a:ext cx="5911" cy="591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3" name="r2_o08941"/>
          <p:cNvSpPr/>
          <p:nvPr/>
        </p:nvSpPr>
        <p:spPr>
          <a:xfrm>
            <a:off x="8348974" y="1927062"/>
            <a:ext cx="100589" cy="10058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4" name="r2_o08942"/>
          <p:cNvSpPr/>
          <p:nvPr/>
        </p:nvSpPr>
        <p:spPr>
          <a:xfrm>
            <a:off x="8363056" y="1939636"/>
            <a:ext cx="48886" cy="4888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5" name="r2_o08943"/>
          <p:cNvSpPr/>
          <p:nvPr/>
        </p:nvSpPr>
        <p:spPr>
          <a:xfrm>
            <a:off x="8363056" y="1939636"/>
            <a:ext cx="30554" cy="30554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6" name="r2_o08944"/>
          <p:cNvSpPr/>
          <p:nvPr/>
        </p:nvSpPr>
        <p:spPr>
          <a:xfrm>
            <a:off x="7036888" y="3256871"/>
            <a:ext cx="46834" cy="4683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7" name="r2_o08945"/>
          <p:cNvSpPr/>
          <p:nvPr/>
        </p:nvSpPr>
        <p:spPr>
          <a:xfrm>
            <a:off x="7043445" y="3262726"/>
            <a:ext cx="22761" cy="2276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8" name="r2_o08946"/>
          <p:cNvSpPr/>
          <p:nvPr/>
        </p:nvSpPr>
        <p:spPr>
          <a:xfrm>
            <a:off x="7043445" y="3262726"/>
            <a:ext cx="14226" cy="1422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49" name="r2_o08947"/>
          <p:cNvSpPr/>
          <p:nvPr/>
        </p:nvSpPr>
        <p:spPr>
          <a:xfrm>
            <a:off x="7026585" y="3251720"/>
            <a:ext cx="26696" cy="2669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0" name="r2_o08948"/>
          <p:cNvSpPr/>
          <p:nvPr/>
        </p:nvSpPr>
        <p:spPr>
          <a:xfrm>
            <a:off x="7030322" y="3255056"/>
            <a:ext cx="12974" cy="1297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1" name="r2_o08949"/>
          <p:cNvSpPr/>
          <p:nvPr/>
        </p:nvSpPr>
        <p:spPr>
          <a:xfrm>
            <a:off x="7030322" y="3255056"/>
            <a:ext cx="8109" cy="810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2" name="r2_o08950"/>
          <p:cNvSpPr/>
          <p:nvPr/>
        </p:nvSpPr>
        <p:spPr>
          <a:xfrm>
            <a:off x="7068033" y="3276308"/>
            <a:ext cx="26696" cy="2669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3" name="r2_o08951"/>
          <p:cNvSpPr/>
          <p:nvPr/>
        </p:nvSpPr>
        <p:spPr>
          <a:xfrm>
            <a:off x="7071770" y="3279645"/>
            <a:ext cx="12974" cy="1297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4" name="r2_o08952"/>
          <p:cNvSpPr/>
          <p:nvPr/>
        </p:nvSpPr>
        <p:spPr>
          <a:xfrm>
            <a:off x="7071770" y="3279645"/>
            <a:ext cx="8109" cy="810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5" name="r2_o08953"/>
          <p:cNvSpPr/>
          <p:nvPr/>
        </p:nvSpPr>
        <p:spPr>
          <a:xfrm>
            <a:off x="6705839" y="1568968"/>
            <a:ext cx="66401" cy="6640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6" name="r2_o08954"/>
          <p:cNvSpPr/>
          <p:nvPr/>
        </p:nvSpPr>
        <p:spPr>
          <a:xfrm>
            <a:off x="6715135" y="1577268"/>
            <a:ext cx="32271" cy="3227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7" name="r2_o08955"/>
          <p:cNvSpPr/>
          <p:nvPr/>
        </p:nvSpPr>
        <p:spPr>
          <a:xfrm>
            <a:off x="6715135" y="1577268"/>
            <a:ext cx="20169" cy="2016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8" name="r2_o08956"/>
          <p:cNvSpPr/>
          <p:nvPr/>
        </p:nvSpPr>
        <p:spPr>
          <a:xfrm>
            <a:off x="7910570" y="3292059"/>
            <a:ext cx="51928" cy="51928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59" name="r2_o08957"/>
          <p:cNvSpPr/>
          <p:nvPr/>
        </p:nvSpPr>
        <p:spPr>
          <a:xfrm>
            <a:off x="7917840" y="3298550"/>
            <a:ext cx="25237" cy="2523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0" name="r2_o08958"/>
          <p:cNvSpPr/>
          <p:nvPr/>
        </p:nvSpPr>
        <p:spPr>
          <a:xfrm>
            <a:off x="7917840" y="3298550"/>
            <a:ext cx="15773" cy="1577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1" name="r2_o08959"/>
          <p:cNvSpPr/>
          <p:nvPr/>
        </p:nvSpPr>
        <p:spPr>
          <a:xfrm>
            <a:off x="7799383" y="1708845"/>
            <a:ext cx="76143" cy="7614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2" name="r2_o08960"/>
          <p:cNvSpPr/>
          <p:nvPr/>
        </p:nvSpPr>
        <p:spPr>
          <a:xfrm>
            <a:off x="7810043" y="1718363"/>
            <a:ext cx="37005" cy="3700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3" name="r2_o08961"/>
          <p:cNvSpPr/>
          <p:nvPr/>
        </p:nvSpPr>
        <p:spPr>
          <a:xfrm>
            <a:off x="7810043" y="1718363"/>
            <a:ext cx="23128" cy="2312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4" name="r2_o08962"/>
          <p:cNvSpPr/>
          <p:nvPr/>
        </p:nvSpPr>
        <p:spPr>
          <a:xfrm>
            <a:off x="8080317" y="1586213"/>
            <a:ext cx="49670" cy="4967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5" name="r2_o08963"/>
          <p:cNvSpPr/>
          <p:nvPr/>
        </p:nvSpPr>
        <p:spPr>
          <a:xfrm>
            <a:off x="8087271" y="1592422"/>
            <a:ext cx="24140" cy="2414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6" name="r2_o08964"/>
          <p:cNvSpPr/>
          <p:nvPr/>
        </p:nvSpPr>
        <p:spPr>
          <a:xfrm>
            <a:off x="8087271" y="1592422"/>
            <a:ext cx="15087" cy="1508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7" name="r2_o08965"/>
          <p:cNvSpPr/>
          <p:nvPr/>
        </p:nvSpPr>
        <p:spPr>
          <a:xfrm>
            <a:off x="8069390" y="1580749"/>
            <a:ext cx="28312" cy="283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8" name="r2_o08966"/>
          <p:cNvSpPr/>
          <p:nvPr/>
        </p:nvSpPr>
        <p:spPr>
          <a:xfrm>
            <a:off x="8073353" y="1584288"/>
            <a:ext cx="13760" cy="137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69" name="r2_o08967"/>
          <p:cNvSpPr/>
          <p:nvPr/>
        </p:nvSpPr>
        <p:spPr>
          <a:xfrm>
            <a:off x="8073353" y="1584288"/>
            <a:ext cx="8600" cy="860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0" name="r2_o08968"/>
          <p:cNvSpPr/>
          <p:nvPr/>
        </p:nvSpPr>
        <p:spPr>
          <a:xfrm>
            <a:off x="8113348" y="1606826"/>
            <a:ext cx="28312" cy="283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1" name="r2_o08969"/>
          <p:cNvSpPr/>
          <p:nvPr/>
        </p:nvSpPr>
        <p:spPr>
          <a:xfrm>
            <a:off x="8117312" y="1610365"/>
            <a:ext cx="13760" cy="1376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2" name="r2_o08970"/>
          <p:cNvSpPr/>
          <p:nvPr/>
        </p:nvSpPr>
        <p:spPr>
          <a:xfrm>
            <a:off x="8117312" y="1610365"/>
            <a:ext cx="8600" cy="860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3" name="r2_o08971"/>
          <p:cNvSpPr/>
          <p:nvPr/>
        </p:nvSpPr>
        <p:spPr>
          <a:xfrm>
            <a:off x="8224265" y="2195450"/>
            <a:ext cx="34081" cy="3408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4" name="r2_o08972"/>
          <p:cNvSpPr/>
          <p:nvPr/>
        </p:nvSpPr>
        <p:spPr>
          <a:xfrm>
            <a:off x="8229037" y="2199710"/>
            <a:ext cx="16563" cy="1656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5" name="r2_o08973"/>
          <p:cNvSpPr/>
          <p:nvPr/>
        </p:nvSpPr>
        <p:spPr>
          <a:xfrm>
            <a:off x="8229037" y="2199710"/>
            <a:ext cx="10352" cy="1035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6" name="r2_o08974"/>
          <p:cNvSpPr/>
          <p:nvPr/>
        </p:nvSpPr>
        <p:spPr>
          <a:xfrm>
            <a:off x="8216768" y="2191701"/>
            <a:ext cx="19426" cy="1942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7" name="r2_o08975"/>
          <p:cNvSpPr/>
          <p:nvPr/>
        </p:nvSpPr>
        <p:spPr>
          <a:xfrm>
            <a:off x="8219487" y="2194129"/>
            <a:ext cx="9441" cy="944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8" name="r2_o08976"/>
          <p:cNvSpPr/>
          <p:nvPr/>
        </p:nvSpPr>
        <p:spPr>
          <a:xfrm>
            <a:off x="8219487" y="2194129"/>
            <a:ext cx="5901" cy="590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79" name="r2_o08977"/>
          <p:cNvSpPr/>
          <p:nvPr/>
        </p:nvSpPr>
        <p:spPr>
          <a:xfrm>
            <a:off x="8246929" y="2209593"/>
            <a:ext cx="19426" cy="1942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0" name="r2_o08978"/>
          <p:cNvSpPr/>
          <p:nvPr/>
        </p:nvSpPr>
        <p:spPr>
          <a:xfrm>
            <a:off x="8249649" y="2212022"/>
            <a:ext cx="9441" cy="944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1" name="r2_o08979"/>
          <p:cNvSpPr/>
          <p:nvPr/>
        </p:nvSpPr>
        <p:spPr>
          <a:xfrm>
            <a:off x="8249649" y="2212022"/>
            <a:ext cx="5901" cy="590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2" name="r2_o08980"/>
          <p:cNvSpPr/>
          <p:nvPr/>
        </p:nvSpPr>
        <p:spPr>
          <a:xfrm>
            <a:off x="8122266" y="2927254"/>
            <a:ext cx="43566" cy="4356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3" name="r2_o08981"/>
          <p:cNvSpPr/>
          <p:nvPr/>
        </p:nvSpPr>
        <p:spPr>
          <a:xfrm>
            <a:off x="8128365" y="2932699"/>
            <a:ext cx="21173" cy="2117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4" name="r2_o08982"/>
          <p:cNvSpPr/>
          <p:nvPr/>
        </p:nvSpPr>
        <p:spPr>
          <a:xfrm>
            <a:off x="8128365" y="2932699"/>
            <a:ext cx="13233" cy="1323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5" name="r2_o08983"/>
          <p:cNvSpPr/>
          <p:nvPr/>
        </p:nvSpPr>
        <p:spPr>
          <a:xfrm>
            <a:off x="8112681" y="2922461"/>
            <a:ext cx="24832" cy="2483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6" name="r2_o08984"/>
          <p:cNvSpPr/>
          <p:nvPr/>
        </p:nvSpPr>
        <p:spPr>
          <a:xfrm>
            <a:off x="8116158" y="2925565"/>
            <a:ext cx="12069" cy="1206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7" name="r2_o08985"/>
          <p:cNvSpPr/>
          <p:nvPr/>
        </p:nvSpPr>
        <p:spPr>
          <a:xfrm>
            <a:off x="8116158" y="2925565"/>
            <a:ext cx="7543" cy="754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8" name="r2_o08986"/>
          <p:cNvSpPr/>
          <p:nvPr/>
        </p:nvSpPr>
        <p:spPr>
          <a:xfrm>
            <a:off x="8151237" y="2945333"/>
            <a:ext cx="24832" cy="2483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89" name="r2_o08987"/>
          <p:cNvSpPr/>
          <p:nvPr/>
        </p:nvSpPr>
        <p:spPr>
          <a:xfrm>
            <a:off x="8154714" y="2948437"/>
            <a:ext cx="12069" cy="1206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0" name="r2_o08988"/>
          <p:cNvSpPr/>
          <p:nvPr/>
        </p:nvSpPr>
        <p:spPr>
          <a:xfrm>
            <a:off x="8154714" y="2948437"/>
            <a:ext cx="7543" cy="754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1" name="r2_o08989"/>
          <p:cNvSpPr/>
          <p:nvPr/>
        </p:nvSpPr>
        <p:spPr>
          <a:xfrm>
            <a:off x="6896371" y="1561473"/>
            <a:ext cx="34205" cy="3420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2" name="r2_o08990"/>
          <p:cNvSpPr/>
          <p:nvPr/>
        </p:nvSpPr>
        <p:spPr>
          <a:xfrm>
            <a:off x="6901159" y="1565749"/>
            <a:ext cx="16624" cy="1662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3" name="r2_o08991"/>
          <p:cNvSpPr/>
          <p:nvPr/>
        </p:nvSpPr>
        <p:spPr>
          <a:xfrm>
            <a:off x="6901159" y="1565749"/>
            <a:ext cx="10390" cy="1039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4" name="r2_o08992"/>
          <p:cNvSpPr/>
          <p:nvPr/>
        </p:nvSpPr>
        <p:spPr>
          <a:xfrm>
            <a:off x="6888846" y="1557710"/>
            <a:ext cx="19497" cy="1949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5" name="r2_o08993"/>
          <p:cNvSpPr/>
          <p:nvPr/>
        </p:nvSpPr>
        <p:spPr>
          <a:xfrm>
            <a:off x="6891575" y="1560147"/>
            <a:ext cx="9475" cy="947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6" name="r2_o08994"/>
          <p:cNvSpPr/>
          <p:nvPr/>
        </p:nvSpPr>
        <p:spPr>
          <a:xfrm>
            <a:off x="6891575" y="1560147"/>
            <a:ext cx="5922" cy="59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7" name="r2_o08995"/>
          <p:cNvSpPr/>
          <p:nvPr/>
        </p:nvSpPr>
        <p:spPr>
          <a:xfrm>
            <a:off x="6919117" y="1575668"/>
            <a:ext cx="19497" cy="1949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8" name="r2_o08996"/>
          <p:cNvSpPr/>
          <p:nvPr/>
        </p:nvSpPr>
        <p:spPr>
          <a:xfrm>
            <a:off x="6921846" y="1578105"/>
            <a:ext cx="9475" cy="947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99" name="r2_o08997"/>
          <p:cNvSpPr/>
          <p:nvPr/>
        </p:nvSpPr>
        <p:spPr>
          <a:xfrm>
            <a:off x="6921846" y="1578105"/>
            <a:ext cx="5922" cy="592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0" name="r2_o08998"/>
          <p:cNvSpPr/>
          <p:nvPr/>
        </p:nvSpPr>
        <p:spPr>
          <a:xfrm>
            <a:off x="7954931" y="1628618"/>
            <a:ext cx="35636" cy="3563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1" name="r2_o08999"/>
          <p:cNvSpPr/>
          <p:nvPr/>
        </p:nvSpPr>
        <p:spPr>
          <a:xfrm>
            <a:off x="7959920" y="1633073"/>
            <a:ext cx="17319" cy="1731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2" name="r2_o09000"/>
          <p:cNvSpPr/>
          <p:nvPr/>
        </p:nvSpPr>
        <p:spPr>
          <a:xfrm>
            <a:off x="7959920" y="1633073"/>
            <a:ext cx="10824" cy="1082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3" name="r2_o09001"/>
          <p:cNvSpPr/>
          <p:nvPr/>
        </p:nvSpPr>
        <p:spPr>
          <a:xfrm>
            <a:off x="7947091" y="1624698"/>
            <a:ext cx="20312" cy="203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4" name="r2_o09002"/>
          <p:cNvSpPr/>
          <p:nvPr/>
        </p:nvSpPr>
        <p:spPr>
          <a:xfrm>
            <a:off x="7949935" y="1627237"/>
            <a:ext cx="9872" cy="987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5" name="r2_o09003"/>
          <p:cNvSpPr/>
          <p:nvPr/>
        </p:nvSpPr>
        <p:spPr>
          <a:xfrm>
            <a:off x="7949935" y="1627237"/>
            <a:ext cx="6170" cy="617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6" name="r2_o09004"/>
          <p:cNvSpPr/>
          <p:nvPr/>
        </p:nvSpPr>
        <p:spPr>
          <a:xfrm>
            <a:off x="7978628" y="1643407"/>
            <a:ext cx="20312" cy="203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7" name="r2_o09005"/>
          <p:cNvSpPr/>
          <p:nvPr/>
        </p:nvSpPr>
        <p:spPr>
          <a:xfrm>
            <a:off x="7981472" y="1645946"/>
            <a:ext cx="9872" cy="987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r2_o09006"/>
          <p:cNvSpPr/>
          <p:nvPr/>
        </p:nvSpPr>
        <p:spPr>
          <a:xfrm>
            <a:off x="7981472" y="1645946"/>
            <a:ext cx="6170" cy="617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r2_o09007"/>
          <p:cNvSpPr/>
          <p:nvPr/>
        </p:nvSpPr>
        <p:spPr>
          <a:xfrm>
            <a:off x="6718588" y="1797238"/>
            <a:ext cx="45455" cy="4545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0" name="r2_o09008"/>
          <p:cNvSpPr/>
          <p:nvPr/>
        </p:nvSpPr>
        <p:spPr>
          <a:xfrm>
            <a:off x="6724951" y="1802920"/>
            <a:ext cx="22091" cy="2209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1" name="r2_o09009"/>
          <p:cNvSpPr/>
          <p:nvPr/>
        </p:nvSpPr>
        <p:spPr>
          <a:xfrm>
            <a:off x="6724951" y="1802920"/>
            <a:ext cx="13807" cy="1380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2" name="r2_o09010"/>
          <p:cNvSpPr/>
          <p:nvPr/>
        </p:nvSpPr>
        <p:spPr>
          <a:xfrm>
            <a:off x="6708587" y="1792238"/>
            <a:ext cx="25909" cy="2590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3" name="r2_o09011"/>
          <p:cNvSpPr/>
          <p:nvPr/>
        </p:nvSpPr>
        <p:spPr>
          <a:xfrm>
            <a:off x="6712215" y="1795477"/>
            <a:ext cx="12592" cy="125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4" name="r2_o09012"/>
          <p:cNvSpPr/>
          <p:nvPr/>
        </p:nvSpPr>
        <p:spPr>
          <a:xfrm>
            <a:off x="6712215" y="1795477"/>
            <a:ext cx="7870" cy="787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5" name="r2_o09013"/>
          <p:cNvSpPr/>
          <p:nvPr/>
        </p:nvSpPr>
        <p:spPr>
          <a:xfrm>
            <a:off x="6748815" y="1816102"/>
            <a:ext cx="25909" cy="2590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6" name="r2_o09014"/>
          <p:cNvSpPr/>
          <p:nvPr/>
        </p:nvSpPr>
        <p:spPr>
          <a:xfrm>
            <a:off x="6752442" y="1819341"/>
            <a:ext cx="12592" cy="125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7" name="r2_o09015"/>
          <p:cNvSpPr/>
          <p:nvPr/>
        </p:nvSpPr>
        <p:spPr>
          <a:xfrm>
            <a:off x="6752442" y="1819341"/>
            <a:ext cx="7870" cy="787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8" name="r2_o09016"/>
          <p:cNvSpPr/>
          <p:nvPr/>
        </p:nvSpPr>
        <p:spPr>
          <a:xfrm>
            <a:off x="7462324" y="1786287"/>
            <a:ext cx="56742" cy="5674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9" name="r2_o09017"/>
          <p:cNvSpPr/>
          <p:nvPr/>
        </p:nvSpPr>
        <p:spPr>
          <a:xfrm>
            <a:off x="7470268" y="1793380"/>
            <a:ext cx="27577" cy="2757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0" name="r2_o09018"/>
          <p:cNvSpPr/>
          <p:nvPr/>
        </p:nvSpPr>
        <p:spPr>
          <a:xfrm>
            <a:off x="7470268" y="1793380"/>
            <a:ext cx="17236" cy="1723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1" name="r2_o09019"/>
          <p:cNvSpPr/>
          <p:nvPr/>
        </p:nvSpPr>
        <p:spPr>
          <a:xfrm>
            <a:off x="7449840" y="1780046"/>
            <a:ext cx="32343" cy="3234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2" name="r2_o09020"/>
          <p:cNvSpPr/>
          <p:nvPr/>
        </p:nvSpPr>
        <p:spPr>
          <a:xfrm>
            <a:off x="7454368" y="1784088"/>
            <a:ext cx="15719" cy="1571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3" name="r2_o09021"/>
          <p:cNvSpPr/>
          <p:nvPr/>
        </p:nvSpPr>
        <p:spPr>
          <a:xfrm>
            <a:off x="7454368" y="1784088"/>
            <a:ext cx="9824" cy="98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4" name="r2_o09022"/>
          <p:cNvSpPr/>
          <p:nvPr/>
        </p:nvSpPr>
        <p:spPr>
          <a:xfrm>
            <a:off x="7500057" y="1809835"/>
            <a:ext cx="32343" cy="3234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5" name="r2_o09023"/>
          <p:cNvSpPr/>
          <p:nvPr/>
        </p:nvSpPr>
        <p:spPr>
          <a:xfrm>
            <a:off x="7504586" y="1813878"/>
            <a:ext cx="15719" cy="1571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6" name="r2_o09024"/>
          <p:cNvSpPr/>
          <p:nvPr/>
        </p:nvSpPr>
        <p:spPr>
          <a:xfrm>
            <a:off x="7504586" y="1813878"/>
            <a:ext cx="9824" cy="98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7" name="r2_o09025"/>
          <p:cNvSpPr/>
          <p:nvPr/>
        </p:nvSpPr>
        <p:spPr>
          <a:xfrm>
            <a:off x="7733715" y="3219558"/>
            <a:ext cx="101633" cy="10163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8" name="r2_o09026"/>
          <p:cNvSpPr/>
          <p:nvPr/>
        </p:nvSpPr>
        <p:spPr>
          <a:xfrm>
            <a:off x="7747944" y="3232263"/>
            <a:ext cx="49394" cy="49394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29" name="r2_o09027"/>
          <p:cNvSpPr/>
          <p:nvPr/>
        </p:nvSpPr>
        <p:spPr>
          <a:xfrm>
            <a:off x="7747944" y="3232263"/>
            <a:ext cx="30871" cy="3087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0" name="r2_o09028"/>
          <p:cNvSpPr/>
          <p:nvPr/>
        </p:nvSpPr>
        <p:spPr>
          <a:xfrm>
            <a:off x="8468163" y="2495829"/>
            <a:ext cx="44810" cy="4481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1" name="r2_o09029"/>
          <p:cNvSpPr/>
          <p:nvPr/>
        </p:nvSpPr>
        <p:spPr>
          <a:xfrm>
            <a:off x="8474436" y="2501430"/>
            <a:ext cx="21778" cy="2177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2" name="r2_o09030"/>
          <p:cNvSpPr/>
          <p:nvPr/>
        </p:nvSpPr>
        <p:spPr>
          <a:xfrm>
            <a:off x="8474436" y="2501430"/>
            <a:ext cx="13611" cy="1361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3" name="r2_o09031"/>
          <p:cNvSpPr/>
          <p:nvPr/>
        </p:nvSpPr>
        <p:spPr>
          <a:xfrm>
            <a:off x="8458305" y="2490900"/>
            <a:ext cx="25542" cy="2554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4" name="r2_o09032"/>
          <p:cNvSpPr/>
          <p:nvPr/>
        </p:nvSpPr>
        <p:spPr>
          <a:xfrm>
            <a:off x="8461880" y="2494093"/>
            <a:ext cx="12413" cy="124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5" name="r2_o09033"/>
          <p:cNvSpPr/>
          <p:nvPr/>
        </p:nvSpPr>
        <p:spPr>
          <a:xfrm>
            <a:off x="8461880" y="2494093"/>
            <a:ext cx="7758" cy="775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6" name="r2_o09034"/>
          <p:cNvSpPr/>
          <p:nvPr/>
        </p:nvSpPr>
        <p:spPr>
          <a:xfrm>
            <a:off x="8497962" y="2514425"/>
            <a:ext cx="25542" cy="2554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7" name="r2_o09035"/>
          <p:cNvSpPr/>
          <p:nvPr/>
        </p:nvSpPr>
        <p:spPr>
          <a:xfrm>
            <a:off x="8501537" y="2517618"/>
            <a:ext cx="12413" cy="124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8" name="r2_o09036"/>
          <p:cNvSpPr/>
          <p:nvPr/>
        </p:nvSpPr>
        <p:spPr>
          <a:xfrm>
            <a:off x="8501537" y="2517618"/>
            <a:ext cx="7758" cy="775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39" name="r2_o09037"/>
          <p:cNvSpPr/>
          <p:nvPr/>
        </p:nvSpPr>
        <p:spPr>
          <a:xfrm>
            <a:off x="8509107" y="1588536"/>
            <a:ext cx="44957" cy="4495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0" name="r2_o09038"/>
          <p:cNvSpPr/>
          <p:nvPr/>
        </p:nvSpPr>
        <p:spPr>
          <a:xfrm>
            <a:off x="8515401" y="1594156"/>
            <a:ext cx="21849" cy="2184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1" name="r2_o09039"/>
          <p:cNvSpPr/>
          <p:nvPr/>
        </p:nvSpPr>
        <p:spPr>
          <a:xfrm>
            <a:off x="8515401" y="1594156"/>
            <a:ext cx="13656" cy="1365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2" name="r2_o09040"/>
          <p:cNvSpPr/>
          <p:nvPr/>
        </p:nvSpPr>
        <p:spPr>
          <a:xfrm>
            <a:off x="8499216" y="1583591"/>
            <a:ext cx="25625" cy="2562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3" name="r2_o09041"/>
          <p:cNvSpPr/>
          <p:nvPr/>
        </p:nvSpPr>
        <p:spPr>
          <a:xfrm>
            <a:off x="8502804" y="1586794"/>
            <a:ext cx="12454" cy="1245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4" name="r2_o09042"/>
          <p:cNvSpPr/>
          <p:nvPr/>
        </p:nvSpPr>
        <p:spPr>
          <a:xfrm>
            <a:off x="8502804" y="1586794"/>
            <a:ext cx="7784" cy="778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5" name="r2_o09043"/>
          <p:cNvSpPr/>
          <p:nvPr/>
        </p:nvSpPr>
        <p:spPr>
          <a:xfrm>
            <a:off x="8539003" y="1607193"/>
            <a:ext cx="25625" cy="2562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6" name="r2_o09044"/>
          <p:cNvSpPr/>
          <p:nvPr/>
        </p:nvSpPr>
        <p:spPr>
          <a:xfrm>
            <a:off x="8542590" y="1610397"/>
            <a:ext cx="12454" cy="1245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7" name="r2_o09045"/>
          <p:cNvSpPr/>
          <p:nvPr/>
        </p:nvSpPr>
        <p:spPr>
          <a:xfrm>
            <a:off x="8542590" y="1610397"/>
            <a:ext cx="7784" cy="778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8" name="r2_o09046"/>
          <p:cNvSpPr/>
          <p:nvPr/>
        </p:nvSpPr>
        <p:spPr>
          <a:xfrm>
            <a:off x="7298955" y="2844318"/>
            <a:ext cx="32161" cy="3216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49" name="r2_o09047"/>
          <p:cNvSpPr/>
          <p:nvPr/>
        </p:nvSpPr>
        <p:spPr>
          <a:xfrm>
            <a:off x="7303457" y="2848338"/>
            <a:ext cx="15630" cy="1563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0" name="r2_o09048"/>
          <p:cNvSpPr/>
          <p:nvPr/>
        </p:nvSpPr>
        <p:spPr>
          <a:xfrm>
            <a:off x="7303457" y="2848338"/>
            <a:ext cx="9769" cy="976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1" name="r2_o09049"/>
          <p:cNvSpPr/>
          <p:nvPr/>
        </p:nvSpPr>
        <p:spPr>
          <a:xfrm>
            <a:off x="7291879" y="2840781"/>
            <a:ext cx="18332" cy="1833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2" name="r2_o09050"/>
          <p:cNvSpPr/>
          <p:nvPr/>
        </p:nvSpPr>
        <p:spPr>
          <a:xfrm>
            <a:off x="7294446" y="2843072"/>
            <a:ext cx="8909" cy="890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3" name="r2_o09051"/>
          <p:cNvSpPr/>
          <p:nvPr/>
        </p:nvSpPr>
        <p:spPr>
          <a:xfrm>
            <a:off x="7294446" y="2843072"/>
            <a:ext cx="5568" cy="556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4" name="r2_o09052"/>
          <p:cNvSpPr/>
          <p:nvPr/>
        </p:nvSpPr>
        <p:spPr>
          <a:xfrm>
            <a:off x="7320342" y="2857665"/>
            <a:ext cx="18332" cy="1833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5" name="r2_o09053"/>
          <p:cNvSpPr/>
          <p:nvPr/>
        </p:nvSpPr>
        <p:spPr>
          <a:xfrm>
            <a:off x="7322908" y="2859957"/>
            <a:ext cx="8909" cy="890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6" name="r2_o09054"/>
          <p:cNvSpPr/>
          <p:nvPr/>
        </p:nvSpPr>
        <p:spPr>
          <a:xfrm>
            <a:off x="7322908" y="2859957"/>
            <a:ext cx="5568" cy="556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9057" name="r2_o09055"/>
          <p:cNvSpPr/>
          <p:nvPr/>
        </p:nvSpPr>
        <p:spPr>
          <a:xfrm>
            <a:off x="7056379" y="1904687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58" name="r2_o09056"/>
          <p:cNvSpPr/>
          <p:nvPr/>
        </p:nvSpPr>
        <p:spPr>
          <a:xfrm>
            <a:off x="6816018" y="1814028"/>
            <a:ext cx="36463" cy="713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59" name="r2_o09057"/>
          <p:cNvSpPr/>
          <p:nvPr/>
        </p:nvSpPr>
        <p:spPr>
          <a:xfrm flipV="1">
            <a:off x="6731484" y="1671254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0" name="r2_o09058"/>
          <p:cNvSpPr/>
          <p:nvPr/>
        </p:nvSpPr>
        <p:spPr>
          <a:xfrm flipV="1">
            <a:off x="6960235" y="1815168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1" name="r2_o09059"/>
          <p:cNvSpPr/>
          <p:nvPr/>
        </p:nvSpPr>
        <p:spPr>
          <a:xfrm>
            <a:off x="6887312" y="1725650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2" name="r2_o09060"/>
          <p:cNvSpPr/>
          <p:nvPr/>
        </p:nvSpPr>
        <p:spPr>
          <a:xfrm>
            <a:off x="7223818" y="1852572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3" name="r2_o09061"/>
          <p:cNvSpPr/>
          <p:nvPr/>
        </p:nvSpPr>
        <p:spPr>
          <a:xfrm flipV="1">
            <a:off x="7273520" y="2048608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4" name="r2_o09062"/>
          <p:cNvSpPr/>
          <p:nvPr/>
        </p:nvSpPr>
        <p:spPr>
          <a:xfrm flipV="1">
            <a:off x="7333203" y="2013477"/>
            <a:ext cx="11609" cy="5326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5" name="r2_o09063"/>
          <p:cNvSpPr/>
          <p:nvPr/>
        </p:nvSpPr>
        <p:spPr>
          <a:xfrm flipV="1">
            <a:off x="6985087" y="1939817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6" name="r2_o09064"/>
          <p:cNvSpPr/>
          <p:nvPr/>
        </p:nvSpPr>
        <p:spPr>
          <a:xfrm flipV="1">
            <a:off x="7069620" y="2029336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7" name="r2_o09065"/>
          <p:cNvSpPr/>
          <p:nvPr/>
        </p:nvSpPr>
        <p:spPr>
          <a:xfrm>
            <a:off x="7164135" y="1887695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8" name="r2_o09066"/>
          <p:cNvSpPr/>
          <p:nvPr/>
        </p:nvSpPr>
        <p:spPr>
          <a:xfrm>
            <a:off x="7019918" y="1833300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69" name="r2_o09067"/>
          <p:cNvSpPr/>
          <p:nvPr/>
        </p:nvSpPr>
        <p:spPr>
          <a:xfrm>
            <a:off x="7248668" y="1977214"/>
            <a:ext cx="36463" cy="713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0" name="r2_o09068"/>
          <p:cNvSpPr/>
          <p:nvPr/>
        </p:nvSpPr>
        <p:spPr>
          <a:xfrm>
            <a:off x="7225448" y="2083731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1" name="r2_o09069"/>
          <p:cNvSpPr/>
          <p:nvPr/>
        </p:nvSpPr>
        <p:spPr>
          <a:xfrm>
            <a:off x="6756336" y="1849158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2" name="r2_o09070"/>
          <p:cNvSpPr/>
          <p:nvPr/>
        </p:nvSpPr>
        <p:spPr>
          <a:xfrm>
            <a:off x="6985087" y="1993072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3" name="r2_o09071"/>
          <p:cNvSpPr/>
          <p:nvPr/>
        </p:nvSpPr>
        <p:spPr>
          <a:xfrm>
            <a:off x="7188987" y="2012344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4" name="r2_o09072"/>
          <p:cNvSpPr/>
          <p:nvPr/>
        </p:nvSpPr>
        <p:spPr>
          <a:xfrm>
            <a:off x="7104451" y="1922818"/>
            <a:ext cx="36463" cy="713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5" name="r2_o09073"/>
          <p:cNvSpPr/>
          <p:nvPr/>
        </p:nvSpPr>
        <p:spPr>
          <a:xfrm>
            <a:off x="7273520" y="2101863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6" name="r2_o09074"/>
          <p:cNvSpPr/>
          <p:nvPr/>
        </p:nvSpPr>
        <p:spPr>
          <a:xfrm>
            <a:off x="7285131" y="2048608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7" name="r2_o09075"/>
          <p:cNvSpPr/>
          <p:nvPr/>
        </p:nvSpPr>
        <p:spPr>
          <a:xfrm>
            <a:off x="6827629" y="1760773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8" name="r2_o09076"/>
          <p:cNvSpPr/>
          <p:nvPr/>
        </p:nvSpPr>
        <p:spPr>
          <a:xfrm>
            <a:off x="7140914" y="1994212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79" name="r2_o09077"/>
          <p:cNvSpPr/>
          <p:nvPr/>
        </p:nvSpPr>
        <p:spPr>
          <a:xfrm>
            <a:off x="6912162" y="1850291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0" name="r2_o09078"/>
          <p:cNvSpPr/>
          <p:nvPr/>
        </p:nvSpPr>
        <p:spPr>
          <a:xfrm flipV="1">
            <a:off x="7044770" y="1904687"/>
            <a:ext cx="11609" cy="5326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1" name="r2_o09079"/>
          <p:cNvSpPr/>
          <p:nvPr/>
        </p:nvSpPr>
        <p:spPr>
          <a:xfrm>
            <a:off x="6877331" y="2010064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2" name="r2_o09080"/>
          <p:cNvSpPr/>
          <p:nvPr/>
        </p:nvSpPr>
        <p:spPr>
          <a:xfrm>
            <a:off x="7116062" y="1869563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3" name="r2_o09081"/>
          <p:cNvSpPr/>
          <p:nvPr/>
        </p:nvSpPr>
        <p:spPr>
          <a:xfrm>
            <a:off x="6935384" y="1743781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4" name="r2_o09082"/>
          <p:cNvSpPr/>
          <p:nvPr/>
        </p:nvSpPr>
        <p:spPr>
          <a:xfrm>
            <a:off x="6743095" y="1671254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5" name="r2_o09083"/>
          <p:cNvSpPr/>
          <p:nvPr/>
        </p:nvSpPr>
        <p:spPr>
          <a:xfrm>
            <a:off x="7333203" y="2066739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6" name="r2_o09084"/>
          <p:cNvSpPr/>
          <p:nvPr/>
        </p:nvSpPr>
        <p:spPr>
          <a:xfrm flipV="1">
            <a:off x="7164135" y="1834440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7" name="r2_o09085"/>
          <p:cNvSpPr/>
          <p:nvPr/>
        </p:nvSpPr>
        <p:spPr>
          <a:xfrm flipV="1">
            <a:off x="7019918" y="1780045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8" name="r2_o09086"/>
          <p:cNvSpPr/>
          <p:nvPr/>
        </p:nvSpPr>
        <p:spPr>
          <a:xfrm>
            <a:off x="6875701" y="1778905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89" name="r2_o09087"/>
          <p:cNvSpPr/>
          <p:nvPr/>
        </p:nvSpPr>
        <p:spPr>
          <a:xfrm>
            <a:off x="6960235" y="1868423"/>
            <a:ext cx="36463" cy="713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0" name="r2_o09088"/>
          <p:cNvSpPr/>
          <p:nvPr/>
        </p:nvSpPr>
        <p:spPr>
          <a:xfrm>
            <a:off x="6900553" y="1903554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1" name="r2_o09089"/>
          <p:cNvSpPr/>
          <p:nvPr/>
        </p:nvSpPr>
        <p:spPr>
          <a:xfrm flipV="1">
            <a:off x="6816018" y="1760773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2" name="r2_o09090"/>
          <p:cNvSpPr/>
          <p:nvPr/>
        </p:nvSpPr>
        <p:spPr>
          <a:xfrm>
            <a:off x="6971845" y="1815168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3" name="r2_o09091"/>
          <p:cNvSpPr/>
          <p:nvPr/>
        </p:nvSpPr>
        <p:spPr>
          <a:xfrm>
            <a:off x="7175745" y="1834440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4" name="r2_o09092"/>
          <p:cNvSpPr/>
          <p:nvPr/>
        </p:nvSpPr>
        <p:spPr>
          <a:xfrm flipV="1">
            <a:off x="6840870" y="1885422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5" name="r2_o09093"/>
          <p:cNvSpPr/>
          <p:nvPr/>
        </p:nvSpPr>
        <p:spPr>
          <a:xfrm>
            <a:off x="6767946" y="1795896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6" name="r2_o09094"/>
          <p:cNvSpPr/>
          <p:nvPr/>
        </p:nvSpPr>
        <p:spPr>
          <a:xfrm flipV="1">
            <a:off x="6925404" y="1974940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7" name="r2_o09095"/>
          <p:cNvSpPr/>
          <p:nvPr/>
        </p:nvSpPr>
        <p:spPr>
          <a:xfrm>
            <a:off x="6731484" y="1724509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8" name="r2_o09096"/>
          <p:cNvSpPr/>
          <p:nvPr/>
        </p:nvSpPr>
        <p:spPr>
          <a:xfrm flipV="1">
            <a:off x="6756336" y="1795896"/>
            <a:ext cx="11609" cy="5326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099" name="r2_o09097"/>
          <p:cNvSpPr/>
          <p:nvPr/>
        </p:nvSpPr>
        <p:spPr>
          <a:xfrm>
            <a:off x="6792798" y="1920545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0" name="r2_o09098"/>
          <p:cNvSpPr/>
          <p:nvPr/>
        </p:nvSpPr>
        <p:spPr>
          <a:xfrm>
            <a:off x="7021548" y="2064459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1" name="r2_o09099"/>
          <p:cNvSpPr/>
          <p:nvPr/>
        </p:nvSpPr>
        <p:spPr>
          <a:xfrm flipV="1">
            <a:off x="7213837" y="2083731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2" name="r2_o09100"/>
          <p:cNvSpPr/>
          <p:nvPr/>
        </p:nvSpPr>
        <p:spPr>
          <a:xfrm flipV="1">
            <a:off x="6900553" y="1850291"/>
            <a:ext cx="11609" cy="5326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3" name="r2_o09101"/>
          <p:cNvSpPr/>
          <p:nvPr/>
        </p:nvSpPr>
        <p:spPr>
          <a:xfrm>
            <a:off x="7031529" y="1780045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4" name="r2_o09102"/>
          <p:cNvSpPr/>
          <p:nvPr/>
        </p:nvSpPr>
        <p:spPr>
          <a:xfrm flipV="1">
            <a:off x="7188987" y="1959082"/>
            <a:ext cx="11609" cy="5326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5" name="r2_o09103"/>
          <p:cNvSpPr/>
          <p:nvPr/>
        </p:nvSpPr>
        <p:spPr>
          <a:xfrm flipV="1">
            <a:off x="7129303" y="1994212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6" name="r2_o09104"/>
          <p:cNvSpPr/>
          <p:nvPr/>
        </p:nvSpPr>
        <p:spPr>
          <a:xfrm>
            <a:off x="7309982" y="2173249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7" name="r2_o09105"/>
          <p:cNvSpPr/>
          <p:nvPr/>
        </p:nvSpPr>
        <p:spPr>
          <a:xfrm flipV="1">
            <a:off x="7248668" y="1923958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8" name="r2_o09106"/>
          <p:cNvSpPr/>
          <p:nvPr/>
        </p:nvSpPr>
        <p:spPr>
          <a:xfrm>
            <a:off x="6852481" y="1885422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09" name="r2_o09107"/>
          <p:cNvSpPr/>
          <p:nvPr/>
        </p:nvSpPr>
        <p:spPr>
          <a:xfrm>
            <a:off x="6996697" y="1939817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0" name="r2_o09108"/>
          <p:cNvSpPr/>
          <p:nvPr/>
        </p:nvSpPr>
        <p:spPr>
          <a:xfrm>
            <a:off x="6840870" y="1938677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1" name="r2_o09109"/>
          <p:cNvSpPr/>
          <p:nvPr/>
        </p:nvSpPr>
        <p:spPr>
          <a:xfrm flipV="1">
            <a:off x="7104451" y="1869563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2" name="r2_o09110"/>
          <p:cNvSpPr/>
          <p:nvPr/>
        </p:nvSpPr>
        <p:spPr>
          <a:xfrm>
            <a:off x="6937014" y="1974940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3" name="r2_o09111"/>
          <p:cNvSpPr/>
          <p:nvPr/>
        </p:nvSpPr>
        <p:spPr>
          <a:xfrm>
            <a:off x="7260279" y="1923958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4" name="r2_o09112"/>
          <p:cNvSpPr/>
          <p:nvPr/>
        </p:nvSpPr>
        <p:spPr>
          <a:xfrm>
            <a:off x="7044770" y="1957949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5" name="r2_o09113"/>
          <p:cNvSpPr/>
          <p:nvPr/>
        </p:nvSpPr>
        <p:spPr>
          <a:xfrm flipV="1">
            <a:off x="7358054" y="2138126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6" name="r2_o09114"/>
          <p:cNvSpPr/>
          <p:nvPr/>
        </p:nvSpPr>
        <p:spPr>
          <a:xfrm flipV="1">
            <a:off x="6875701" y="1725650"/>
            <a:ext cx="11611" cy="532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7" name="r2_o09115"/>
          <p:cNvSpPr/>
          <p:nvPr/>
        </p:nvSpPr>
        <p:spPr>
          <a:xfrm>
            <a:off x="7200596" y="1959082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8" name="r2_o09116"/>
          <p:cNvSpPr/>
          <p:nvPr/>
        </p:nvSpPr>
        <p:spPr>
          <a:xfrm>
            <a:off x="7165765" y="2118854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19" name="r2_o09117"/>
          <p:cNvSpPr/>
          <p:nvPr/>
        </p:nvSpPr>
        <p:spPr>
          <a:xfrm>
            <a:off x="6791167" y="1689386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20" name="r2_o09118"/>
          <p:cNvSpPr/>
          <p:nvPr/>
        </p:nvSpPr>
        <p:spPr>
          <a:xfrm>
            <a:off x="7308351" y="1942090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21" name="r2_o09119"/>
          <p:cNvSpPr/>
          <p:nvPr/>
        </p:nvSpPr>
        <p:spPr>
          <a:xfrm>
            <a:off x="7129303" y="2047467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22" name="r2_o09120"/>
          <p:cNvSpPr/>
          <p:nvPr/>
        </p:nvSpPr>
        <p:spPr>
          <a:xfrm>
            <a:off x="7081231" y="2029336"/>
            <a:ext cx="48072" cy="181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23" name="r2_o09121"/>
          <p:cNvSpPr/>
          <p:nvPr/>
        </p:nvSpPr>
        <p:spPr>
          <a:xfrm>
            <a:off x="7079601" y="1798176"/>
            <a:ext cx="36461" cy="7138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124" name="r2_o09122"/>
          <p:cNvSpPr/>
          <p:nvPr/>
        </p:nvSpPr>
        <p:spPr>
          <a:xfrm>
            <a:off x="6728519" y="16566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25" name="r2_o09123"/>
          <p:cNvSpPr/>
          <p:nvPr/>
        </p:nvSpPr>
        <p:spPr>
          <a:xfrm>
            <a:off x="6732600" y="16603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26" name="r2_o09124"/>
          <p:cNvSpPr/>
          <p:nvPr/>
        </p:nvSpPr>
        <p:spPr>
          <a:xfrm>
            <a:off x="6732600" y="16603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27" name="r2_o09125"/>
          <p:cNvSpPr/>
          <p:nvPr/>
        </p:nvSpPr>
        <p:spPr>
          <a:xfrm>
            <a:off x="6746885" y="167358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28" name="r2_o09126"/>
          <p:cNvSpPr/>
          <p:nvPr/>
        </p:nvSpPr>
        <p:spPr>
          <a:xfrm>
            <a:off x="6749497" y="167591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29" name="r2_o09127"/>
          <p:cNvSpPr/>
          <p:nvPr/>
        </p:nvSpPr>
        <p:spPr>
          <a:xfrm>
            <a:off x="6749497" y="167591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0" name="r2_o09128"/>
          <p:cNvSpPr/>
          <p:nvPr/>
        </p:nvSpPr>
        <p:spPr>
          <a:xfrm>
            <a:off x="6776591" y="167481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1" name="r2_o09129"/>
          <p:cNvSpPr/>
          <p:nvPr/>
        </p:nvSpPr>
        <p:spPr>
          <a:xfrm>
            <a:off x="6780673" y="167845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2" name="r2_o09130"/>
          <p:cNvSpPr/>
          <p:nvPr/>
        </p:nvSpPr>
        <p:spPr>
          <a:xfrm>
            <a:off x="6780673" y="167845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3" name="r2_o09131"/>
          <p:cNvSpPr/>
          <p:nvPr/>
        </p:nvSpPr>
        <p:spPr>
          <a:xfrm>
            <a:off x="6794957" y="169171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4" name="r2_o09132"/>
          <p:cNvSpPr/>
          <p:nvPr/>
        </p:nvSpPr>
        <p:spPr>
          <a:xfrm>
            <a:off x="6797569" y="169405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5" name="r2_o09133"/>
          <p:cNvSpPr/>
          <p:nvPr/>
        </p:nvSpPr>
        <p:spPr>
          <a:xfrm>
            <a:off x="6797569" y="169405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6" name="r2_o09134"/>
          <p:cNvSpPr/>
          <p:nvPr/>
        </p:nvSpPr>
        <p:spPr>
          <a:xfrm>
            <a:off x="6716908" y="170993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7" name="r2_o09135"/>
          <p:cNvSpPr/>
          <p:nvPr/>
        </p:nvSpPr>
        <p:spPr>
          <a:xfrm>
            <a:off x="6720989" y="171357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8" name="r2_o09136"/>
          <p:cNvSpPr/>
          <p:nvPr/>
        </p:nvSpPr>
        <p:spPr>
          <a:xfrm>
            <a:off x="6720989" y="171357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39" name="r2_o09137"/>
          <p:cNvSpPr/>
          <p:nvPr/>
        </p:nvSpPr>
        <p:spPr>
          <a:xfrm>
            <a:off x="6735274" y="172684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0" name="r2_o09138"/>
          <p:cNvSpPr/>
          <p:nvPr/>
        </p:nvSpPr>
        <p:spPr>
          <a:xfrm>
            <a:off x="6737886" y="172917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1" name="r2_o09139"/>
          <p:cNvSpPr/>
          <p:nvPr/>
        </p:nvSpPr>
        <p:spPr>
          <a:xfrm>
            <a:off x="6737886" y="172917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2" name="r2_o09140"/>
          <p:cNvSpPr/>
          <p:nvPr/>
        </p:nvSpPr>
        <p:spPr>
          <a:xfrm>
            <a:off x="6872736" y="17110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3" name="r2_o09141"/>
          <p:cNvSpPr/>
          <p:nvPr/>
        </p:nvSpPr>
        <p:spPr>
          <a:xfrm>
            <a:off x="6876817" y="17147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4" name="r2_o09142"/>
          <p:cNvSpPr/>
          <p:nvPr/>
        </p:nvSpPr>
        <p:spPr>
          <a:xfrm>
            <a:off x="6876817" y="17147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5" name="r2_o09143"/>
          <p:cNvSpPr/>
          <p:nvPr/>
        </p:nvSpPr>
        <p:spPr>
          <a:xfrm>
            <a:off x="6891102" y="172798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6" name="r2_o09144"/>
          <p:cNvSpPr/>
          <p:nvPr/>
        </p:nvSpPr>
        <p:spPr>
          <a:xfrm>
            <a:off x="6893714" y="173031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7" name="r2_o09145"/>
          <p:cNvSpPr/>
          <p:nvPr/>
        </p:nvSpPr>
        <p:spPr>
          <a:xfrm>
            <a:off x="6893714" y="173031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8" name="r2_o09146"/>
          <p:cNvSpPr/>
          <p:nvPr/>
        </p:nvSpPr>
        <p:spPr>
          <a:xfrm>
            <a:off x="6920808" y="172920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49" name="r2_o09147"/>
          <p:cNvSpPr/>
          <p:nvPr/>
        </p:nvSpPr>
        <p:spPr>
          <a:xfrm>
            <a:off x="6924889" y="173284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0" name="r2_o09148"/>
          <p:cNvSpPr/>
          <p:nvPr/>
        </p:nvSpPr>
        <p:spPr>
          <a:xfrm>
            <a:off x="6924889" y="173284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1" name="r2_o09149"/>
          <p:cNvSpPr/>
          <p:nvPr/>
        </p:nvSpPr>
        <p:spPr>
          <a:xfrm>
            <a:off x="6939174" y="174611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2" name="r2_o09150"/>
          <p:cNvSpPr/>
          <p:nvPr/>
        </p:nvSpPr>
        <p:spPr>
          <a:xfrm>
            <a:off x="6941786" y="174844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3" name="r2_o09151"/>
          <p:cNvSpPr/>
          <p:nvPr/>
        </p:nvSpPr>
        <p:spPr>
          <a:xfrm>
            <a:off x="6941786" y="174844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4" name="r2_o09152"/>
          <p:cNvSpPr/>
          <p:nvPr/>
        </p:nvSpPr>
        <p:spPr>
          <a:xfrm>
            <a:off x="6813053" y="174619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5" name="r2_o09153"/>
          <p:cNvSpPr/>
          <p:nvPr/>
        </p:nvSpPr>
        <p:spPr>
          <a:xfrm>
            <a:off x="6817134" y="174984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6" name="r2_o09154"/>
          <p:cNvSpPr/>
          <p:nvPr/>
        </p:nvSpPr>
        <p:spPr>
          <a:xfrm>
            <a:off x="6817134" y="174984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7" name="r2_o09155"/>
          <p:cNvSpPr/>
          <p:nvPr/>
        </p:nvSpPr>
        <p:spPr>
          <a:xfrm>
            <a:off x="6861125" y="176432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8" name="r2_o09156"/>
          <p:cNvSpPr/>
          <p:nvPr/>
        </p:nvSpPr>
        <p:spPr>
          <a:xfrm>
            <a:off x="6865206" y="176797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59" name="r2_o09157"/>
          <p:cNvSpPr/>
          <p:nvPr/>
        </p:nvSpPr>
        <p:spPr>
          <a:xfrm>
            <a:off x="6865206" y="176797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0" name="r2_o09158"/>
          <p:cNvSpPr/>
          <p:nvPr/>
        </p:nvSpPr>
        <p:spPr>
          <a:xfrm>
            <a:off x="7016953" y="176546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1" name="r2_o09159"/>
          <p:cNvSpPr/>
          <p:nvPr/>
        </p:nvSpPr>
        <p:spPr>
          <a:xfrm>
            <a:off x="7021034" y="176911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2" name="r2_o09160"/>
          <p:cNvSpPr/>
          <p:nvPr/>
        </p:nvSpPr>
        <p:spPr>
          <a:xfrm>
            <a:off x="7021034" y="176911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3" name="r2_o09161"/>
          <p:cNvSpPr/>
          <p:nvPr/>
        </p:nvSpPr>
        <p:spPr>
          <a:xfrm>
            <a:off x="7035318" y="178237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4" name="r2_o09162"/>
          <p:cNvSpPr/>
          <p:nvPr/>
        </p:nvSpPr>
        <p:spPr>
          <a:xfrm>
            <a:off x="7037930" y="178470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5" name="r2_o09163"/>
          <p:cNvSpPr/>
          <p:nvPr/>
        </p:nvSpPr>
        <p:spPr>
          <a:xfrm>
            <a:off x="7037930" y="178470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6" name="r2_o09164"/>
          <p:cNvSpPr/>
          <p:nvPr/>
        </p:nvSpPr>
        <p:spPr>
          <a:xfrm>
            <a:off x="6753370" y="178132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7" name="r2_o09165"/>
          <p:cNvSpPr/>
          <p:nvPr/>
        </p:nvSpPr>
        <p:spPr>
          <a:xfrm>
            <a:off x="6757451" y="178496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8" name="r2_o09166"/>
          <p:cNvSpPr/>
          <p:nvPr/>
        </p:nvSpPr>
        <p:spPr>
          <a:xfrm>
            <a:off x="6757451" y="178496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69" name="r2_o09167"/>
          <p:cNvSpPr/>
          <p:nvPr/>
        </p:nvSpPr>
        <p:spPr>
          <a:xfrm>
            <a:off x="7065025" y="178360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0" name="r2_o09168"/>
          <p:cNvSpPr/>
          <p:nvPr/>
        </p:nvSpPr>
        <p:spPr>
          <a:xfrm>
            <a:off x="7069106" y="178724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1" name="r2_o09169"/>
          <p:cNvSpPr/>
          <p:nvPr/>
        </p:nvSpPr>
        <p:spPr>
          <a:xfrm>
            <a:off x="7069106" y="178724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2" name="r2_o09170"/>
          <p:cNvSpPr/>
          <p:nvPr/>
        </p:nvSpPr>
        <p:spPr>
          <a:xfrm>
            <a:off x="7083391" y="180050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3" name="r2_o09171"/>
          <p:cNvSpPr/>
          <p:nvPr/>
        </p:nvSpPr>
        <p:spPr>
          <a:xfrm>
            <a:off x="7086003" y="180284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4" name="r2_o09172"/>
          <p:cNvSpPr/>
          <p:nvPr/>
        </p:nvSpPr>
        <p:spPr>
          <a:xfrm>
            <a:off x="7086003" y="180284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5" name="r2_o09173"/>
          <p:cNvSpPr/>
          <p:nvPr/>
        </p:nvSpPr>
        <p:spPr>
          <a:xfrm>
            <a:off x="6801442" y="179945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6" name="r2_o09174"/>
          <p:cNvSpPr/>
          <p:nvPr/>
        </p:nvSpPr>
        <p:spPr>
          <a:xfrm>
            <a:off x="6805523" y="180309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7" name="r2_o09175"/>
          <p:cNvSpPr/>
          <p:nvPr/>
        </p:nvSpPr>
        <p:spPr>
          <a:xfrm>
            <a:off x="6805523" y="180309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8" name="r2_o09176"/>
          <p:cNvSpPr/>
          <p:nvPr/>
        </p:nvSpPr>
        <p:spPr>
          <a:xfrm>
            <a:off x="6957270" y="180059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79" name="r2_o09177"/>
          <p:cNvSpPr/>
          <p:nvPr/>
        </p:nvSpPr>
        <p:spPr>
          <a:xfrm>
            <a:off x="6961351" y="180423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0" name="r2_o09178"/>
          <p:cNvSpPr/>
          <p:nvPr/>
        </p:nvSpPr>
        <p:spPr>
          <a:xfrm>
            <a:off x="6961351" y="180423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1" name="r2_o09179"/>
          <p:cNvSpPr/>
          <p:nvPr/>
        </p:nvSpPr>
        <p:spPr>
          <a:xfrm>
            <a:off x="7005342" y="181872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2" name="r2_o09180"/>
          <p:cNvSpPr/>
          <p:nvPr/>
        </p:nvSpPr>
        <p:spPr>
          <a:xfrm>
            <a:off x="7009423" y="182236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3" name="r2_o09181"/>
          <p:cNvSpPr/>
          <p:nvPr/>
        </p:nvSpPr>
        <p:spPr>
          <a:xfrm>
            <a:off x="7009423" y="182236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4" name="r2_o09182"/>
          <p:cNvSpPr/>
          <p:nvPr/>
        </p:nvSpPr>
        <p:spPr>
          <a:xfrm>
            <a:off x="7161169" y="181986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5" name="r2_o09183"/>
          <p:cNvSpPr/>
          <p:nvPr/>
        </p:nvSpPr>
        <p:spPr>
          <a:xfrm>
            <a:off x="7165251" y="182350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6" name="r2_o09184"/>
          <p:cNvSpPr/>
          <p:nvPr/>
        </p:nvSpPr>
        <p:spPr>
          <a:xfrm>
            <a:off x="7165251" y="182350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7" name="r2_o09185"/>
          <p:cNvSpPr/>
          <p:nvPr/>
        </p:nvSpPr>
        <p:spPr>
          <a:xfrm>
            <a:off x="7179535" y="183677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8" name="r2_o09186"/>
          <p:cNvSpPr/>
          <p:nvPr/>
        </p:nvSpPr>
        <p:spPr>
          <a:xfrm>
            <a:off x="7182147" y="183910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89" name="r2_o09187"/>
          <p:cNvSpPr/>
          <p:nvPr/>
        </p:nvSpPr>
        <p:spPr>
          <a:xfrm>
            <a:off x="7182147" y="183910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0" name="r2_o09188"/>
          <p:cNvSpPr/>
          <p:nvPr/>
        </p:nvSpPr>
        <p:spPr>
          <a:xfrm>
            <a:off x="6741760" y="183458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1" name="r2_o09189"/>
          <p:cNvSpPr/>
          <p:nvPr/>
        </p:nvSpPr>
        <p:spPr>
          <a:xfrm>
            <a:off x="6745841" y="183822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2" name="r2_o09190"/>
          <p:cNvSpPr/>
          <p:nvPr/>
        </p:nvSpPr>
        <p:spPr>
          <a:xfrm>
            <a:off x="6745841" y="183822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3" name="r2_o09191"/>
          <p:cNvSpPr/>
          <p:nvPr/>
        </p:nvSpPr>
        <p:spPr>
          <a:xfrm>
            <a:off x="6760126" y="185149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4" name="r2_o09192"/>
          <p:cNvSpPr/>
          <p:nvPr/>
        </p:nvSpPr>
        <p:spPr>
          <a:xfrm>
            <a:off x="6762738" y="185382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5" name="r2_o09193"/>
          <p:cNvSpPr/>
          <p:nvPr/>
        </p:nvSpPr>
        <p:spPr>
          <a:xfrm>
            <a:off x="6762738" y="185382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6" name="r2_o09194"/>
          <p:cNvSpPr/>
          <p:nvPr/>
        </p:nvSpPr>
        <p:spPr>
          <a:xfrm>
            <a:off x="6897586" y="183571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7" name="r2_o09195"/>
          <p:cNvSpPr/>
          <p:nvPr/>
        </p:nvSpPr>
        <p:spPr>
          <a:xfrm>
            <a:off x="6901668" y="183935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8" name="r2_o09196"/>
          <p:cNvSpPr/>
          <p:nvPr/>
        </p:nvSpPr>
        <p:spPr>
          <a:xfrm>
            <a:off x="6901668" y="183935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199" name="r2_o09197"/>
          <p:cNvSpPr/>
          <p:nvPr/>
        </p:nvSpPr>
        <p:spPr>
          <a:xfrm>
            <a:off x="7209242" y="183799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0" name="r2_o09198"/>
          <p:cNvSpPr/>
          <p:nvPr/>
        </p:nvSpPr>
        <p:spPr>
          <a:xfrm>
            <a:off x="7213323" y="184164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1" name="r2_o09199"/>
          <p:cNvSpPr/>
          <p:nvPr/>
        </p:nvSpPr>
        <p:spPr>
          <a:xfrm>
            <a:off x="7213323" y="184164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2" name="r2_o09200"/>
          <p:cNvSpPr/>
          <p:nvPr/>
        </p:nvSpPr>
        <p:spPr>
          <a:xfrm>
            <a:off x="7227607" y="185490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3" name="r2_o09201"/>
          <p:cNvSpPr/>
          <p:nvPr/>
        </p:nvSpPr>
        <p:spPr>
          <a:xfrm>
            <a:off x="7230220" y="185723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4" name="r2_o09202"/>
          <p:cNvSpPr/>
          <p:nvPr/>
        </p:nvSpPr>
        <p:spPr>
          <a:xfrm>
            <a:off x="7230220" y="185723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5" name="r2_o09203"/>
          <p:cNvSpPr/>
          <p:nvPr/>
        </p:nvSpPr>
        <p:spPr>
          <a:xfrm>
            <a:off x="6945659" y="185384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6" name="r2_o09204"/>
          <p:cNvSpPr/>
          <p:nvPr/>
        </p:nvSpPr>
        <p:spPr>
          <a:xfrm>
            <a:off x="6949740" y="185749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7" name="r2_o09205"/>
          <p:cNvSpPr/>
          <p:nvPr/>
        </p:nvSpPr>
        <p:spPr>
          <a:xfrm>
            <a:off x="6949740" y="185749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8" name="r2_o09206"/>
          <p:cNvSpPr/>
          <p:nvPr/>
        </p:nvSpPr>
        <p:spPr>
          <a:xfrm>
            <a:off x="7101486" y="185498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09" name="r2_o09207"/>
          <p:cNvSpPr/>
          <p:nvPr/>
        </p:nvSpPr>
        <p:spPr>
          <a:xfrm>
            <a:off x="7105568" y="185863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0" name="r2_o09208"/>
          <p:cNvSpPr/>
          <p:nvPr/>
        </p:nvSpPr>
        <p:spPr>
          <a:xfrm>
            <a:off x="7105568" y="185863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1" name="r2_o09209"/>
          <p:cNvSpPr/>
          <p:nvPr/>
        </p:nvSpPr>
        <p:spPr>
          <a:xfrm>
            <a:off x="6837905" y="187084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2" name="r2_o09210"/>
          <p:cNvSpPr/>
          <p:nvPr/>
        </p:nvSpPr>
        <p:spPr>
          <a:xfrm>
            <a:off x="6841986" y="187449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3" name="r2_o09211"/>
          <p:cNvSpPr/>
          <p:nvPr/>
        </p:nvSpPr>
        <p:spPr>
          <a:xfrm>
            <a:off x="6841986" y="187449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4" name="r2_o09212"/>
          <p:cNvSpPr/>
          <p:nvPr/>
        </p:nvSpPr>
        <p:spPr>
          <a:xfrm>
            <a:off x="7149559" y="187311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5" name="r2_o09213"/>
          <p:cNvSpPr/>
          <p:nvPr/>
        </p:nvSpPr>
        <p:spPr>
          <a:xfrm>
            <a:off x="7153640" y="187676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6" name="r2_o09214"/>
          <p:cNvSpPr/>
          <p:nvPr/>
        </p:nvSpPr>
        <p:spPr>
          <a:xfrm>
            <a:off x="7153640" y="187676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7" name="r2_o09215"/>
          <p:cNvSpPr/>
          <p:nvPr/>
        </p:nvSpPr>
        <p:spPr>
          <a:xfrm>
            <a:off x="6885977" y="18889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8" name="r2_o09216"/>
          <p:cNvSpPr/>
          <p:nvPr/>
        </p:nvSpPr>
        <p:spPr>
          <a:xfrm>
            <a:off x="6890058" y="18926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9" name="r2_o09217"/>
          <p:cNvSpPr/>
          <p:nvPr/>
        </p:nvSpPr>
        <p:spPr>
          <a:xfrm>
            <a:off x="6890058" y="18926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0" name="r2_o09218"/>
          <p:cNvSpPr/>
          <p:nvPr/>
        </p:nvSpPr>
        <p:spPr>
          <a:xfrm>
            <a:off x="7041803" y="189011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1" name="r2_o09219"/>
          <p:cNvSpPr/>
          <p:nvPr/>
        </p:nvSpPr>
        <p:spPr>
          <a:xfrm>
            <a:off x="7045884" y="189375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2" name="r2_o09220"/>
          <p:cNvSpPr/>
          <p:nvPr/>
        </p:nvSpPr>
        <p:spPr>
          <a:xfrm>
            <a:off x="7045884" y="189375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3" name="r2_o09221"/>
          <p:cNvSpPr/>
          <p:nvPr/>
        </p:nvSpPr>
        <p:spPr>
          <a:xfrm>
            <a:off x="6778222" y="190596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4" name="r2_o09222"/>
          <p:cNvSpPr/>
          <p:nvPr/>
        </p:nvSpPr>
        <p:spPr>
          <a:xfrm>
            <a:off x="6782303" y="190961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5" name="r2_o09223"/>
          <p:cNvSpPr/>
          <p:nvPr/>
        </p:nvSpPr>
        <p:spPr>
          <a:xfrm>
            <a:off x="6782303" y="190961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6" name="r2_o09224"/>
          <p:cNvSpPr/>
          <p:nvPr/>
        </p:nvSpPr>
        <p:spPr>
          <a:xfrm>
            <a:off x="6796587" y="192287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7" name="r2_o09225"/>
          <p:cNvSpPr/>
          <p:nvPr/>
        </p:nvSpPr>
        <p:spPr>
          <a:xfrm>
            <a:off x="6799199" y="192521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8" name="r2_o09226"/>
          <p:cNvSpPr/>
          <p:nvPr/>
        </p:nvSpPr>
        <p:spPr>
          <a:xfrm>
            <a:off x="6799199" y="192521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29" name="r2_o09227"/>
          <p:cNvSpPr/>
          <p:nvPr/>
        </p:nvSpPr>
        <p:spPr>
          <a:xfrm>
            <a:off x="7089875" y="190824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0" name="r2_o09228"/>
          <p:cNvSpPr/>
          <p:nvPr/>
        </p:nvSpPr>
        <p:spPr>
          <a:xfrm>
            <a:off x="7093957" y="191188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1" name="r2_o09229"/>
          <p:cNvSpPr/>
          <p:nvPr/>
        </p:nvSpPr>
        <p:spPr>
          <a:xfrm>
            <a:off x="7093957" y="191188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2" name="r2_o09230"/>
          <p:cNvSpPr/>
          <p:nvPr/>
        </p:nvSpPr>
        <p:spPr>
          <a:xfrm>
            <a:off x="7245703" y="190938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3" name="r2_o09231"/>
          <p:cNvSpPr/>
          <p:nvPr/>
        </p:nvSpPr>
        <p:spPr>
          <a:xfrm>
            <a:off x="7249784" y="191302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4" name="r2_o09232"/>
          <p:cNvSpPr/>
          <p:nvPr/>
        </p:nvSpPr>
        <p:spPr>
          <a:xfrm>
            <a:off x="7249784" y="191302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5" name="r2_o09233"/>
          <p:cNvSpPr/>
          <p:nvPr/>
        </p:nvSpPr>
        <p:spPr>
          <a:xfrm>
            <a:off x="6826294" y="192410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6" name="r2_o09234"/>
          <p:cNvSpPr/>
          <p:nvPr/>
        </p:nvSpPr>
        <p:spPr>
          <a:xfrm>
            <a:off x="6830375" y="192774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7" name="r2_o09235"/>
          <p:cNvSpPr/>
          <p:nvPr/>
        </p:nvSpPr>
        <p:spPr>
          <a:xfrm>
            <a:off x="6830375" y="192774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8" name="r2_o09236"/>
          <p:cNvSpPr/>
          <p:nvPr/>
        </p:nvSpPr>
        <p:spPr>
          <a:xfrm>
            <a:off x="6982122" y="192524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39" name="r2_o09237"/>
          <p:cNvSpPr/>
          <p:nvPr/>
        </p:nvSpPr>
        <p:spPr>
          <a:xfrm>
            <a:off x="6986203" y="192888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0" name="r2_o09238"/>
          <p:cNvSpPr/>
          <p:nvPr/>
        </p:nvSpPr>
        <p:spPr>
          <a:xfrm>
            <a:off x="6986203" y="192888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1" name="r2_o09239"/>
          <p:cNvSpPr/>
          <p:nvPr/>
        </p:nvSpPr>
        <p:spPr>
          <a:xfrm>
            <a:off x="7293775" y="192751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2" name="r2_o09240"/>
          <p:cNvSpPr/>
          <p:nvPr/>
        </p:nvSpPr>
        <p:spPr>
          <a:xfrm>
            <a:off x="7297857" y="193115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3" name="r2_o09241"/>
          <p:cNvSpPr/>
          <p:nvPr/>
        </p:nvSpPr>
        <p:spPr>
          <a:xfrm>
            <a:off x="7297857" y="193115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4" name="r2_o09242"/>
          <p:cNvSpPr/>
          <p:nvPr/>
        </p:nvSpPr>
        <p:spPr>
          <a:xfrm>
            <a:off x="7312141" y="194442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5" name="r2_o09243"/>
          <p:cNvSpPr/>
          <p:nvPr/>
        </p:nvSpPr>
        <p:spPr>
          <a:xfrm>
            <a:off x="7314753" y="194675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6" name="r2_o09244"/>
          <p:cNvSpPr/>
          <p:nvPr/>
        </p:nvSpPr>
        <p:spPr>
          <a:xfrm>
            <a:off x="7314753" y="194675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7" name="r2_o09245"/>
          <p:cNvSpPr/>
          <p:nvPr/>
        </p:nvSpPr>
        <p:spPr>
          <a:xfrm>
            <a:off x="7030194" y="194337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8" name="r2_o09246"/>
          <p:cNvSpPr/>
          <p:nvPr/>
        </p:nvSpPr>
        <p:spPr>
          <a:xfrm>
            <a:off x="7034275" y="194701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49" name="r2_o09247"/>
          <p:cNvSpPr/>
          <p:nvPr/>
        </p:nvSpPr>
        <p:spPr>
          <a:xfrm>
            <a:off x="7034275" y="194701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0" name="r2_o09248"/>
          <p:cNvSpPr/>
          <p:nvPr/>
        </p:nvSpPr>
        <p:spPr>
          <a:xfrm>
            <a:off x="7186020" y="194450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1" name="r2_o09249"/>
          <p:cNvSpPr/>
          <p:nvPr/>
        </p:nvSpPr>
        <p:spPr>
          <a:xfrm>
            <a:off x="7190101" y="194815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2" name="r2_o09250"/>
          <p:cNvSpPr/>
          <p:nvPr/>
        </p:nvSpPr>
        <p:spPr>
          <a:xfrm>
            <a:off x="7190101" y="194815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3" name="r2_o09251"/>
          <p:cNvSpPr/>
          <p:nvPr/>
        </p:nvSpPr>
        <p:spPr>
          <a:xfrm>
            <a:off x="6922438" y="196036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4" name="r2_o09252"/>
          <p:cNvSpPr/>
          <p:nvPr/>
        </p:nvSpPr>
        <p:spPr>
          <a:xfrm>
            <a:off x="6926520" y="196400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5" name="r2_o09253"/>
          <p:cNvSpPr/>
          <p:nvPr/>
        </p:nvSpPr>
        <p:spPr>
          <a:xfrm>
            <a:off x="6926520" y="196400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6" name="r2_o09254"/>
          <p:cNvSpPr/>
          <p:nvPr/>
        </p:nvSpPr>
        <p:spPr>
          <a:xfrm>
            <a:off x="7234092" y="196263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7" name="r2_o09255"/>
          <p:cNvSpPr/>
          <p:nvPr/>
        </p:nvSpPr>
        <p:spPr>
          <a:xfrm>
            <a:off x="7238174" y="196628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8" name="r2_o09256"/>
          <p:cNvSpPr/>
          <p:nvPr/>
        </p:nvSpPr>
        <p:spPr>
          <a:xfrm>
            <a:off x="7238174" y="196628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59" name="r2_o09257"/>
          <p:cNvSpPr/>
          <p:nvPr/>
        </p:nvSpPr>
        <p:spPr>
          <a:xfrm>
            <a:off x="6970511" y="197849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0" name="r2_o09258"/>
          <p:cNvSpPr/>
          <p:nvPr/>
        </p:nvSpPr>
        <p:spPr>
          <a:xfrm>
            <a:off x="6974592" y="198214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1" name="r2_o09259"/>
          <p:cNvSpPr/>
          <p:nvPr/>
        </p:nvSpPr>
        <p:spPr>
          <a:xfrm>
            <a:off x="6974592" y="198214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2" name="r2_o09260"/>
          <p:cNvSpPr/>
          <p:nvPr/>
        </p:nvSpPr>
        <p:spPr>
          <a:xfrm>
            <a:off x="7126338" y="197963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3" name="r2_o09261"/>
          <p:cNvSpPr/>
          <p:nvPr/>
        </p:nvSpPr>
        <p:spPr>
          <a:xfrm>
            <a:off x="7130420" y="198328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4" name="r2_o09262"/>
          <p:cNvSpPr/>
          <p:nvPr/>
        </p:nvSpPr>
        <p:spPr>
          <a:xfrm>
            <a:off x="7130420" y="198328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5" name="r2_o09263"/>
          <p:cNvSpPr/>
          <p:nvPr/>
        </p:nvSpPr>
        <p:spPr>
          <a:xfrm>
            <a:off x="6862755" y="199548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6" name="r2_o09264"/>
          <p:cNvSpPr/>
          <p:nvPr/>
        </p:nvSpPr>
        <p:spPr>
          <a:xfrm>
            <a:off x="6866837" y="199913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7" name="r2_o09265"/>
          <p:cNvSpPr/>
          <p:nvPr/>
        </p:nvSpPr>
        <p:spPr>
          <a:xfrm>
            <a:off x="6866837" y="199913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8" name="r2_o09266"/>
          <p:cNvSpPr/>
          <p:nvPr/>
        </p:nvSpPr>
        <p:spPr>
          <a:xfrm>
            <a:off x="6881121" y="201239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69" name="r2_o09267"/>
          <p:cNvSpPr/>
          <p:nvPr/>
        </p:nvSpPr>
        <p:spPr>
          <a:xfrm>
            <a:off x="6883733" y="201472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0" name="r2_o09268"/>
          <p:cNvSpPr/>
          <p:nvPr/>
        </p:nvSpPr>
        <p:spPr>
          <a:xfrm>
            <a:off x="6883733" y="201472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1" name="r2_o09269"/>
          <p:cNvSpPr/>
          <p:nvPr/>
        </p:nvSpPr>
        <p:spPr>
          <a:xfrm>
            <a:off x="7174411" y="199776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2" name="r2_o09270"/>
          <p:cNvSpPr/>
          <p:nvPr/>
        </p:nvSpPr>
        <p:spPr>
          <a:xfrm>
            <a:off x="7178492" y="200141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3" name="r2_o09271"/>
          <p:cNvSpPr/>
          <p:nvPr/>
        </p:nvSpPr>
        <p:spPr>
          <a:xfrm>
            <a:off x="7178492" y="200141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4" name="r2_o09272"/>
          <p:cNvSpPr/>
          <p:nvPr/>
        </p:nvSpPr>
        <p:spPr>
          <a:xfrm>
            <a:off x="7330237" y="199890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5" name="r2_o09273"/>
          <p:cNvSpPr/>
          <p:nvPr/>
        </p:nvSpPr>
        <p:spPr>
          <a:xfrm>
            <a:off x="7334318" y="200254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6" name="r2_o09274"/>
          <p:cNvSpPr/>
          <p:nvPr/>
        </p:nvSpPr>
        <p:spPr>
          <a:xfrm>
            <a:off x="7334318" y="200254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7" name="r2_o09275"/>
          <p:cNvSpPr/>
          <p:nvPr/>
        </p:nvSpPr>
        <p:spPr>
          <a:xfrm>
            <a:off x="7348603" y="201580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8" name="r2_o09276"/>
          <p:cNvSpPr/>
          <p:nvPr/>
        </p:nvSpPr>
        <p:spPr>
          <a:xfrm>
            <a:off x="7351215" y="201814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79" name="r2_o09277"/>
          <p:cNvSpPr/>
          <p:nvPr/>
        </p:nvSpPr>
        <p:spPr>
          <a:xfrm>
            <a:off x="7351215" y="201814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0" name="r2_o09278"/>
          <p:cNvSpPr/>
          <p:nvPr/>
        </p:nvSpPr>
        <p:spPr>
          <a:xfrm>
            <a:off x="6910828" y="201362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1" name="r2_o09279"/>
          <p:cNvSpPr/>
          <p:nvPr/>
        </p:nvSpPr>
        <p:spPr>
          <a:xfrm>
            <a:off x="6914909" y="201726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2" name="r2_o09280"/>
          <p:cNvSpPr/>
          <p:nvPr/>
        </p:nvSpPr>
        <p:spPr>
          <a:xfrm>
            <a:off x="6914909" y="201726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3" name="r2_o09281"/>
          <p:cNvSpPr/>
          <p:nvPr/>
        </p:nvSpPr>
        <p:spPr>
          <a:xfrm>
            <a:off x="6929193" y="203052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4" name="r2_o09282"/>
          <p:cNvSpPr/>
          <p:nvPr/>
        </p:nvSpPr>
        <p:spPr>
          <a:xfrm>
            <a:off x="6931805" y="203286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5" name="r2_o09283"/>
          <p:cNvSpPr/>
          <p:nvPr/>
        </p:nvSpPr>
        <p:spPr>
          <a:xfrm>
            <a:off x="6931805" y="203286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6" name="r2_o09284"/>
          <p:cNvSpPr/>
          <p:nvPr/>
        </p:nvSpPr>
        <p:spPr>
          <a:xfrm>
            <a:off x="7066655" y="201476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7" name="r2_o09285"/>
          <p:cNvSpPr/>
          <p:nvPr/>
        </p:nvSpPr>
        <p:spPr>
          <a:xfrm>
            <a:off x="7070736" y="201840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8" name="r2_o09286"/>
          <p:cNvSpPr/>
          <p:nvPr/>
        </p:nvSpPr>
        <p:spPr>
          <a:xfrm>
            <a:off x="7070736" y="201840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89" name="r2_o09287"/>
          <p:cNvSpPr/>
          <p:nvPr/>
        </p:nvSpPr>
        <p:spPr>
          <a:xfrm>
            <a:off x="7114727" y="203289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0" name="r2_o09288"/>
          <p:cNvSpPr/>
          <p:nvPr/>
        </p:nvSpPr>
        <p:spPr>
          <a:xfrm>
            <a:off x="7118809" y="203653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1" name="r2_o09289"/>
          <p:cNvSpPr/>
          <p:nvPr/>
        </p:nvSpPr>
        <p:spPr>
          <a:xfrm>
            <a:off x="7118809" y="203653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2" name="r2_o09290"/>
          <p:cNvSpPr/>
          <p:nvPr/>
        </p:nvSpPr>
        <p:spPr>
          <a:xfrm>
            <a:off x="7270555" y="203403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3" name="r2_o09291"/>
          <p:cNvSpPr/>
          <p:nvPr/>
        </p:nvSpPr>
        <p:spPr>
          <a:xfrm>
            <a:off x="7274636" y="203767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4" name="r2_o09292"/>
          <p:cNvSpPr/>
          <p:nvPr/>
        </p:nvSpPr>
        <p:spPr>
          <a:xfrm>
            <a:off x="7274636" y="203767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5" name="r2_o09293"/>
          <p:cNvSpPr/>
          <p:nvPr/>
        </p:nvSpPr>
        <p:spPr>
          <a:xfrm>
            <a:off x="7006972" y="204988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6" name="r2_o09294"/>
          <p:cNvSpPr/>
          <p:nvPr/>
        </p:nvSpPr>
        <p:spPr>
          <a:xfrm>
            <a:off x="7011053" y="205352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7" name="r2_o09295"/>
          <p:cNvSpPr/>
          <p:nvPr/>
        </p:nvSpPr>
        <p:spPr>
          <a:xfrm>
            <a:off x="7011053" y="205352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8" name="r2_o09296"/>
          <p:cNvSpPr/>
          <p:nvPr/>
        </p:nvSpPr>
        <p:spPr>
          <a:xfrm>
            <a:off x="7025338" y="206679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299" name="r2_o09297"/>
          <p:cNvSpPr/>
          <p:nvPr/>
        </p:nvSpPr>
        <p:spPr>
          <a:xfrm>
            <a:off x="7027950" y="206912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0" name="r2_o09298"/>
          <p:cNvSpPr/>
          <p:nvPr/>
        </p:nvSpPr>
        <p:spPr>
          <a:xfrm>
            <a:off x="7027950" y="206912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1" name="r2_o09299"/>
          <p:cNvSpPr/>
          <p:nvPr/>
        </p:nvSpPr>
        <p:spPr>
          <a:xfrm>
            <a:off x="7318627" y="205216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2" name="r2_o09300"/>
          <p:cNvSpPr/>
          <p:nvPr/>
        </p:nvSpPr>
        <p:spPr>
          <a:xfrm>
            <a:off x="7322709" y="205580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3" name="r2_o09301"/>
          <p:cNvSpPr/>
          <p:nvPr/>
        </p:nvSpPr>
        <p:spPr>
          <a:xfrm>
            <a:off x="7322709" y="205580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4" name="r2_o09302"/>
          <p:cNvSpPr/>
          <p:nvPr/>
        </p:nvSpPr>
        <p:spPr>
          <a:xfrm>
            <a:off x="7055044" y="206801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5" name="r2_o09303"/>
          <p:cNvSpPr/>
          <p:nvPr/>
        </p:nvSpPr>
        <p:spPr>
          <a:xfrm>
            <a:off x="7059126" y="207165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6" name="r2_o09304"/>
          <p:cNvSpPr/>
          <p:nvPr/>
        </p:nvSpPr>
        <p:spPr>
          <a:xfrm>
            <a:off x="7059126" y="207165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7" name="r2_o09305"/>
          <p:cNvSpPr/>
          <p:nvPr/>
        </p:nvSpPr>
        <p:spPr>
          <a:xfrm>
            <a:off x="7073410" y="208492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8" name="r2_o09306"/>
          <p:cNvSpPr/>
          <p:nvPr/>
        </p:nvSpPr>
        <p:spPr>
          <a:xfrm>
            <a:off x="7076022" y="208725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09" name="r2_o09307"/>
          <p:cNvSpPr/>
          <p:nvPr/>
        </p:nvSpPr>
        <p:spPr>
          <a:xfrm>
            <a:off x="7076022" y="208725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0" name="r2_o09308"/>
          <p:cNvSpPr/>
          <p:nvPr/>
        </p:nvSpPr>
        <p:spPr>
          <a:xfrm>
            <a:off x="7210872" y="206915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1" name="r2_o09309"/>
          <p:cNvSpPr/>
          <p:nvPr/>
        </p:nvSpPr>
        <p:spPr>
          <a:xfrm>
            <a:off x="7214953" y="207279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2" name="r2_o09310"/>
          <p:cNvSpPr/>
          <p:nvPr/>
        </p:nvSpPr>
        <p:spPr>
          <a:xfrm>
            <a:off x="7214953" y="207279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3" name="r2_o09311"/>
          <p:cNvSpPr/>
          <p:nvPr/>
        </p:nvSpPr>
        <p:spPr>
          <a:xfrm>
            <a:off x="7258944" y="208728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4" name="r2_o09312"/>
          <p:cNvSpPr/>
          <p:nvPr/>
        </p:nvSpPr>
        <p:spPr>
          <a:xfrm>
            <a:off x="7263026" y="209093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5" name="r2_o09313"/>
          <p:cNvSpPr/>
          <p:nvPr/>
        </p:nvSpPr>
        <p:spPr>
          <a:xfrm>
            <a:off x="7263026" y="209093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6" name="r2_o09314"/>
          <p:cNvSpPr/>
          <p:nvPr/>
        </p:nvSpPr>
        <p:spPr>
          <a:xfrm>
            <a:off x="7151189" y="21042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7" name="r2_o09315"/>
          <p:cNvSpPr/>
          <p:nvPr/>
        </p:nvSpPr>
        <p:spPr>
          <a:xfrm>
            <a:off x="7155270" y="21079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8" name="r2_o09316"/>
          <p:cNvSpPr/>
          <p:nvPr/>
        </p:nvSpPr>
        <p:spPr>
          <a:xfrm>
            <a:off x="7155270" y="21079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9" name="r2_o09317"/>
          <p:cNvSpPr/>
          <p:nvPr/>
        </p:nvSpPr>
        <p:spPr>
          <a:xfrm>
            <a:off x="7169555" y="212118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0" name="r2_o09318"/>
          <p:cNvSpPr/>
          <p:nvPr/>
        </p:nvSpPr>
        <p:spPr>
          <a:xfrm>
            <a:off x="7172167" y="212351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1" name="r2_o09319"/>
          <p:cNvSpPr/>
          <p:nvPr/>
        </p:nvSpPr>
        <p:spPr>
          <a:xfrm>
            <a:off x="7172167" y="212351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2" name="r2_o09320"/>
          <p:cNvSpPr/>
          <p:nvPr/>
        </p:nvSpPr>
        <p:spPr>
          <a:xfrm>
            <a:off x="7199261" y="212241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3" name="r2_o09321"/>
          <p:cNvSpPr/>
          <p:nvPr/>
        </p:nvSpPr>
        <p:spPr>
          <a:xfrm>
            <a:off x="7203342" y="212605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4" name="r2_o09322"/>
          <p:cNvSpPr/>
          <p:nvPr/>
        </p:nvSpPr>
        <p:spPr>
          <a:xfrm>
            <a:off x="7203342" y="212605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5" name="r2_o09323"/>
          <p:cNvSpPr/>
          <p:nvPr/>
        </p:nvSpPr>
        <p:spPr>
          <a:xfrm>
            <a:off x="7217627" y="213931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6" name="r2_o09324"/>
          <p:cNvSpPr/>
          <p:nvPr/>
        </p:nvSpPr>
        <p:spPr>
          <a:xfrm>
            <a:off x="7220239" y="214165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7" name="r2_o09325"/>
          <p:cNvSpPr/>
          <p:nvPr/>
        </p:nvSpPr>
        <p:spPr>
          <a:xfrm>
            <a:off x="7220239" y="214165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8" name="r2_o09326"/>
          <p:cNvSpPr/>
          <p:nvPr/>
        </p:nvSpPr>
        <p:spPr>
          <a:xfrm>
            <a:off x="7355089" y="212355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29" name="r2_o09327"/>
          <p:cNvSpPr/>
          <p:nvPr/>
        </p:nvSpPr>
        <p:spPr>
          <a:xfrm>
            <a:off x="7359170" y="212719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0" name="r2_o09328"/>
          <p:cNvSpPr/>
          <p:nvPr/>
        </p:nvSpPr>
        <p:spPr>
          <a:xfrm>
            <a:off x="7359170" y="212719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1" name="r2_o09329"/>
          <p:cNvSpPr/>
          <p:nvPr/>
        </p:nvSpPr>
        <p:spPr>
          <a:xfrm>
            <a:off x="7373455" y="214045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2" name="r2_o09330"/>
          <p:cNvSpPr/>
          <p:nvPr/>
        </p:nvSpPr>
        <p:spPr>
          <a:xfrm>
            <a:off x="7376067" y="214279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3" name="r2_o09331"/>
          <p:cNvSpPr/>
          <p:nvPr/>
        </p:nvSpPr>
        <p:spPr>
          <a:xfrm>
            <a:off x="7376067" y="214279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4" name="r2_o09332"/>
          <p:cNvSpPr/>
          <p:nvPr/>
        </p:nvSpPr>
        <p:spPr>
          <a:xfrm>
            <a:off x="7295406" y="215867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5" name="r2_o09333"/>
          <p:cNvSpPr/>
          <p:nvPr/>
        </p:nvSpPr>
        <p:spPr>
          <a:xfrm>
            <a:off x="7299487" y="216231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6" name="r2_o09334"/>
          <p:cNvSpPr/>
          <p:nvPr/>
        </p:nvSpPr>
        <p:spPr>
          <a:xfrm>
            <a:off x="7299487" y="216231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7" name="r2_o09335"/>
          <p:cNvSpPr/>
          <p:nvPr/>
        </p:nvSpPr>
        <p:spPr>
          <a:xfrm>
            <a:off x="7313771" y="217558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8" name="r2_o09336"/>
          <p:cNvSpPr/>
          <p:nvPr/>
        </p:nvSpPr>
        <p:spPr>
          <a:xfrm>
            <a:off x="7316384" y="217791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39" name="r2_o09337"/>
          <p:cNvSpPr/>
          <p:nvPr/>
        </p:nvSpPr>
        <p:spPr>
          <a:xfrm>
            <a:off x="7316384" y="217791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0" name="r2_o09338"/>
          <p:cNvSpPr/>
          <p:nvPr/>
        </p:nvSpPr>
        <p:spPr>
          <a:xfrm>
            <a:off x="7343478" y="217680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1" name="r2_o09339"/>
          <p:cNvSpPr/>
          <p:nvPr/>
        </p:nvSpPr>
        <p:spPr>
          <a:xfrm>
            <a:off x="7347559" y="218044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2" name="r2_o09340"/>
          <p:cNvSpPr/>
          <p:nvPr/>
        </p:nvSpPr>
        <p:spPr>
          <a:xfrm>
            <a:off x="7347559" y="218044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3" name="r2_o09341"/>
          <p:cNvSpPr/>
          <p:nvPr/>
        </p:nvSpPr>
        <p:spPr>
          <a:xfrm>
            <a:off x="7361844" y="219371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4" name="r2_o09342"/>
          <p:cNvSpPr/>
          <p:nvPr/>
        </p:nvSpPr>
        <p:spPr>
          <a:xfrm>
            <a:off x="7364456" y="219604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5" name="r2_o09343"/>
          <p:cNvSpPr/>
          <p:nvPr/>
        </p:nvSpPr>
        <p:spPr>
          <a:xfrm>
            <a:off x="7364456" y="219604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46" name="r2_o09344"/>
          <p:cNvSpPr/>
          <p:nvPr/>
        </p:nvSpPr>
        <p:spPr>
          <a:xfrm>
            <a:off x="7802077" y="1937790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47" name="r2_o09345"/>
          <p:cNvSpPr/>
          <p:nvPr/>
        </p:nvSpPr>
        <p:spPr>
          <a:xfrm flipH="1">
            <a:off x="7718762" y="1730654"/>
            <a:ext cx="35930" cy="5763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48" name="r2_o09346"/>
          <p:cNvSpPr/>
          <p:nvPr/>
        </p:nvSpPr>
        <p:spPr>
          <a:xfrm flipV="1">
            <a:off x="7781141" y="1615393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49" name="r2_o09347"/>
          <p:cNvSpPr/>
          <p:nvPr/>
        </p:nvSpPr>
        <p:spPr>
          <a:xfrm flipV="1">
            <a:off x="7783123" y="1838732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0" name="r2_o09348"/>
          <p:cNvSpPr/>
          <p:nvPr/>
        </p:nvSpPr>
        <p:spPr>
          <a:xfrm>
            <a:off x="7854974" y="1739674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1" name="r2_o09349"/>
          <p:cNvSpPr/>
          <p:nvPr/>
        </p:nvSpPr>
        <p:spPr>
          <a:xfrm flipH="1">
            <a:off x="7885388" y="2029664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2" name="r2_o09350"/>
          <p:cNvSpPr/>
          <p:nvPr/>
        </p:nvSpPr>
        <p:spPr>
          <a:xfrm flipV="1">
            <a:off x="7758653" y="2161133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3" name="r2_o09351"/>
          <p:cNvSpPr/>
          <p:nvPr/>
        </p:nvSpPr>
        <p:spPr>
          <a:xfrm flipV="1">
            <a:off x="7813532" y="2186352"/>
            <a:ext cx="45407" cy="1620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4" name="r2_o09352"/>
          <p:cNvSpPr/>
          <p:nvPr/>
        </p:nvSpPr>
        <p:spPr>
          <a:xfrm flipV="1">
            <a:off x="7701790" y="1912571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5" name="r2_o09353"/>
          <p:cNvSpPr/>
          <p:nvPr/>
        </p:nvSpPr>
        <p:spPr>
          <a:xfrm flipV="1">
            <a:off x="7675342" y="2011628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6" name="r2_o09354"/>
          <p:cNvSpPr/>
          <p:nvPr/>
        </p:nvSpPr>
        <p:spPr>
          <a:xfrm flipH="1">
            <a:off x="7830509" y="2004441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7" name="r2_o09355"/>
          <p:cNvSpPr/>
          <p:nvPr/>
        </p:nvSpPr>
        <p:spPr>
          <a:xfrm flipH="1">
            <a:off x="7802077" y="1880159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8" name="r2_o09356"/>
          <p:cNvSpPr/>
          <p:nvPr/>
        </p:nvSpPr>
        <p:spPr>
          <a:xfrm flipH="1">
            <a:off x="7804055" y="2103498"/>
            <a:ext cx="35930" cy="5763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59" name="r2_o09357"/>
          <p:cNvSpPr/>
          <p:nvPr/>
        </p:nvSpPr>
        <p:spPr>
          <a:xfrm>
            <a:off x="7749176" y="2135910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0" name="r2_o09358"/>
          <p:cNvSpPr/>
          <p:nvPr/>
        </p:nvSpPr>
        <p:spPr>
          <a:xfrm flipH="1">
            <a:off x="7663882" y="1705435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1" name="r2_o09359"/>
          <p:cNvSpPr/>
          <p:nvPr/>
        </p:nvSpPr>
        <p:spPr>
          <a:xfrm flipH="1">
            <a:off x="7665865" y="1928774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2" name="r2_o09360"/>
          <p:cNvSpPr/>
          <p:nvPr/>
        </p:nvSpPr>
        <p:spPr>
          <a:xfrm flipH="1">
            <a:off x="7749176" y="2078279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3" name="r2_o09361"/>
          <p:cNvSpPr/>
          <p:nvPr/>
        </p:nvSpPr>
        <p:spPr>
          <a:xfrm flipH="1">
            <a:off x="7775624" y="1979217"/>
            <a:ext cx="35930" cy="5763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4" name="r2_o09362"/>
          <p:cNvSpPr/>
          <p:nvPr/>
        </p:nvSpPr>
        <p:spPr>
          <a:xfrm flipH="1">
            <a:off x="7722727" y="2177337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5" name="r2_o09363"/>
          <p:cNvSpPr/>
          <p:nvPr/>
        </p:nvSpPr>
        <p:spPr>
          <a:xfrm>
            <a:off x="7804055" y="2161133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6" name="r2_o09364"/>
          <p:cNvSpPr/>
          <p:nvPr/>
        </p:nvSpPr>
        <p:spPr>
          <a:xfrm>
            <a:off x="7800095" y="1714451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7" name="r2_o09365"/>
          <p:cNvSpPr/>
          <p:nvPr/>
        </p:nvSpPr>
        <p:spPr>
          <a:xfrm>
            <a:off x="7775624" y="2036852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8" name="r2_o09366"/>
          <p:cNvSpPr/>
          <p:nvPr/>
        </p:nvSpPr>
        <p:spPr>
          <a:xfrm>
            <a:off x="7773646" y="1813509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69" name="r2_o09367"/>
          <p:cNvSpPr/>
          <p:nvPr/>
        </p:nvSpPr>
        <p:spPr>
          <a:xfrm flipV="1">
            <a:off x="7756670" y="1937790"/>
            <a:ext cx="45407" cy="1620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0" name="r2_o09368"/>
          <p:cNvSpPr/>
          <p:nvPr/>
        </p:nvSpPr>
        <p:spPr>
          <a:xfrm>
            <a:off x="7637433" y="1862123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1" name="r2_o09369"/>
          <p:cNvSpPr/>
          <p:nvPr/>
        </p:nvSpPr>
        <p:spPr>
          <a:xfrm>
            <a:off x="7856957" y="1963013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2" name="r2_o09370"/>
          <p:cNvSpPr/>
          <p:nvPr/>
        </p:nvSpPr>
        <p:spPr>
          <a:xfrm flipH="1">
            <a:off x="7828526" y="1781102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3" name="r2_o09371"/>
          <p:cNvSpPr/>
          <p:nvPr/>
        </p:nvSpPr>
        <p:spPr>
          <a:xfrm>
            <a:off x="7826543" y="1615393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4" name="r2_o09372"/>
          <p:cNvSpPr/>
          <p:nvPr/>
        </p:nvSpPr>
        <p:spPr>
          <a:xfrm flipH="1">
            <a:off x="7777607" y="2202560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5" name="r2_o09373"/>
          <p:cNvSpPr/>
          <p:nvPr/>
        </p:nvSpPr>
        <p:spPr>
          <a:xfrm flipV="1">
            <a:off x="7866434" y="1988237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6" name="r2_o09374"/>
          <p:cNvSpPr/>
          <p:nvPr/>
        </p:nvSpPr>
        <p:spPr>
          <a:xfrm flipV="1">
            <a:off x="7838003" y="1863956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7" name="r2_o09375"/>
          <p:cNvSpPr/>
          <p:nvPr/>
        </p:nvSpPr>
        <p:spPr>
          <a:xfrm flipH="1">
            <a:off x="7773646" y="1755878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8" name="r2_o09376"/>
          <p:cNvSpPr/>
          <p:nvPr/>
        </p:nvSpPr>
        <p:spPr>
          <a:xfrm flipH="1">
            <a:off x="7747193" y="1854936"/>
            <a:ext cx="35930" cy="5763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79" name="r2_o09377"/>
          <p:cNvSpPr/>
          <p:nvPr/>
        </p:nvSpPr>
        <p:spPr>
          <a:xfrm flipH="1">
            <a:off x="7692313" y="1829716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0" name="r2_o09378"/>
          <p:cNvSpPr/>
          <p:nvPr/>
        </p:nvSpPr>
        <p:spPr>
          <a:xfrm flipV="1">
            <a:off x="7754692" y="1714451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1" name="r2_o09379"/>
          <p:cNvSpPr/>
          <p:nvPr/>
        </p:nvSpPr>
        <p:spPr>
          <a:xfrm>
            <a:off x="7828526" y="1838732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2" name="r2_o09380"/>
          <p:cNvSpPr/>
          <p:nvPr/>
        </p:nvSpPr>
        <p:spPr>
          <a:xfrm>
            <a:off x="7911837" y="1988237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3" name="r2_o09381"/>
          <p:cNvSpPr/>
          <p:nvPr/>
        </p:nvSpPr>
        <p:spPr>
          <a:xfrm flipV="1">
            <a:off x="7673359" y="1788289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4" name="r2_o09382"/>
          <p:cNvSpPr/>
          <p:nvPr/>
        </p:nvSpPr>
        <p:spPr>
          <a:xfrm>
            <a:off x="7745215" y="1689227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5" name="r2_o09383"/>
          <p:cNvSpPr/>
          <p:nvPr/>
        </p:nvSpPr>
        <p:spPr>
          <a:xfrm flipV="1">
            <a:off x="7646910" y="1887347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6" name="r2_o09384"/>
          <p:cNvSpPr/>
          <p:nvPr/>
        </p:nvSpPr>
        <p:spPr>
          <a:xfrm flipH="1">
            <a:off x="7745215" y="1631597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7" name="r2_o09385"/>
          <p:cNvSpPr/>
          <p:nvPr/>
        </p:nvSpPr>
        <p:spPr>
          <a:xfrm flipV="1">
            <a:off x="7699808" y="1689227"/>
            <a:ext cx="45407" cy="1620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8" name="r2_o09386"/>
          <p:cNvSpPr/>
          <p:nvPr/>
        </p:nvSpPr>
        <p:spPr>
          <a:xfrm>
            <a:off x="7663882" y="1763066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89" name="r2_o09387"/>
          <p:cNvSpPr/>
          <p:nvPr/>
        </p:nvSpPr>
        <p:spPr>
          <a:xfrm>
            <a:off x="7665865" y="1986405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0" name="r2_o09388"/>
          <p:cNvSpPr/>
          <p:nvPr/>
        </p:nvSpPr>
        <p:spPr>
          <a:xfrm flipV="1">
            <a:off x="7703773" y="2135910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1" name="r2_o09389"/>
          <p:cNvSpPr/>
          <p:nvPr/>
        </p:nvSpPr>
        <p:spPr>
          <a:xfrm flipV="1">
            <a:off x="7728239" y="1813509"/>
            <a:ext cx="45407" cy="1620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2" name="r2_o09390"/>
          <p:cNvSpPr/>
          <p:nvPr/>
        </p:nvSpPr>
        <p:spPr>
          <a:xfrm>
            <a:off x="7883406" y="1863956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3" name="r2_o09391"/>
          <p:cNvSpPr/>
          <p:nvPr/>
        </p:nvSpPr>
        <p:spPr>
          <a:xfrm flipV="1">
            <a:off x="7785101" y="2062071"/>
            <a:ext cx="45407" cy="1620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4" name="r2_o09392"/>
          <p:cNvSpPr/>
          <p:nvPr/>
        </p:nvSpPr>
        <p:spPr>
          <a:xfrm flipV="1">
            <a:off x="7730221" y="2036852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5" name="r2_o09393"/>
          <p:cNvSpPr/>
          <p:nvPr/>
        </p:nvSpPr>
        <p:spPr>
          <a:xfrm>
            <a:off x="7722727" y="2234967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6" name="r2_o09394"/>
          <p:cNvSpPr/>
          <p:nvPr/>
        </p:nvSpPr>
        <p:spPr>
          <a:xfrm flipV="1">
            <a:off x="7839986" y="2087295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7" name="r2_o09395"/>
          <p:cNvSpPr/>
          <p:nvPr/>
        </p:nvSpPr>
        <p:spPr>
          <a:xfrm>
            <a:off x="7718762" y="1788289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8" name="r2_o09396"/>
          <p:cNvSpPr/>
          <p:nvPr/>
        </p:nvSpPr>
        <p:spPr>
          <a:xfrm>
            <a:off x="7747193" y="1912571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399" name="r2_o09397"/>
          <p:cNvSpPr/>
          <p:nvPr/>
        </p:nvSpPr>
        <p:spPr>
          <a:xfrm flipH="1">
            <a:off x="7637433" y="1804493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0" name="r2_o09398"/>
          <p:cNvSpPr/>
          <p:nvPr/>
        </p:nvSpPr>
        <p:spPr>
          <a:xfrm flipV="1">
            <a:off x="7811554" y="1963013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1" name="r2_o09399"/>
          <p:cNvSpPr/>
          <p:nvPr/>
        </p:nvSpPr>
        <p:spPr>
          <a:xfrm>
            <a:off x="7692313" y="1887347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2" name="r2_o09400"/>
          <p:cNvSpPr/>
          <p:nvPr/>
        </p:nvSpPr>
        <p:spPr>
          <a:xfrm>
            <a:off x="7885388" y="2087295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3" name="r2_o09401"/>
          <p:cNvSpPr/>
          <p:nvPr/>
        </p:nvSpPr>
        <p:spPr>
          <a:xfrm flipH="1">
            <a:off x="7720744" y="1953998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4" name="r2_o09402"/>
          <p:cNvSpPr/>
          <p:nvPr/>
        </p:nvSpPr>
        <p:spPr>
          <a:xfrm flipV="1">
            <a:off x="7732204" y="2260191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5" name="r2_o09403"/>
          <p:cNvSpPr/>
          <p:nvPr/>
        </p:nvSpPr>
        <p:spPr>
          <a:xfrm flipV="1">
            <a:off x="7809572" y="1739674"/>
            <a:ext cx="45403" cy="1620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6" name="r2_o09404"/>
          <p:cNvSpPr/>
          <p:nvPr/>
        </p:nvSpPr>
        <p:spPr>
          <a:xfrm>
            <a:off x="7830509" y="2062071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7" name="r2_o09405"/>
          <p:cNvSpPr/>
          <p:nvPr/>
        </p:nvSpPr>
        <p:spPr>
          <a:xfrm>
            <a:off x="7694296" y="2110686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8" name="r2_o09406"/>
          <p:cNvSpPr/>
          <p:nvPr/>
        </p:nvSpPr>
        <p:spPr>
          <a:xfrm flipH="1">
            <a:off x="7800095" y="1656820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09" name="r2_o09407"/>
          <p:cNvSpPr/>
          <p:nvPr/>
        </p:nvSpPr>
        <p:spPr>
          <a:xfrm flipH="1">
            <a:off x="7858940" y="2128722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10" name="r2_o09408"/>
          <p:cNvSpPr/>
          <p:nvPr/>
        </p:nvSpPr>
        <p:spPr>
          <a:xfrm flipH="1">
            <a:off x="7694296" y="2053055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11" name="r2_o09409"/>
          <p:cNvSpPr/>
          <p:nvPr/>
        </p:nvSpPr>
        <p:spPr>
          <a:xfrm>
            <a:off x="7720744" y="2011628"/>
            <a:ext cx="9477" cy="4142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12" name="r2_o09410"/>
          <p:cNvSpPr/>
          <p:nvPr/>
        </p:nvSpPr>
        <p:spPr>
          <a:xfrm flipH="1">
            <a:off x="7856957" y="1905383"/>
            <a:ext cx="35926" cy="576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413" name="r2_o09411"/>
          <p:cNvSpPr/>
          <p:nvPr/>
        </p:nvSpPr>
        <p:spPr>
          <a:xfrm>
            <a:off x="7811967" y="160081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4" name="r2_o09412"/>
          <p:cNvSpPr/>
          <p:nvPr/>
        </p:nvSpPr>
        <p:spPr>
          <a:xfrm>
            <a:off x="7816049" y="160446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5" name="r2_o09413"/>
          <p:cNvSpPr/>
          <p:nvPr/>
        </p:nvSpPr>
        <p:spPr>
          <a:xfrm>
            <a:off x="7816049" y="160446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6" name="r2_o09414"/>
          <p:cNvSpPr/>
          <p:nvPr/>
        </p:nvSpPr>
        <p:spPr>
          <a:xfrm>
            <a:off x="7830333" y="161772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7" name="r2_o09415"/>
          <p:cNvSpPr/>
          <p:nvPr/>
        </p:nvSpPr>
        <p:spPr>
          <a:xfrm>
            <a:off x="7832945" y="162005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8" name="r2_o09416"/>
          <p:cNvSpPr/>
          <p:nvPr/>
        </p:nvSpPr>
        <p:spPr>
          <a:xfrm>
            <a:off x="7832945" y="162005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19" name="r2_o09417"/>
          <p:cNvSpPr/>
          <p:nvPr/>
        </p:nvSpPr>
        <p:spPr>
          <a:xfrm>
            <a:off x="7766565" y="161702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0" name="r2_o09418"/>
          <p:cNvSpPr/>
          <p:nvPr/>
        </p:nvSpPr>
        <p:spPr>
          <a:xfrm>
            <a:off x="7770646" y="162066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1" name="r2_o09419"/>
          <p:cNvSpPr/>
          <p:nvPr/>
        </p:nvSpPr>
        <p:spPr>
          <a:xfrm>
            <a:off x="7770646" y="162066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2" name="r2_o09420"/>
          <p:cNvSpPr/>
          <p:nvPr/>
        </p:nvSpPr>
        <p:spPr>
          <a:xfrm>
            <a:off x="7784930" y="163392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3" name="r2_o09421"/>
          <p:cNvSpPr/>
          <p:nvPr/>
        </p:nvSpPr>
        <p:spPr>
          <a:xfrm>
            <a:off x="7787542" y="163626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4" name="r2_o09422"/>
          <p:cNvSpPr/>
          <p:nvPr/>
        </p:nvSpPr>
        <p:spPr>
          <a:xfrm>
            <a:off x="7787542" y="163626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5" name="r2_o09423"/>
          <p:cNvSpPr/>
          <p:nvPr/>
        </p:nvSpPr>
        <p:spPr>
          <a:xfrm>
            <a:off x="7821444" y="164224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6" name="r2_o09424"/>
          <p:cNvSpPr/>
          <p:nvPr/>
        </p:nvSpPr>
        <p:spPr>
          <a:xfrm>
            <a:off x="7825526" y="164588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7" name="r2_o09425"/>
          <p:cNvSpPr/>
          <p:nvPr/>
        </p:nvSpPr>
        <p:spPr>
          <a:xfrm>
            <a:off x="7825526" y="164588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8" name="r2_o09426"/>
          <p:cNvSpPr/>
          <p:nvPr/>
        </p:nvSpPr>
        <p:spPr>
          <a:xfrm>
            <a:off x="7839810" y="165915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29" name="r2_o09427"/>
          <p:cNvSpPr/>
          <p:nvPr/>
        </p:nvSpPr>
        <p:spPr>
          <a:xfrm>
            <a:off x="7842422" y="166148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0" name="r2_o09428"/>
          <p:cNvSpPr/>
          <p:nvPr/>
        </p:nvSpPr>
        <p:spPr>
          <a:xfrm>
            <a:off x="7842422" y="166148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1" name="r2_o09429"/>
          <p:cNvSpPr/>
          <p:nvPr/>
        </p:nvSpPr>
        <p:spPr>
          <a:xfrm>
            <a:off x="7730639" y="167465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2" name="r2_o09430"/>
          <p:cNvSpPr/>
          <p:nvPr/>
        </p:nvSpPr>
        <p:spPr>
          <a:xfrm>
            <a:off x="7734720" y="167829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3" name="r2_o09431"/>
          <p:cNvSpPr/>
          <p:nvPr/>
        </p:nvSpPr>
        <p:spPr>
          <a:xfrm>
            <a:off x="7734720" y="167829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4" name="r2_o09432"/>
          <p:cNvSpPr/>
          <p:nvPr/>
        </p:nvSpPr>
        <p:spPr>
          <a:xfrm>
            <a:off x="7685232" y="169085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5" name="r2_o09433"/>
          <p:cNvSpPr/>
          <p:nvPr/>
        </p:nvSpPr>
        <p:spPr>
          <a:xfrm>
            <a:off x="7689313" y="169450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6" name="r2_o09434"/>
          <p:cNvSpPr/>
          <p:nvPr/>
        </p:nvSpPr>
        <p:spPr>
          <a:xfrm>
            <a:off x="7689313" y="169450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7" name="r2_o09435"/>
          <p:cNvSpPr/>
          <p:nvPr/>
        </p:nvSpPr>
        <p:spPr>
          <a:xfrm>
            <a:off x="7703597" y="170776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8" name="r2_o09436"/>
          <p:cNvSpPr/>
          <p:nvPr/>
        </p:nvSpPr>
        <p:spPr>
          <a:xfrm>
            <a:off x="7706209" y="171009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39" name="r2_o09437"/>
          <p:cNvSpPr/>
          <p:nvPr/>
        </p:nvSpPr>
        <p:spPr>
          <a:xfrm>
            <a:off x="7706209" y="171009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0" name="r2_o09438"/>
          <p:cNvSpPr/>
          <p:nvPr/>
        </p:nvSpPr>
        <p:spPr>
          <a:xfrm>
            <a:off x="7785519" y="169987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1" name="r2_o09439"/>
          <p:cNvSpPr/>
          <p:nvPr/>
        </p:nvSpPr>
        <p:spPr>
          <a:xfrm>
            <a:off x="7789600" y="170351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2" name="r2_o09440"/>
          <p:cNvSpPr/>
          <p:nvPr/>
        </p:nvSpPr>
        <p:spPr>
          <a:xfrm>
            <a:off x="7789600" y="170351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3" name="r2_o09441"/>
          <p:cNvSpPr/>
          <p:nvPr/>
        </p:nvSpPr>
        <p:spPr>
          <a:xfrm>
            <a:off x="7740116" y="17160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4" name="r2_o09442"/>
          <p:cNvSpPr/>
          <p:nvPr/>
        </p:nvSpPr>
        <p:spPr>
          <a:xfrm>
            <a:off x="7744197" y="17197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5" name="r2_o09443"/>
          <p:cNvSpPr/>
          <p:nvPr/>
        </p:nvSpPr>
        <p:spPr>
          <a:xfrm>
            <a:off x="7744197" y="17197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6" name="r2_o09444"/>
          <p:cNvSpPr/>
          <p:nvPr/>
        </p:nvSpPr>
        <p:spPr>
          <a:xfrm>
            <a:off x="7840398" y="172509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7" name="r2_o09445"/>
          <p:cNvSpPr/>
          <p:nvPr/>
        </p:nvSpPr>
        <p:spPr>
          <a:xfrm>
            <a:off x="7844480" y="172874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8" name="r2_o09446"/>
          <p:cNvSpPr/>
          <p:nvPr/>
        </p:nvSpPr>
        <p:spPr>
          <a:xfrm>
            <a:off x="7844480" y="172874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49" name="r2_o09447"/>
          <p:cNvSpPr/>
          <p:nvPr/>
        </p:nvSpPr>
        <p:spPr>
          <a:xfrm>
            <a:off x="7858764" y="174200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0" name="r2_o09448"/>
          <p:cNvSpPr/>
          <p:nvPr/>
        </p:nvSpPr>
        <p:spPr>
          <a:xfrm>
            <a:off x="7861376" y="174433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1" name="r2_o09449"/>
          <p:cNvSpPr/>
          <p:nvPr/>
        </p:nvSpPr>
        <p:spPr>
          <a:xfrm>
            <a:off x="7861376" y="174433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2" name="r2_o09450"/>
          <p:cNvSpPr/>
          <p:nvPr/>
        </p:nvSpPr>
        <p:spPr>
          <a:xfrm>
            <a:off x="7794996" y="174130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3" name="r2_o09451"/>
          <p:cNvSpPr/>
          <p:nvPr/>
        </p:nvSpPr>
        <p:spPr>
          <a:xfrm>
            <a:off x="7799077" y="174494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4" name="r2_o09452"/>
          <p:cNvSpPr/>
          <p:nvPr/>
        </p:nvSpPr>
        <p:spPr>
          <a:xfrm>
            <a:off x="7799077" y="174494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5" name="r2_o09453"/>
          <p:cNvSpPr/>
          <p:nvPr/>
        </p:nvSpPr>
        <p:spPr>
          <a:xfrm>
            <a:off x="7649306" y="174849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6" name="r2_o09454"/>
          <p:cNvSpPr/>
          <p:nvPr/>
        </p:nvSpPr>
        <p:spPr>
          <a:xfrm>
            <a:off x="7653387" y="175213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7" name="r2_o09455"/>
          <p:cNvSpPr/>
          <p:nvPr/>
        </p:nvSpPr>
        <p:spPr>
          <a:xfrm>
            <a:off x="7653387" y="175213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8" name="r2_o09456"/>
          <p:cNvSpPr/>
          <p:nvPr/>
        </p:nvSpPr>
        <p:spPr>
          <a:xfrm>
            <a:off x="7667672" y="176539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59" name="r2_o09457"/>
          <p:cNvSpPr/>
          <p:nvPr/>
        </p:nvSpPr>
        <p:spPr>
          <a:xfrm>
            <a:off x="7670284" y="176773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0" name="r2_o09458"/>
          <p:cNvSpPr/>
          <p:nvPr/>
        </p:nvSpPr>
        <p:spPr>
          <a:xfrm>
            <a:off x="7670284" y="176773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1" name="r2_o09459"/>
          <p:cNvSpPr/>
          <p:nvPr/>
        </p:nvSpPr>
        <p:spPr>
          <a:xfrm>
            <a:off x="7849875" y="176652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2" name="r2_o09460"/>
          <p:cNvSpPr/>
          <p:nvPr/>
        </p:nvSpPr>
        <p:spPr>
          <a:xfrm>
            <a:off x="7853957" y="177017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3" name="r2_o09461"/>
          <p:cNvSpPr/>
          <p:nvPr/>
        </p:nvSpPr>
        <p:spPr>
          <a:xfrm>
            <a:off x="7853957" y="177017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4" name="r2_o09462"/>
          <p:cNvSpPr/>
          <p:nvPr/>
        </p:nvSpPr>
        <p:spPr>
          <a:xfrm>
            <a:off x="7868241" y="178343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5" name="r2_o09463"/>
          <p:cNvSpPr/>
          <p:nvPr/>
        </p:nvSpPr>
        <p:spPr>
          <a:xfrm>
            <a:off x="7870853" y="178576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6" name="r2_o09464"/>
          <p:cNvSpPr/>
          <p:nvPr/>
        </p:nvSpPr>
        <p:spPr>
          <a:xfrm>
            <a:off x="7870853" y="178576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7" name="r2_o09465"/>
          <p:cNvSpPr/>
          <p:nvPr/>
        </p:nvSpPr>
        <p:spPr>
          <a:xfrm>
            <a:off x="7704186" y="177371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8" name="r2_o09466"/>
          <p:cNvSpPr/>
          <p:nvPr/>
        </p:nvSpPr>
        <p:spPr>
          <a:xfrm>
            <a:off x="7708267" y="177735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69" name="r2_o09467"/>
          <p:cNvSpPr/>
          <p:nvPr/>
        </p:nvSpPr>
        <p:spPr>
          <a:xfrm>
            <a:off x="7708267" y="177735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0" name="r2_o09468"/>
          <p:cNvSpPr/>
          <p:nvPr/>
        </p:nvSpPr>
        <p:spPr>
          <a:xfrm>
            <a:off x="7658783" y="178991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1" name="r2_o09469"/>
          <p:cNvSpPr/>
          <p:nvPr/>
        </p:nvSpPr>
        <p:spPr>
          <a:xfrm>
            <a:off x="7662864" y="179356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2" name="r2_o09470"/>
          <p:cNvSpPr/>
          <p:nvPr/>
        </p:nvSpPr>
        <p:spPr>
          <a:xfrm>
            <a:off x="7662864" y="179356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3" name="r2_o09471"/>
          <p:cNvSpPr/>
          <p:nvPr/>
        </p:nvSpPr>
        <p:spPr>
          <a:xfrm>
            <a:off x="7759070" y="179893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4" name="r2_o09472"/>
          <p:cNvSpPr/>
          <p:nvPr/>
        </p:nvSpPr>
        <p:spPr>
          <a:xfrm>
            <a:off x="7763151" y="180257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5" name="r2_o09473"/>
          <p:cNvSpPr/>
          <p:nvPr/>
        </p:nvSpPr>
        <p:spPr>
          <a:xfrm>
            <a:off x="7763151" y="180257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6" name="r2_o09474"/>
          <p:cNvSpPr/>
          <p:nvPr/>
        </p:nvSpPr>
        <p:spPr>
          <a:xfrm>
            <a:off x="7713663" y="18151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7" name="r2_o09475"/>
          <p:cNvSpPr/>
          <p:nvPr/>
        </p:nvSpPr>
        <p:spPr>
          <a:xfrm>
            <a:off x="7717744" y="18187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8" name="r2_o09476"/>
          <p:cNvSpPr/>
          <p:nvPr/>
        </p:nvSpPr>
        <p:spPr>
          <a:xfrm>
            <a:off x="7717744" y="18187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79" name="r2_o09477"/>
          <p:cNvSpPr/>
          <p:nvPr/>
        </p:nvSpPr>
        <p:spPr>
          <a:xfrm>
            <a:off x="7813950" y="182415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0" name="r2_o09478"/>
          <p:cNvSpPr/>
          <p:nvPr/>
        </p:nvSpPr>
        <p:spPr>
          <a:xfrm>
            <a:off x="7818031" y="182780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1" name="r2_o09479"/>
          <p:cNvSpPr/>
          <p:nvPr/>
        </p:nvSpPr>
        <p:spPr>
          <a:xfrm>
            <a:off x="7818031" y="182780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2" name="r2_o09480"/>
          <p:cNvSpPr/>
          <p:nvPr/>
        </p:nvSpPr>
        <p:spPr>
          <a:xfrm>
            <a:off x="7768547" y="184036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3" name="r2_o09481"/>
          <p:cNvSpPr/>
          <p:nvPr/>
        </p:nvSpPr>
        <p:spPr>
          <a:xfrm>
            <a:off x="7772628" y="184400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4" name="r2_o09482"/>
          <p:cNvSpPr/>
          <p:nvPr/>
        </p:nvSpPr>
        <p:spPr>
          <a:xfrm>
            <a:off x="7772628" y="184400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5" name="r2_o09483"/>
          <p:cNvSpPr/>
          <p:nvPr/>
        </p:nvSpPr>
        <p:spPr>
          <a:xfrm>
            <a:off x="7622857" y="184754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6" name="r2_o09484"/>
          <p:cNvSpPr/>
          <p:nvPr/>
        </p:nvSpPr>
        <p:spPr>
          <a:xfrm>
            <a:off x="7626939" y="185119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7" name="r2_o09485"/>
          <p:cNvSpPr/>
          <p:nvPr/>
        </p:nvSpPr>
        <p:spPr>
          <a:xfrm>
            <a:off x="7626939" y="185119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8" name="r2_o09486"/>
          <p:cNvSpPr/>
          <p:nvPr/>
        </p:nvSpPr>
        <p:spPr>
          <a:xfrm>
            <a:off x="7641223" y="186445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89" name="r2_o09487"/>
          <p:cNvSpPr/>
          <p:nvPr/>
        </p:nvSpPr>
        <p:spPr>
          <a:xfrm>
            <a:off x="7643835" y="186678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0" name="r2_o09488"/>
          <p:cNvSpPr/>
          <p:nvPr/>
        </p:nvSpPr>
        <p:spPr>
          <a:xfrm>
            <a:off x="7643835" y="186678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1" name="r2_o09489"/>
          <p:cNvSpPr/>
          <p:nvPr/>
        </p:nvSpPr>
        <p:spPr>
          <a:xfrm>
            <a:off x="7868830" y="184938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2" name="r2_o09490"/>
          <p:cNvSpPr/>
          <p:nvPr/>
        </p:nvSpPr>
        <p:spPr>
          <a:xfrm>
            <a:off x="7872911" y="185302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3" name="r2_o09491"/>
          <p:cNvSpPr/>
          <p:nvPr/>
        </p:nvSpPr>
        <p:spPr>
          <a:xfrm>
            <a:off x="7872911" y="185302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4" name="r2_o09492"/>
          <p:cNvSpPr/>
          <p:nvPr/>
        </p:nvSpPr>
        <p:spPr>
          <a:xfrm>
            <a:off x="7887195" y="186628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5" name="r2_o09493"/>
          <p:cNvSpPr/>
          <p:nvPr/>
        </p:nvSpPr>
        <p:spPr>
          <a:xfrm>
            <a:off x="7889807" y="186862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6" name="r2_o09494"/>
          <p:cNvSpPr/>
          <p:nvPr/>
        </p:nvSpPr>
        <p:spPr>
          <a:xfrm>
            <a:off x="7889807" y="186862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7" name="r2_o09495"/>
          <p:cNvSpPr/>
          <p:nvPr/>
        </p:nvSpPr>
        <p:spPr>
          <a:xfrm>
            <a:off x="7823427" y="186558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8" name="r2_o09496"/>
          <p:cNvSpPr/>
          <p:nvPr/>
        </p:nvSpPr>
        <p:spPr>
          <a:xfrm>
            <a:off x="7827508" y="186922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499" name="r2_o09497"/>
          <p:cNvSpPr/>
          <p:nvPr/>
        </p:nvSpPr>
        <p:spPr>
          <a:xfrm>
            <a:off x="7827508" y="186922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0" name="r2_o09498"/>
          <p:cNvSpPr/>
          <p:nvPr/>
        </p:nvSpPr>
        <p:spPr>
          <a:xfrm>
            <a:off x="7677737" y="187277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1" name="r2_o09499"/>
          <p:cNvSpPr/>
          <p:nvPr/>
        </p:nvSpPr>
        <p:spPr>
          <a:xfrm>
            <a:off x="7681818" y="187641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2" name="r2_o09500"/>
          <p:cNvSpPr/>
          <p:nvPr/>
        </p:nvSpPr>
        <p:spPr>
          <a:xfrm>
            <a:off x="7681818" y="187641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3" name="r2_o09501"/>
          <p:cNvSpPr/>
          <p:nvPr/>
        </p:nvSpPr>
        <p:spPr>
          <a:xfrm>
            <a:off x="7632334" y="18889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4" name="r2_o09502"/>
          <p:cNvSpPr/>
          <p:nvPr/>
        </p:nvSpPr>
        <p:spPr>
          <a:xfrm>
            <a:off x="7636416" y="18926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5" name="r2_o09503"/>
          <p:cNvSpPr/>
          <p:nvPr/>
        </p:nvSpPr>
        <p:spPr>
          <a:xfrm>
            <a:off x="7636416" y="18926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6" name="r2_o09504"/>
          <p:cNvSpPr/>
          <p:nvPr/>
        </p:nvSpPr>
        <p:spPr>
          <a:xfrm>
            <a:off x="7650700" y="190588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7" name="r2_o09505"/>
          <p:cNvSpPr/>
          <p:nvPr/>
        </p:nvSpPr>
        <p:spPr>
          <a:xfrm>
            <a:off x="7653312" y="190821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8" name="r2_o09506"/>
          <p:cNvSpPr/>
          <p:nvPr/>
        </p:nvSpPr>
        <p:spPr>
          <a:xfrm>
            <a:off x="7653312" y="190821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09" name="r2_o09507"/>
          <p:cNvSpPr/>
          <p:nvPr/>
        </p:nvSpPr>
        <p:spPr>
          <a:xfrm>
            <a:off x="7878307" y="189080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0" name="r2_o09508"/>
          <p:cNvSpPr/>
          <p:nvPr/>
        </p:nvSpPr>
        <p:spPr>
          <a:xfrm>
            <a:off x="7882388" y="189445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1" name="r2_o09509"/>
          <p:cNvSpPr/>
          <p:nvPr/>
        </p:nvSpPr>
        <p:spPr>
          <a:xfrm>
            <a:off x="7882388" y="189445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2" name="r2_o09510"/>
          <p:cNvSpPr/>
          <p:nvPr/>
        </p:nvSpPr>
        <p:spPr>
          <a:xfrm>
            <a:off x="7896672" y="190771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3" name="r2_o09511"/>
          <p:cNvSpPr/>
          <p:nvPr/>
        </p:nvSpPr>
        <p:spPr>
          <a:xfrm>
            <a:off x="7899284" y="191004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4" name="r2_o09512"/>
          <p:cNvSpPr/>
          <p:nvPr/>
        </p:nvSpPr>
        <p:spPr>
          <a:xfrm>
            <a:off x="7899284" y="191004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5" name="r2_o09513"/>
          <p:cNvSpPr/>
          <p:nvPr/>
        </p:nvSpPr>
        <p:spPr>
          <a:xfrm>
            <a:off x="7732617" y="189799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6" name="r2_o09514"/>
          <p:cNvSpPr/>
          <p:nvPr/>
        </p:nvSpPr>
        <p:spPr>
          <a:xfrm>
            <a:off x="7736698" y="190163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7" name="r2_o09515"/>
          <p:cNvSpPr/>
          <p:nvPr/>
        </p:nvSpPr>
        <p:spPr>
          <a:xfrm>
            <a:off x="7736698" y="190163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8" name="r2_o09516"/>
          <p:cNvSpPr/>
          <p:nvPr/>
        </p:nvSpPr>
        <p:spPr>
          <a:xfrm>
            <a:off x="7687214" y="191419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19" name="r2_o09517"/>
          <p:cNvSpPr/>
          <p:nvPr/>
        </p:nvSpPr>
        <p:spPr>
          <a:xfrm>
            <a:off x="7691295" y="191784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0" name="r2_o09518"/>
          <p:cNvSpPr/>
          <p:nvPr/>
        </p:nvSpPr>
        <p:spPr>
          <a:xfrm>
            <a:off x="7691295" y="191784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1" name="r2_o09519"/>
          <p:cNvSpPr/>
          <p:nvPr/>
        </p:nvSpPr>
        <p:spPr>
          <a:xfrm>
            <a:off x="7787501" y="192321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2" name="r2_o09520"/>
          <p:cNvSpPr/>
          <p:nvPr/>
        </p:nvSpPr>
        <p:spPr>
          <a:xfrm>
            <a:off x="7791583" y="192685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3" name="r2_o09521"/>
          <p:cNvSpPr/>
          <p:nvPr/>
        </p:nvSpPr>
        <p:spPr>
          <a:xfrm>
            <a:off x="7791583" y="192685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4" name="r2_o09522"/>
          <p:cNvSpPr/>
          <p:nvPr/>
        </p:nvSpPr>
        <p:spPr>
          <a:xfrm>
            <a:off x="7742094" y="193942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5" name="r2_o09523"/>
          <p:cNvSpPr/>
          <p:nvPr/>
        </p:nvSpPr>
        <p:spPr>
          <a:xfrm>
            <a:off x="7746175" y="194306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6" name="r2_o09524"/>
          <p:cNvSpPr/>
          <p:nvPr/>
        </p:nvSpPr>
        <p:spPr>
          <a:xfrm>
            <a:off x="7746175" y="194306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7" name="r2_o09525"/>
          <p:cNvSpPr/>
          <p:nvPr/>
        </p:nvSpPr>
        <p:spPr>
          <a:xfrm>
            <a:off x="7842381" y="194843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8" name="r2_o09526"/>
          <p:cNvSpPr/>
          <p:nvPr/>
        </p:nvSpPr>
        <p:spPr>
          <a:xfrm>
            <a:off x="7846462" y="195208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9" name="r2_o09527"/>
          <p:cNvSpPr/>
          <p:nvPr/>
        </p:nvSpPr>
        <p:spPr>
          <a:xfrm>
            <a:off x="7846462" y="195208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0" name="r2_o09528"/>
          <p:cNvSpPr/>
          <p:nvPr/>
        </p:nvSpPr>
        <p:spPr>
          <a:xfrm>
            <a:off x="7796978" y="196464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1" name="r2_o09529"/>
          <p:cNvSpPr/>
          <p:nvPr/>
        </p:nvSpPr>
        <p:spPr>
          <a:xfrm>
            <a:off x="7801060" y="196828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2" name="r2_o09530"/>
          <p:cNvSpPr/>
          <p:nvPr/>
        </p:nvSpPr>
        <p:spPr>
          <a:xfrm>
            <a:off x="7801060" y="196828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3" name="r2_o09531"/>
          <p:cNvSpPr/>
          <p:nvPr/>
        </p:nvSpPr>
        <p:spPr>
          <a:xfrm>
            <a:off x="7651289" y="197182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4" name="r2_o09532"/>
          <p:cNvSpPr/>
          <p:nvPr/>
        </p:nvSpPr>
        <p:spPr>
          <a:xfrm>
            <a:off x="7655370" y="197547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5" name="r2_o09533"/>
          <p:cNvSpPr/>
          <p:nvPr/>
        </p:nvSpPr>
        <p:spPr>
          <a:xfrm>
            <a:off x="7655370" y="197547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6" name="r2_o09534"/>
          <p:cNvSpPr/>
          <p:nvPr/>
        </p:nvSpPr>
        <p:spPr>
          <a:xfrm>
            <a:off x="7669654" y="198873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7" name="r2_o09535"/>
          <p:cNvSpPr/>
          <p:nvPr/>
        </p:nvSpPr>
        <p:spPr>
          <a:xfrm>
            <a:off x="7672266" y="199106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8" name="r2_o09536"/>
          <p:cNvSpPr/>
          <p:nvPr/>
        </p:nvSpPr>
        <p:spPr>
          <a:xfrm>
            <a:off x="7672266" y="199106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39" name="r2_o09537"/>
          <p:cNvSpPr/>
          <p:nvPr/>
        </p:nvSpPr>
        <p:spPr>
          <a:xfrm>
            <a:off x="7897261" y="197366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0" name="r2_o09538"/>
          <p:cNvSpPr/>
          <p:nvPr/>
        </p:nvSpPr>
        <p:spPr>
          <a:xfrm>
            <a:off x="7901342" y="197730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1" name="r2_o09539"/>
          <p:cNvSpPr/>
          <p:nvPr/>
        </p:nvSpPr>
        <p:spPr>
          <a:xfrm>
            <a:off x="7901342" y="197730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2" name="r2_o09540"/>
          <p:cNvSpPr/>
          <p:nvPr/>
        </p:nvSpPr>
        <p:spPr>
          <a:xfrm>
            <a:off x="7915627" y="199056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3" name="r2_o09541"/>
          <p:cNvSpPr/>
          <p:nvPr/>
        </p:nvSpPr>
        <p:spPr>
          <a:xfrm>
            <a:off x="7918239" y="199290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4" name="r2_o09542"/>
          <p:cNvSpPr/>
          <p:nvPr/>
        </p:nvSpPr>
        <p:spPr>
          <a:xfrm>
            <a:off x="7918239" y="199290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5" name="r2_o09543"/>
          <p:cNvSpPr/>
          <p:nvPr/>
        </p:nvSpPr>
        <p:spPr>
          <a:xfrm>
            <a:off x="7851858" y="198986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6" name="r2_o09544"/>
          <p:cNvSpPr/>
          <p:nvPr/>
        </p:nvSpPr>
        <p:spPr>
          <a:xfrm>
            <a:off x="7855939" y="199350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7" name="r2_o09545"/>
          <p:cNvSpPr/>
          <p:nvPr/>
        </p:nvSpPr>
        <p:spPr>
          <a:xfrm>
            <a:off x="7855939" y="199350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8" name="r2_o09546"/>
          <p:cNvSpPr/>
          <p:nvPr/>
        </p:nvSpPr>
        <p:spPr>
          <a:xfrm>
            <a:off x="7706168" y="199705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9" name="r2_o09547"/>
          <p:cNvSpPr/>
          <p:nvPr/>
        </p:nvSpPr>
        <p:spPr>
          <a:xfrm>
            <a:off x="7710250" y="200069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0" name="r2_o09548"/>
          <p:cNvSpPr/>
          <p:nvPr/>
        </p:nvSpPr>
        <p:spPr>
          <a:xfrm>
            <a:off x="7710250" y="200069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1" name="r2_o09549"/>
          <p:cNvSpPr/>
          <p:nvPr/>
        </p:nvSpPr>
        <p:spPr>
          <a:xfrm>
            <a:off x="7660766" y="201325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2" name="r2_o09550"/>
          <p:cNvSpPr/>
          <p:nvPr/>
        </p:nvSpPr>
        <p:spPr>
          <a:xfrm>
            <a:off x="7664847" y="201690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3" name="r2_o09551"/>
          <p:cNvSpPr/>
          <p:nvPr/>
        </p:nvSpPr>
        <p:spPr>
          <a:xfrm>
            <a:off x="7664847" y="201690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4" name="r2_o09552"/>
          <p:cNvSpPr/>
          <p:nvPr/>
        </p:nvSpPr>
        <p:spPr>
          <a:xfrm>
            <a:off x="7679131" y="203016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5" name="r2_o09553"/>
          <p:cNvSpPr/>
          <p:nvPr/>
        </p:nvSpPr>
        <p:spPr>
          <a:xfrm>
            <a:off x="7681743" y="203249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6" name="r2_o09554"/>
          <p:cNvSpPr/>
          <p:nvPr/>
        </p:nvSpPr>
        <p:spPr>
          <a:xfrm>
            <a:off x="7681743" y="203249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7" name="r2_o09555"/>
          <p:cNvSpPr/>
          <p:nvPr/>
        </p:nvSpPr>
        <p:spPr>
          <a:xfrm>
            <a:off x="7906738" y="201508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8" name="r2_o09556"/>
          <p:cNvSpPr/>
          <p:nvPr/>
        </p:nvSpPr>
        <p:spPr>
          <a:xfrm>
            <a:off x="7910819" y="201873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9" name="r2_o09557"/>
          <p:cNvSpPr/>
          <p:nvPr/>
        </p:nvSpPr>
        <p:spPr>
          <a:xfrm>
            <a:off x="7910819" y="201873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0" name="r2_o09558"/>
          <p:cNvSpPr/>
          <p:nvPr/>
        </p:nvSpPr>
        <p:spPr>
          <a:xfrm>
            <a:off x="7925104" y="203199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1" name="r2_o09559"/>
          <p:cNvSpPr/>
          <p:nvPr/>
        </p:nvSpPr>
        <p:spPr>
          <a:xfrm>
            <a:off x="7927716" y="203432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2" name="r2_o09560"/>
          <p:cNvSpPr/>
          <p:nvPr/>
        </p:nvSpPr>
        <p:spPr>
          <a:xfrm>
            <a:off x="7927716" y="203432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3" name="r2_o09561"/>
          <p:cNvSpPr/>
          <p:nvPr/>
        </p:nvSpPr>
        <p:spPr>
          <a:xfrm>
            <a:off x="7761048" y="202227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4" name="r2_o09562"/>
          <p:cNvSpPr/>
          <p:nvPr/>
        </p:nvSpPr>
        <p:spPr>
          <a:xfrm>
            <a:off x="7765129" y="202592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5" name="r2_o09563"/>
          <p:cNvSpPr/>
          <p:nvPr/>
        </p:nvSpPr>
        <p:spPr>
          <a:xfrm>
            <a:off x="7765129" y="202592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6" name="r2_o09564"/>
          <p:cNvSpPr/>
          <p:nvPr/>
        </p:nvSpPr>
        <p:spPr>
          <a:xfrm>
            <a:off x="7715645" y="203847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7" name="r2_o09565"/>
          <p:cNvSpPr/>
          <p:nvPr/>
        </p:nvSpPr>
        <p:spPr>
          <a:xfrm>
            <a:off x="7719727" y="204212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8" name="r2_o09566"/>
          <p:cNvSpPr/>
          <p:nvPr/>
        </p:nvSpPr>
        <p:spPr>
          <a:xfrm>
            <a:off x="7719727" y="204212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9" name="r2_o09567"/>
          <p:cNvSpPr/>
          <p:nvPr/>
        </p:nvSpPr>
        <p:spPr>
          <a:xfrm>
            <a:off x="7815933" y="204749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0" name="r2_o09568"/>
          <p:cNvSpPr/>
          <p:nvPr/>
        </p:nvSpPr>
        <p:spPr>
          <a:xfrm>
            <a:off x="7820014" y="205113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1" name="r2_o09569"/>
          <p:cNvSpPr/>
          <p:nvPr/>
        </p:nvSpPr>
        <p:spPr>
          <a:xfrm>
            <a:off x="7820014" y="205113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2" name="r2_o09570"/>
          <p:cNvSpPr/>
          <p:nvPr/>
        </p:nvSpPr>
        <p:spPr>
          <a:xfrm>
            <a:off x="7770525" y="206370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3" name="r2_o09571"/>
          <p:cNvSpPr/>
          <p:nvPr/>
        </p:nvSpPr>
        <p:spPr>
          <a:xfrm>
            <a:off x="7774606" y="206734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4" name="r2_o09572"/>
          <p:cNvSpPr/>
          <p:nvPr/>
        </p:nvSpPr>
        <p:spPr>
          <a:xfrm>
            <a:off x="7774606" y="206734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5" name="r2_o09573"/>
          <p:cNvSpPr/>
          <p:nvPr/>
        </p:nvSpPr>
        <p:spPr>
          <a:xfrm>
            <a:off x="7870812" y="207271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6" name="r2_o09574"/>
          <p:cNvSpPr/>
          <p:nvPr/>
        </p:nvSpPr>
        <p:spPr>
          <a:xfrm>
            <a:off x="7874894" y="207636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7" name="r2_o09575"/>
          <p:cNvSpPr/>
          <p:nvPr/>
        </p:nvSpPr>
        <p:spPr>
          <a:xfrm>
            <a:off x="7874894" y="207636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8" name="r2_o09576"/>
          <p:cNvSpPr/>
          <p:nvPr/>
        </p:nvSpPr>
        <p:spPr>
          <a:xfrm>
            <a:off x="7825410" y="208892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9" name="r2_o09577"/>
          <p:cNvSpPr/>
          <p:nvPr/>
        </p:nvSpPr>
        <p:spPr>
          <a:xfrm>
            <a:off x="7829491" y="209256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0" name="r2_o09578"/>
          <p:cNvSpPr/>
          <p:nvPr/>
        </p:nvSpPr>
        <p:spPr>
          <a:xfrm>
            <a:off x="7829491" y="209256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1" name="r2_o09579"/>
          <p:cNvSpPr/>
          <p:nvPr/>
        </p:nvSpPr>
        <p:spPr>
          <a:xfrm>
            <a:off x="7679720" y="209611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2" name="r2_o09580"/>
          <p:cNvSpPr/>
          <p:nvPr/>
        </p:nvSpPr>
        <p:spPr>
          <a:xfrm>
            <a:off x="7683801" y="209975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3" name="r2_o09581"/>
          <p:cNvSpPr/>
          <p:nvPr/>
        </p:nvSpPr>
        <p:spPr>
          <a:xfrm>
            <a:off x="7683801" y="209975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4" name="r2_o09582"/>
          <p:cNvSpPr/>
          <p:nvPr/>
        </p:nvSpPr>
        <p:spPr>
          <a:xfrm>
            <a:off x="7698086" y="211301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5" name="r2_o09583"/>
          <p:cNvSpPr/>
          <p:nvPr/>
        </p:nvSpPr>
        <p:spPr>
          <a:xfrm>
            <a:off x="7700698" y="211535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6" name="r2_o09584"/>
          <p:cNvSpPr/>
          <p:nvPr/>
        </p:nvSpPr>
        <p:spPr>
          <a:xfrm>
            <a:off x="7700698" y="211535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7" name="r2_o09585"/>
          <p:cNvSpPr/>
          <p:nvPr/>
        </p:nvSpPr>
        <p:spPr>
          <a:xfrm>
            <a:off x="7880289" y="211414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8" name="r2_o09586"/>
          <p:cNvSpPr/>
          <p:nvPr/>
        </p:nvSpPr>
        <p:spPr>
          <a:xfrm>
            <a:off x="7884371" y="211779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9" name="r2_o09587"/>
          <p:cNvSpPr/>
          <p:nvPr/>
        </p:nvSpPr>
        <p:spPr>
          <a:xfrm>
            <a:off x="7884371" y="211779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0" name="r2_o09588"/>
          <p:cNvSpPr/>
          <p:nvPr/>
        </p:nvSpPr>
        <p:spPr>
          <a:xfrm>
            <a:off x="7898655" y="213105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1" name="r2_o09589"/>
          <p:cNvSpPr/>
          <p:nvPr/>
        </p:nvSpPr>
        <p:spPr>
          <a:xfrm>
            <a:off x="7901267" y="213338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2" name="r2_o09590"/>
          <p:cNvSpPr/>
          <p:nvPr/>
        </p:nvSpPr>
        <p:spPr>
          <a:xfrm>
            <a:off x="7901267" y="213338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3" name="r2_o09591"/>
          <p:cNvSpPr/>
          <p:nvPr/>
        </p:nvSpPr>
        <p:spPr>
          <a:xfrm>
            <a:off x="7734600" y="212133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4" name="r2_o09592"/>
          <p:cNvSpPr/>
          <p:nvPr/>
        </p:nvSpPr>
        <p:spPr>
          <a:xfrm>
            <a:off x="7738681" y="212497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5" name="r2_o09593"/>
          <p:cNvSpPr/>
          <p:nvPr/>
        </p:nvSpPr>
        <p:spPr>
          <a:xfrm>
            <a:off x="7738681" y="212497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6" name="r2_o09594"/>
          <p:cNvSpPr/>
          <p:nvPr/>
        </p:nvSpPr>
        <p:spPr>
          <a:xfrm>
            <a:off x="7689197" y="213753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7" name="r2_o09595"/>
          <p:cNvSpPr/>
          <p:nvPr/>
        </p:nvSpPr>
        <p:spPr>
          <a:xfrm>
            <a:off x="7693278" y="214118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8" name="r2_o09596"/>
          <p:cNvSpPr/>
          <p:nvPr/>
        </p:nvSpPr>
        <p:spPr>
          <a:xfrm>
            <a:off x="7693278" y="214118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9" name="r2_o09597"/>
          <p:cNvSpPr/>
          <p:nvPr/>
        </p:nvSpPr>
        <p:spPr>
          <a:xfrm>
            <a:off x="7707563" y="215444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0" name="r2_o09598"/>
          <p:cNvSpPr/>
          <p:nvPr/>
        </p:nvSpPr>
        <p:spPr>
          <a:xfrm>
            <a:off x="7710175" y="215677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1" name="r2_o09599"/>
          <p:cNvSpPr/>
          <p:nvPr/>
        </p:nvSpPr>
        <p:spPr>
          <a:xfrm>
            <a:off x="7710175" y="215677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2" name="r2_o09600"/>
          <p:cNvSpPr/>
          <p:nvPr/>
        </p:nvSpPr>
        <p:spPr>
          <a:xfrm>
            <a:off x="7789479" y="214655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3" name="r2_o09601"/>
          <p:cNvSpPr/>
          <p:nvPr/>
        </p:nvSpPr>
        <p:spPr>
          <a:xfrm>
            <a:off x="7793561" y="215020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4" name="r2_o09602"/>
          <p:cNvSpPr/>
          <p:nvPr/>
        </p:nvSpPr>
        <p:spPr>
          <a:xfrm>
            <a:off x="7793561" y="215020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5" name="r2_o09603"/>
          <p:cNvSpPr/>
          <p:nvPr/>
        </p:nvSpPr>
        <p:spPr>
          <a:xfrm>
            <a:off x="7744077" y="216276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6" name="r2_o09604"/>
          <p:cNvSpPr/>
          <p:nvPr/>
        </p:nvSpPr>
        <p:spPr>
          <a:xfrm>
            <a:off x="7748158" y="216640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7" name="r2_o09605"/>
          <p:cNvSpPr/>
          <p:nvPr/>
        </p:nvSpPr>
        <p:spPr>
          <a:xfrm>
            <a:off x="7748158" y="216640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8" name="r2_o09606"/>
          <p:cNvSpPr/>
          <p:nvPr/>
        </p:nvSpPr>
        <p:spPr>
          <a:xfrm>
            <a:off x="7844364" y="217177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09" name="r2_o09607"/>
          <p:cNvSpPr/>
          <p:nvPr/>
        </p:nvSpPr>
        <p:spPr>
          <a:xfrm>
            <a:off x="7848445" y="217542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0" name="r2_o09608"/>
          <p:cNvSpPr/>
          <p:nvPr/>
        </p:nvSpPr>
        <p:spPr>
          <a:xfrm>
            <a:off x="7848445" y="217542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1" name="r2_o09609"/>
          <p:cNvSpPr/>
          <p:nvPr/>
        </p:nvSpPr>
        <p:spPr>
          <a:xfrm>
            <a:off x="7862729" y="218868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2" name="r2_o09610"/>
          <p:cNvSpPr/>
          <p:nvPr/>
        </p:nvSpPr>
        <p:spPr>
          <a:xfrm>
            <a:off x="7865341" y="219101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3" name="r2_o09611"/>
          <p:cNvSpPr/>
          <p:nvPr/>
        </p:nvSpPr>
        <p:spPr>
          <a:xfrm>
            <a:off x="7865341" y="219101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4" name="r2_o09612"/>
          <p:cNvSpPr/>
          <p:nvPr/>
        </p:nvSpPr>
        <p:spPr>
          <a:xfrm>
            <a:off x="7798956" y="218798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5" name="r2_o09613"/>
          <p:cNvSpPr/>
          <p:nvPr/>
        </p:nvSpPr>
        <p:spPr>
          <a:xfrm>
            <a:off x="7803038" y="219162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6" name="r2_o09614"/>
          <p:cNvSpPr/>
          <p:nvPr/>
        </p:nvSpPr>
        <p:spPr>
          <a:xfrm>
            <a:off x="7803038" y="219162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7" name="r2_o09615"/>
          <p:cNvSpPr/>
          <p:nvPr/>
        </p:nvSpPr>
        <p:spPr>
          <a:xfrm>
            <a:off x="7708151" y="222039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8" name="r2_o09616"/>
          <p:cNvSpPr/>
          <p:nvPr/>
        </p:nvSpPr>
        <p:spPr>
          <a:xfrm>
            <a:off x="7712232" y="222403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19" name="r2_o09617"/>
          <p:cNvSpPr/>
          <p:nvPr/>
        </p:nvSpPr>
        <p:spPr>
          <a:xfrm>
            <a:off x="7712232" y="222403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0" name="r2_o09618"/>
          <p:cNvSpPr/>
          <p:nvPr/>
        </p:nvSpPr>
        <p:spPr>
          <a:xfrm>
            <a:off x="7726517" y="223729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1" name="r2_o09619"/>
          <p:cNvSpPr/>
          <p:nvPr/>
        </p:nvSpPr>
        <p:spPr>
          <a:xfrm>
            <a:off x="7729129" y="223963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2" name="r2_o09620"/>
          <p:cNvSpPr/>
          <p:nvPr/>
        </p:nvSpPr>
        <p:spPr>
          <a:xfrm>
            <a:off x="7729129" y="223963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3" name="r2_o09621"/>
          <p:cNvSpPr/>
          <p:nvPr/>
        </p:nvSpPr>
        <p:spPr>
          <a:xfrm>
            <a:off x="7763031" y="224561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4" name="r2_o09622"/>
          <p:cNvSpPr/>
          <p:nvPr/>
        </p:nvSpPr>
        <p:spPr>
          <a:xfrm>
            <a:off x="7767112" y="224925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5" name="r2_o09623"/>
          <p:cNvSpPr/>
          <p:nvPr/>
        </p:nvSpPr>
        <p:spPr>
          <a:xfrm>
            <a:off x="7767112" y="224925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6" name="r2_o09624"/>
          <p:cNvSpPr/>
          <p:nvPr/>
        </p:nvSpPr>
        <p:spPr>
          <a:xfrm>
            <a:off x="7781396" y="226252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7" name="r2_o09625"/>
          <p:cNvSpPr/>
          <p:nvPr/>
        </p:nvSpPr>
        <p:spPr>
          <a:xfrm>
            <a:off x="7784009" y="226485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8" name="r2_o09626"/>
          <p:cNvSpPr/>
          <p:nvPr/>
        </p:nvSpPr>
        <p:spPr>
          <a:xfrm>
            <a:off x="7784009" y="226485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29" name="r2_o09627"/>
          <p:cNvSpPr/>
          <p:nvPr/>
        </p:nvSpPr>
        <p:spPr>
          <a:xfrm>
            <a:off x="7717628" y="226181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0" name="r2_o09628"/>
          <p:cNvSpPr/>
          <p:nvPr/>
        </p:nvSpPr>
        <p:spPr>
          <a:xfrm>
            <a:off x="7721709" y="226546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1" name="r2_o09629"/>
          <p:cNvSpPr/>
          <p:nvPr/>
        </p:nvSpPr>
        <p:spPr>
          <a:xfrm>
            <a:off x="7721709" y="226546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2" name="r2_o09630"/>
          <p:cNvSpPr/>
          <p:nvPr/>
        </p:nvSpPr>
        <p:spPr>
          <a:xfrm>
            <a:off x="7735994" y="227872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3" name="r2_o09631"/>
          <p:cNvSpPr/>
          <p:nvPr/>
        </p:nvSpPr>
        <p:spPr>
          <a:xfrm>
            <a:off x="7738606" y="228105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4" name="r2_o09632"/>
          <p:cNvSpPr/>
          <p:nvPr/>
        </p:nvSpPr>
        <p:spPr>
          <a:xfrm>
            <a:off x="7738606" y="228105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35" name="r2_o09633"/>
          <p:cNvSpPr/>
          <p:nvPr/>
        </p:nvSpPr>
        <p:spPr>
          <a:xfrm>
            <a:off x="8498637" y="1764464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36" name="r2_o09634"/>
          <p:cNvSpPr/>
          <p:nvPr/>
        </p:nvSpPr>
        <p:spPr>
          <a:xfrm>
            <a:off x="8320041" y="1699218"/>
            <a:ext cx="25639" cy="5523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37" name="r2_o09635"/>
          <p:cNvSpPr/>
          <p:nvPr/>
        </p:nvSpPr>
        <p:spPr>
          <a:xfrm flipV="1">
            <a:off x="8258685" y="1588754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38" name="r2_o09636"/>
          <p:cNvSpPr/>
          <p:nvPr/>
        </p:nvSpPr>
        <p:spPr>
          <a:xfrm flipV="1">
            <a:off x="8427199" y="1696183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39" name="r2_o09637"/>
          <p:cNvSpPr/>
          <p:nvPr/>
        </p:nvSpPr>
        <p:spPr>
          <a:xfrm>
            <a:off x="8375923" y="1627902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0" name="r2_o09638"/>
          <p:cNvSpPr/>
          <p:nvPr/>
        </p:nvSpPr>
        <p:spPr>
          <a:xfrm>
            <a:off x="8625957" y="1719246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1" name="r2_o09639"/>
          <p:cNvSpPr/>
          <p:nvPr/>
        </p:nvSpPr>
        <p:spPr>
          <a:xfrm flipV="1">
            <a:off x="8657071" y="1871898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2" name="r2_o09640"/>
          <p:cNvSpPr/>
          <p:nvPr/>
        </p:nvSpPr>
        <p:spPr>
          <a:xfrm flipV="1">
            <a:off x="8702871" y="1842759"/>
            <a:ext cx="10081" cy="4218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3" name="r2_o09641"/>
          <p:cNvSpPr/>
          <p:nvPr/>
        </p:nvSpPr>
        <p:spPr>
          <a:xfrm flipV="1">
            <a:off x="8442756" y="1793603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4" name="r2_o09642"/>
          <p:cNvSpPr/>
          <p:nvPr/>
        </p:nvSpPr>
        <p:spPr>
          <a:xfrm flipV="1">
            <a:off x="8504113" y="1861884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5" name="r2_o09643"/>
          <p:cNvSpPr/>
          <p:nvPr/>
        </p:nvSpPr>
        <p:spPr>
          <a:xfrm>
            <a:off x="8580157" y="1748380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6" name="r2_o09644"/>
          <p:cNvSpPr/>
          <p:nvPr/>
        </p:nvSpPr>
        <p:spPr>
          <a:xfrm>
            <a:off x="8472999" y="1709232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7" name="r2_o09645"/>
          <p:cNvSpPr/>
          <p:nvPr/>
        </p:nvSpPr>
        <p:spPr>
          <a:xfrm>
            <a:off x="8641514" y="1816661"/>
            <a:ext cx="25639" cy="5523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8" name="r2_o09646"/>
          <p:cNvSpPr/>
          <p:nvPr/>
        </p:nvSpPr>
        <p:spPr>
          <a:xfrm>
            <a:off x="8621352" y="1901031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49" name="r2_o09647"/>
          <p:cNvSpPr/>
          <p:nvPr/>
        </p:nvSpPr>
        <p:spPr>
          <a:xfrm>
            <a:off x="8274242" y="1728357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0" name="r2_o09648"/>
          <p:cNvSpPr/>
          <p:nvPr/>
        </p:nvSpPr>
        <p:spPr>
          <a:xfrm>
            <a:off x="8442756" y="1835785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1" name="r2_o09649"/>
          <p:cNvSpPr/>
          <p:nvPr/>
        </p:nvSpPr>
        <p:spPr>
          <a:xfrm>
            <a:off x="8595714" y="1845800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2" name="r2_o09650"/>
          <p:cNvSpPr/>
          <p:nvPr/>
        </p:nvSpPr>
        <p:spPr>
          <a:xfrm>
            <a:off x="8534356" y="1777513"/>
            <a:ext cx="25639" cy="5523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3" name="r2_o09651"/>
          <p:cNvSpPr/>
          <p:nvPr/>
        </p:nvSpPr>
        <p:spPr>
          <a:xfrm>
            <a:off x="8657071" y="1914081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4" name="r2_o09652"/>
          <p:cNvSpPr/>
          <p:nvPr/>
        </p:nvSpPr>
        <p:spPr>
          <a:xfrm>
            <a:off x="8667152" y="1871898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5" name="r2_o09653"/>
          <p:cNvSpPr/>
          <p:nvPr/>
        </p:nvSpPr>
        <p:spPr>
          <a:xfrm>
            <a:off x="8330123" y="1657035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6" name="r2_o09654"/>
          <p:cNvSpPr/>
          <p:nvPr/>
        </p:nvSpPr>
        <p:spPr>
          <a:xfrm>
            <a:off x="8559995" y="1832750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7" name="r2_o09655"/>
          <p:cNvSpPr/>
          <p:nvPr/>
        </p:nvSpPr>
        <p:spPr>
          <a:xfrm>
            <a:off x="8391480" y="1725316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8" name="r2_o09656"/>
          <p:cNvSpPr/>
          <p:nvPr/>
        </p:nvSpPr>
        <p:spPr>
          <a:xfrm flipV="1">
            <a:off x="8488557" y="1764464"/>
            <a:ext cx="10081" cy="4218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59" name="r2_o09657"/>
          <p:cNvSpPr/>
          <p:nvPr/>
        </p:nvSpPr>
        <p:spPr>
          <a:xfrm>
            <a:off x="8361236" y="1851870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0" name="r2_o09658"/>
          <p:cNvSpPr/>
          <p:nvPr/>
        </p:nvSpPr>
        <p:spPr>
          <a:xfrm>
            <a:off x="8544438" y="1735330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1" name="r2_o09659"/>
          <p:cNvSpPr/>
          <p:nvPr/>
        </p:nvSpPr>
        <p:spPr>
          <a:xfrm>
            <a:off x="8411643" y="1640951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2" name="r2_o09660"/>
          <p:cNvSpPr/>
          <p:nvPr/>
        </p:nvSpPr>
        <p:spPr>
          <a:xfrm>
            <a:off x="8268766" y="1588754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3" name="r2_o09661"/>
          <p:cNvSpPr/>
          <p:nvPr/>
        </p:nvSpPr>
        <p:spPr>
          <a:xfrm>
            <a:off x="8702871" y="1884947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4" name="r2_o09662"/>
          <p:cNvSpPr/>
          <p:nvPr/>
        </p:nvSpPr>
        <p:spPr>
          <a:xfrm flipV="1">
            <a:off x="8580157" y="1706197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5" name="r2_o09663"/>
          <p:cNvSpPr/>
          <p:nvPr/>
        </p:nvSpPr>
        <p:spPr>
          <a:xfrm flipV="1">
            <a:off x="8472999" y="1667050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6" name="r2_o09664"/>
          <p:cNvSpPr/>
          <p:nvPr/>
        </p:nvSpPr>
        <p:spPr>
          <a:xfrm>
            <a:off x="8365842" y="1670084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7" name="r2_o09665"/>
          <p:cNvSpPr/>
          <p:nvPr/>
        </p:nvSpPr>
        <p:spPr>
          <a:xfrm>
            <a:off x="8427199" y="1738365"/>
            <a:ext cx="25639" cy="5523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8" name="r2_o09666"/>
          <p:cNvSpPr/>
          <p:nvPr/>
        </p:nvSpPr>
        <p:spPr>
          <a:xfrm>
            <a:off x="8381399" y="1767504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69" name="r2_o09667"/>
          <p:cNvSpPr/>
          <p:nvPr/>
        </p:nvSpPr>
        <p:spPr>
          <a:xfrm flipV="1">
            <a:off x="8320041" y="1657035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0" name="r2_o09668"/>
          <p:cNvSpPr/>
          <p:nvPr/>
        </p:nvSpPr>
        <p:spPr>
          <a:xfrm>
            <a:off x="8437280" y="1696183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1" name="r2_o09669"/>
          <p:cNvSpPr/>
          <p:nvPr/>
        </p:nvSpPr>
        <p:spPr>
          <a:xfrm>
            <a:off x="8590238" y="1706197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2" name="r2_o09670"/>
          <p:cNvSpPr/>
          <p:nvPr/>
        </p:nvSpPr>
        <p:spPr>
          <a:xfrm flipV="1">
            <a:off x="8335599" y="1754455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3" name="r2_o09671"/>
          <p:cNvSpPr/>
          <p:nvPr/>
        </p:nvSpPr>
        <p:spPr>
          <a:xfrm>
            <a:off x="8284322" y="1686169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4" name="r2_o09672"/>
          <p:cNvSpPr/>
          <p:nvPr/>
        </p:nvSpPr>
        <p:spPr>
          <a:xfrm flipV="1">
            <a:off x="8396955" y="1822736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5" name="r2_o09673"/>
          <p:cNvSpPr/>
          <p:nvPr/>
        </p:nvSpPr>
        <p:spPr>
          <a:xfrm>
            <a:off x="8258685" y="1630937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6" name="r2_o09674"/>
          <p:cNvSpPr/>
          <p:nvPr/>
        </p:nvSpPr>
        <p:spPr>
          <a:xfrm flipV="1">
            <a:off x="8274242" y="1686169"/>
            <a:ext cx="10081" cy="4218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7" name="r2_o09675"/>
          <p:cNvSpPr/>
          <p:nvPr/>
        </p:nvSpPr>
        <p:spPr>
          <a:xfrm>
            <a:off x="8299880" y="1783589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8" name="r2_o09676"/>
          <p:cNvSpPr/>
          <p:nvPr/>
        </p:nvSpPr>
        <p:spPr>
          <a:xfrm>
            <a:off x="8468394" y="1891017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79" name="r2_o09677"/>
          <p:cNvSpPr/>
          <p:nvPr/>
        </p:nvSpPr>
        <p:spPr>
          <a:xfrm flipV="1">
            <a:off x="8611270" y="1901031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0" name="r2_o09678"/>
          <p:cNvSpPr/>
          <p:nvPr/>
        </p:nvSpPr>
        <p:spPr>
          <a:xfrm flipV="1">
            <a:off x="8381399" y="1725316"/>
            <a:ext cx="10081" cy="4218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1" name="r2_o09679"/>
          <p:cNvSpPr/>
          <p:nvPr/>
        </p:nvSpPr>
        <p:spPr>
          <a:xfrm>
            <a:off x="8483081" y="1667050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2" name="r2_o09680"/>
          <p:cNvSpPr/>
          <p:nvPr/>
        </p:nvSpPr>
        <p:spPr>
          <a:xfrm flipV="1">
            <a:off x="8595714" y="1803611"/>
            <a:ext cx="10081" cy="4218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3" name="r2_o09681"/>
          <p:cNvSpPr/>
          <p:nvPr/>
        </p:nvSpPr>
        <p:spPr>
          <a:xfrm flipV="1">
            <a:off x="8549913" y="1832750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4" name="r2_o09682"/>
          <p:cNvSpPr/>
          <p:nvPr/>
        </p:nvSpPr>
        <p:spPr>
          <a:xfrm>
            <a:off x="8682708" y="1969312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5" name="r2_o09683"/>
          <p:cNvSpPr/>
          <p:nvPr/>
        </p:nvSpPr>
        <p:spPr>
          <a:xfrm flipV="1">
            <a:off x="8641514" y="1774478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6" name="r2_o09684"/>
          <p:cNvSpPr/>
          <p:nvPr/>
        </p:nvSpPr>
        <p:spPr>
          <a:xfrm>
            <a:off x="8345680" y="1754455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7" name="r2_o09685"/>
          <p:cNvSpPr/>
          <p:nvPr/>
        </p:nvSpPr>
        <p:spPr>
          <a:xfrm>
            <a:off x="8452837" y="1793603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8" name="r2_o09686"/>
          <p:cNvSpPr/>
          <p:nvPr/>
        </p:nvSpPr>
        <p:spPr>
          <a:xfrm>
            <a:off x="8335599" y="1796638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89" name="r2_o09687"/>
          <p:cNvSpPr/>
          <p:nvPr/>
        </p:nvSpPr>
        <p:spPr>
          <a:xfrm flipV="1">
            <a:off x="8534356" y="1735330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0" name="r2_o09688"/>
          <p:cNvSpPr/>
          <p:nvPr/>
        </p:nvSpPr>
        <p:spPr>
          <a:xfrm>
            <a:off x="8407037" y="1822736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1" name="r2_o09689"/>
          <p:cNvSpPr/>
          <p:nvPr/>
        </p:nvSpPr>
        <p:spPr>
          <a:xfrm>
            <a:off x="8651595" y="1774478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2" name="r2_o09690"/>
          <p:cNvSpPr/>
          <p:nvPr/>
        </p:nvSpPr>
        <p:spPr>
          <a:xfrm>
            <a:off x="8488557" y="1806652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3" name="r2_o09691"/>
          <p:cNvSpPr/>
          <p:nvPr/>
        </p:nvSpPr>
        <p:spPr>
          <a:xfrm flipV="1">
            <a:off x="8718428" y="1940179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4" name="r2_o09692"/>
          <p:cNvSpPr/>
          <p:nvPr/>
        </p:nvSpPr>
        <p:spPr>
          <a:xfrm flipV="1">
            <a:off x="8365842" y="1627902"/>
            <a:ext cx="10081" cy="421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5" name="r2_o09693"/>
          <p:cNvSpPr/>
          <p:nvPr/>
        </p:nvSpPr>
        <p:spPr>
          <a:xfrm>
            <a:off x="8605794" y="1803611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6" name="r2_o09694"/>
          <p:cNvSpPr/>
          <p:nvPr/>
        </p:nvSpPr>
        <p:spPr>
          <a:xfrm>
            <a:off x="8575551" y="1930165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7" name="r2_o09695"/>
          <p:cNvSpPr/>
          <p:nvPr/>
        </p:nvSpPr>
        <p:spPr>
          <a:xfrm>
            <a:off x="8304485" y="1601804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8" name="r2_o09696"/>
          <p:cNvSpPr/>
          <p:nvPr/>
        </p:nvSpPr>
        <p:spPr>
          <a:xfrm>
            <a:off x="8687314" y="1787527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699" name="r2_o09697"/>
          <p:cNvSpPr/>
          <p:nvPr/>
        </p:nvSpPr>
        <p:spPr>
          <a:xfrm>
            <a:off x="8549913" y="1874933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700" name="r2_o09698"/>
          <p:cNvSpPr/>
          <p:nvPr/>
        </p:nvSpPr>
        <p:spPr>
          <a:xfrm>
            <a:off x="8514194" y="1861884"/>
            <a:ext cx="35719" cy="1304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701" name="r2_o09699"/>
          <p:cNvSpPr/>
          <p:nvPr/>
        </p:nvSpPr>
        <p:spPr>
          <a:xfrm>
            <a:off x="8518800" y="1680099"/>
            <a:ext cx="25638" cy="55232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702" name="r2_o09700"/>
          <p:cNvSpPr/>
          <p:nvPr/>
        </p:nvSpPr>
        <p:spPr>
          <a:xfrm>
            <a:off x="8254190" y="15741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3" name="r2_o09701"/>
          <p:cNvSpPr/>
          <p:nvPr/>
        </p:nvSpPr>
        <p:spPr>
          <a:xfrm>
            <a:off x="8258271" y="15778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4" name="r2_o09702"/>
          <p:cNvSpPr/>
          <p:nvPr/>
        </p:nvSpPr>
        <p:spPr>
          <a:xfrm>
            <a:off x="8258271" y="15778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5" name="r2_o09703"/>
          <p:cNvSpPr/>
          <p:nvPr/>
        </p:nvSpPr>
        <p:spPr>
          <a:xfrm>
            <a:off x="8272556" y="159108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6" name="r2_o09704"/>
          <p:cNvSpPr/>
          <p:nvPr/>
        </p:nvSpPr>
        <p:spPr>
          <a:xfrm>
            <a:off x="8275168" y="159341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7" name="r2_o09705"/>
          <p:cNvSpPr/>
          <p:nvPr/>
        </p:nvSpPr>
        <p:spPr>
          <a:xfrm>
            <a:off x="8275168" y="159341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8" name="r2_o09706"/>
          <p:cNvSpPr/>
          <p:nvPr/>
        </p:nvSpPr>
        <p:spPr>
          <a:xfrm>
            <a:off x="8289909" y="158722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09" name="r2_o09707"/>
          <p:cNvSpPr/>
          <p:nvPr/>
        </p:nvSpPr>
        <p:spPr>
          <a:xfrm>
            <a:off x="8293990" y="159087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0" name="r2_o09708"/>
          <p:cNvSpPr/>
          <p:nvPr/>
        </p:nvSpPr>
        <p:spPr>
          <a:xfrm>
            <a:off x="8293990" y="159087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1" name="r2_o09709"/>
          <p:cNvSpPr/>
          <p:nvPr/>
        </p:nvSpPr>
        <p:spPr>
          <a:xfrm>
            <a:off x="8308275" y="160413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2" name="r2_o09710"/>
          <p:cNvSpPr/>
          <p:nvPr/>
        </p:nvSpPr>
        <p:spPr>
          <a:xfrm>
            <a:off x="8310887" y="160646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3" name="r2_o09711"/>
          <p:cNvSpPr/>
          <p:nvPr/>
        </p:nvSpPr>
        <p:spPr>
          <a:xfrm>
            <a:off x="8310887" y="160646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4" name="r2_o09712"/>
          <p:cNvSpPr/>
          <p:nvPr/>
        </p:nvSpPr>
        <p:spPr>
          <a:xfrm>
            <a:off x="8361347" y="161332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5" name="r2_o09713"/>
          <p:cNvSpPr/>
          <p:nvPr/>
        </p:nvSpPr>
        <p:spPr>
          <a:xfrm>
            <a:off x="8365429" y="161697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6" name="r2_o09714"/>
          <p:cNvSpPr/>
          <p:nvPr/>
        </p:nvSpPr>
        <p:spPr>
          <a:xfrm>
            <a:off x="8365429" y="161697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7" name="r2_o09715"/>
          <p:cNvSpPr/>
          <p:nvPr/>
        </p:nvSpPr>
        <p:spPr>
          <a:xfrm>
            <a:off x="8379713" y="163023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8" name="r2_o09716"/>
          <p:cNvSpPr/>
          <p:nvPr/>
        </p:nvSpPr>
        <p:spPr>
          <a:xfrm>
            <a:off x="8382325" y="163256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19" name="r2_o09717"/>
          <p:cNvSpPr/>
          <p:nvPr/>
        </p:nvSpPr>
        <p:spPr>
          <a:xfrm>
            <a:off x="8382325" y="163256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0" name="r2_o09718"/>
          <p:cNvSpPr/>
          <p:nvPr/>
        </p:nvSpPr>
        <p:spPr>
          <a:xfrm>
            <a:off x="8244109" y="161636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1" name="r2_o09719"/>
          <p:cNvSpPr/>
          <p:nvPr/>
        </p:nvSpPr>
        <p:spPr>
          <a:xfrm>
            <a:off x="8248190" y="162000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2" name="r2_o09720"/>
          <p:cNvSpPr/>
          <p:nvPr/>
        </p:nvSpPr>
        <p:spPr>
          <a:xfrm>
            <a:off x="8248190" y="162000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3" name="r2_o09721"/>
          <p:cNvSpPr/>
          <p:nvPr/>
        </p:nvSpPr>
        <p:spPr>
          <a:xfrm>
            <a:off x="8262474" y="163326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4" name="r2_o09722"/>
          <p:cNvSpPr/>
          <p:nvPr/>
        </p:nvSpPr>
        <p:spPr>
          <a:xfrm>
            <a:off x="8265086" y="163560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5" name="r2_o09723"/>
          <p:cNvSpPr/>
          <p:nvPr/>
        </p:nvSpPr>
        <p:spPr>
          <a:xfrm>
            <a:off x="8265086" y="163560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6" name="r2_o09724"/>
          <p:cNvSpPr/>
          <p:nvPr/>
        </p:nvSpPr>
        <p:spPr>
          <a:xfrm>
            <a:off x="8397067" y="162637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7" name="r2_o09725"/>
          <p:cNvSpPr/>
          <p:nvPr/>
        </p:nvSpPr>
        <p:spPr>
          <a:xfrm>
            <a:off x="8401148" y="163001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8" name="r2_o09726"/>
          <p:cNvSpPr/>
          <p:nvPr/>
        </p:nvSpPr>
        <p:spPr>
          <a:xfrm>
            <a:off x="8401148" y="163001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29" name="r2_o09727"/>
          <p:cNvSpPr/>
          <p:nvPr/>
        </p:nvSpPr>
        <p:spPr>
          <a:xfrm>
            <a:off x="8415432" y="164328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0" name="r2_o09728"/>
          <p:cNvSpPr/>
          <p:nvPr/>
        </p:nvSpPr>
        <p:spPr>
          <a:xfrm>
            <a:off x="8418044" y="164561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1" name="r2_o09729"/>
          <p:cNvSpPr/>
          <p:nvPr/>
        </p:nvSpPr>
        <p:spPr>
          <a:xfrm>
            <a:off x="8418044" y="164561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2" name="r2_o09730"/>
          <p:cNvSpPr/>
          <p:nvPr/>
        </p:nvSpPr>
        <p:spPr>
          <a:xfrm>
            <a:off x="8315547" y="164245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3" name="r2_o09731"/>
          <p:cNvSpPr/>
          <p:nvPr/>
        </p:nvSpPr>
        <p:spPr>
          <a:xfrm>
            <a:off x="8319628" y="164610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4" name="r2_o09732"/>
          <p:cNvSpPr/>
          <p:nvPr/>
        </p:nvSpPr>
        <p:spPr>
          <a:xfrm>
            <a:off x="8319628" y="164610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5" name="r2_o09733"/>
          <p:cNvSpPr/>
          <p:nvPr/>
        </p:nvSpPr>
        <p:spPr>
          <a:xfrm>
            <a:off x="8468505" y="16524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6" name="r2_o09734"/>
          <p:cNvSpPr/>
          <p:nvPr/>
        </p:nvSpPr>
        <p:spPr>
          <a:xfrm>
            <a:off x="8472586" y="16561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7" name="r2_o09735"/>
          <p:cNvSpPr/>
          <p:nvPr/>
        </p:nvSpPr>
        <p:spPr>
          <a:xfrm>
            <a:off x="8472586" y="16561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8" name="r2_o09736"/>
          <p:cNvSpPr/>
          <p:nvPr/>
        </p:nvSpPr>
        <p:spPr>
          <a:xfrm>
            <a:off x="8486871" y="166938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39" name="r2_o09737"/>
          <p:cNvSpPr/>
          <p:nvPr/>
        </p:nvSpPr>
        <p:spPr>
          <a:xfrm>
            <a:off x="8489483" y="167171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0" name="r2_o09738"/>
          <p:cNvSpPr/>
          <p:nvPr/>
        </p:nvSpPr>
        <p:spPr>
          <a:xfrm>
            <a:off x="8489483" y="167171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1" name="r2_o09739"/>
          <p:cNvSpPr/>
          <p:nvPr/>
        </p:nvSpPr>
        <p:spPr>
          <a:xfrm>
            <a:off x="8351266" y="165550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2" name="r2_o09740"/>
          <p:cNvSpPr/>
          <p:nvPr/>
        </p:nvSpPr>
        <p:spPr>
          <a:xfrm>
            <a:off x="8355347" y="165915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3" name="r2_o09741"/>
          <p:cNvSpPr/>
          <p:nvPr/>
        </p:nvSpPr>
        <p:spPr>
          <a:xfrm>
            <a:off x="8355347" y="165915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4" name="r2_o09742"/>
          <p:cNvSpPr/>
          <p:nvPr/>
        </p:nvSpPr>
        <p:spPr>
          <a:xfrm>
            <a:off x="8504224" y="166552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5" name="r2_o09743"/>
          <p:cNvSpPr/>
          <p:nvPr/>
        </p:nvSpPr>
        <p:spPr>
          <a:xfrm>
            <a:off x="8508305" y="166916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6" name="r2_o09744"/>
          <p:cNvSpPr/>
          <p:nvPr/>
        </p:nvSpPr>
        <p:spPr>
          <a:xfrm>
            <a:off x="8508305" y="166916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7" name="r2_o09745"/>
          <p:cNvSpPr/>
          <p:nvPr/>
        </p:nvSpPr>
        <p:spPr>
          <a:xfrm>
            <a:off x="8522590" y="168243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8" name="r2_o09746"/>
          <p:cNvSpPr/>
          <p:nvPr/>
        </p:nvSpPr>
        <p:spPr>
          <a:xfrm>
            <a:off x="8525202" y="168476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49" name="r2_o09747"/>
          <p:cNvSpPr/>
          <p:nvPr/>
        </p:nvSpPr>
        <p:spPr>
          <a:xfrm>
            <a:off x="8525202" y="168476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0" name="r2_o09748"/>
          <p:cNvSpPr/>
          <p:nvPr/>
        </p:nvSpPr>
        <p:spPr>
          <a:xfrm>
            <a:off x="8269746" y="167159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1" name="r2_o09749"/>
          <p:cNvSpPr/>
          <p:nvPr/>
        </p:nvSpPr>
        <p:spPr>
          <a:xfrm>
            <a:off x="8273828" y="167523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2" name="r2_o09750"/>
          <p:cNvSpPr/>
          <p:nvPr/>
        </p:nvSpPr>
        <p:spPr>
          <a:xfrm>
            <a:off x="8273828" y="167523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3" name="r2_o09751"/>
          <p:cNvSpPr/>
          <p:nvPr/>
        </p:nvSpPr>
        <p:spPr>
          <a:xfrm>
            <a:off x="8422704" y="168160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4" name="r2_o09752"/>
          <p:cNvSpPr/>
          <p:nvPr/>
        </p:nvSpPr>
        <p:spPr>
          <a:xfrm>
            <a:off x="8426786" y="168525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5" name="r2_o09753"/>
          <p:cNvSpPr/>
          <p:nvPr/>
        </p:nvSpPr>
        <p:spPr>
          <a:xfrm>
            <a:off x="8426786" y="168525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6" name="r2_o09754"/>
          <p:cNvSpPr/>
          <p:nvPr/>
        </p:nvSpPr>
        <p:spPr>
          <a:xfrm>
            <a:off x="8305465" y="168464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7" name="r2_o09755"/>
          <p:cNvSpPr/>
          <p:nvPr/>
        </p:nvSpPr>
        <p:spPr>
          <a:xfrm>
            <a:off x="8309547" y="168828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8" name="r2_o09756"/>
          <p:cNvSpPr/>
          <p:nvPr/>
        </p:nvSpPr>
        <p:spPr>
          <a:xfrm>
            <a:off x="8309547" y="168828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59" name="r2_o09757"/>
          <p:cNvSpPr/>
          <p:nvPr/>
        </p:nvSpPr>
        <p:spPr>
          <a:xfrm>
            <a:off x="8575662" y="169162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0" name="r2_o09758"/>
          <p:cNvSpPr/>
          <p:nvPr/>
        </p:nvSpPr>
        <p:spPr>
          <a:xfrm>
            <a:off x="8579743" y="169526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1" name="r2_o09759"/>
          <p:cNvSpPr/>
          <p:nvPr/>
        </p:nvSpPr>
        <p:spPr>
          <a:xfrm>
            <a:off x="8579743" y="169526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2" name="r2_o09760"/>
          <p:cNvSpPr/>
          <p:nvPr/>
        </p:nvSpPr>
        <p:spPr>
          <a:xfrm>
            <a:off x="8594028" y="170852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3" name="r2_o09761"/>
          <p:cNvSpPr/>
          <p:nvPr/>
        </p:nvSpPr>
        <p:spPr>
          <a:xfrm>
            <a:off x="8596640" y="171086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4" name="r2_o09762"/>
          <p:cNvSpPr/>
          <p:nvPr/>
        </p:nvSpPr>
        <p:spPr>
          <a:xfrm>
            <a:off x="8596640" y="171086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5" name="r2_o09763"/>
          <p:cNvSpPr/>
          <p:nvPr/>
        </p:nvSpPr>
        <p:spPr>
          <a:xfrm>
            <a:off x="8458423" y="169465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6" name="r2_o09764"/>
          <p:cNvSpPr/>
          <p:nvPr/>
        </p:nvSpPr>
        <p:spPr>
          <a:xfrm>
            <a:off x="8462505" y="169830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7" name="r2_o09765"/>
          <p:cNvSpPr/>
          <p:nvPr/>
        </p:nvSpPr>
        <p:spPr>
          <a:xfrm>
            <a:off x="8462505" y="169830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8" name="r2_o09766"/>
          <p:cNvSpPr/>
          <p:nvPr/>
        </p:nvSpPr>
        <p:spPr>
          <a:xfrm>
            <a:off x="8611381" y="170467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9" name="r2_o09767"/>
          <p:cNvSpPr/>
          <p:nvPr/>
        </p:nvSpPr>
        <p:spPr>
          <a:xfrm>
            <a:off x="8615463" y="170831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0" name="r2_o09768"/>
          <p:cNvSpPr/>
          <p:nvPr/>
        </p:nvSpPr>
        <p:spPr>
          <a:xfrm>
            <a:off x="8615463" y="170831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1" name="r2_o09769"/>
          <p:cNvSpPr/>
          <p:nvPr/>
        </p:nvSpPr>
        <p:spPr>
          <a:xfrm>
            <a:off x="8629747" y="172157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2" name="r2_o09770"/>
          <p:cNvSpPr/>
          <p:nvPr/>
        </p:nvSpPr>
        <p:spPr>
          <a:xfrm>
            <a:off x="8632359" y="172391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3" name="r2_o09771"/>
          <p:cNvSpPr/>
          <p:nvPr/>
        </p:nvSpPr>
        <p:spPr>
          <a:xfrm>
            <a:off x="8632359" y="172391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4" name="r2_o09772"/>
          <p:cNvSpPr/>
          <p:nvPr/>
        </p:nvSpPr>
        <p:spPr>
          <a:xfrm>
            <a:off x="8376904" y="17107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5" name="r2_o09773"/>
          <p:cNvSpPr/>
          <p:nvPr/>
        </p:nvSpPr>
        <p:spPr>
          <a:xfrm>
            <a:off x="8380985" y="17143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6" name="r2_o09774"/>
          <p:cNvSpPr/>
          <p:nvPr/>
        </p:nvSpPr>
        <p:spPr>
          <a:xfrm>
            <a:off x="8380985" y="17143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7" name="r2_o09775"/>
          <p:cNvSpPr/>
          <p:nvPr/>
        </p:nvSpPr>
        <p:spPr>
          <a:xfrm>
            <a:off x="8259666" y="171378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8" name="r2_o09776"/>
          <p:cNvSpPr/>
          <p:nvPr/>
        </p:nvSpPr>
        <p:spPr>
          <a:xfrm>
            <a:off x="8263747" y="171742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79" name="r2_o09777"/>
          <p:cNvSpPr/>
          <p:nvPr/>
        </p:nvSpPr>
        <p:spPr>
          <a:xfrm>
            <a:off x="8263747" y="171742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0" name="r2_o09778"/>
          <p:cNvSpPr/>
          <p:nvPr/>
        </p:nvSpPr>
        <p:spPr>
          <a:xfrm>
            <a:off x="8278032" y="173068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1" name="r2_o09779"/>
          <p:cNvSpPr/>
          <p:nvPr/>
        </p:nvSpPr>
        <p:spPr>
          <a:xfrm>
            <a:off x="8280644" y="173302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2" name="r2_o09780"/>
          <p:cNvSpPr/>
          <p:nvPr/>
        </p:nvSpPr>
        <p:spPr>
          <a:xfrm>
            <a:off x="8280644" y="173302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3" name="r2_o09781"/>
          <p:cNvSpPr/>
          <p:nvPr/>
        </p:nvSpPr>
        <p:spPr>
          <a:xfrm>
            <a:off x="8529862" y="172075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4" name="r2_o09782"/>
          <p:cNvSpPr/>
          <p:nvPr/>
        </p:nvSpPr>
        <p:spPr>
          <a:xfrm>
            <a:off x="8533943" y="172439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5" name="r2_o09783"/>
          <p:cNvSpPr/>
          <p:nvPr/>
        </p:nvSpPr>
        <p:spPr>
          <a:xfrm>
            <a:off x="8533943" y="172439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6" name="r2_o09784"/>
          <p:cNvSpPr/>
          <p:nvPr/>
        </p:nvSpPr>
        <p:spPr>
          <a:xfrm>
            <a:off x="8412623" y="172378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7" name="r2_o09785"/>
          <p:cNvSpPr/>
          <p:nvPr/>
        </p:nvSpPr>
        <p:spPr>
          <a:xfrm>
            <a:off x="8416704" y="172743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8" name="r2_o09786"/>
          <p:cNvSpPr/>
          <p:nvPr/>
        </p:nvSpPr>
        <p:spPr>
          <a:xfrm>
            <a:off x="8416704" y="172743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89" name="r2_o09787"/>
          <p:cNvSpPr/>
          <p:nvPr/>
        </p:nvSpPr>
        <p:spPr>
          <a:xfrm>
            <a:off x="8565581" y="173380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0" name="r2_o09788"/>
          <p:cNvSpPr/>
          <p:nvPr/>
        </p:nvSpPr>
        <p:spPr>
          <a:xfrm>
            <a:off x="8569662" y="173744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1" name="r2_o09789"/>
          <p:cNvSpPr/>
          <p:nvPr/>
        </p:nvSpPr>
        <p:spPr>
          <a:xfrm>
            <a:off x="8569662" y="173744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2" name="r2_o09790"/>
          <p:cNvSpPr/>
          <p:nvPr/>
        </p:nvSpPr>
        <p:spPr>
          <a:xfrm>
            <a:off x="8331104" y="173987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3" name="r2_o09791"/>
          <p:cNvSpPr/>
          <p:nvPr/>
        </p:nvSpPr>
        <p:spPr>
          <a:xfrm>
            <a:off x="8335185" y="174352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4" name="r2_o09792"/>
          <p:cNvSpPr/>
          <p:nvPr/>
        </p:nvSpPr>
        <p:spPr>
          <a:xfrm>
            <a:off x="8335185" y="174352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5" name="r2_o09793"/>
          <p:cNvSpPr/>
          <p:nvPr/>
        </p:nvSpPr>
        <p:spPr>
          <a:xfrm>
            <a:off x="8484061" y="174988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6" name="r2_o09794"/>
          <p:cNvSpPr/>
          <p:nvPr/>
        </p:nvSpPr>
        <p:spPr>
          <a:xfrm>
            <a:off x="8488142" y="175353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7" name="r2_o09795"/>
          <p:cNvSpPr/>
          <p:nvPr/>
        </p:nvSpPr>
        <p:spPr>
          <a:xfrm>
            <a:off x="8488142" y="175353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8" name="r2_o09796"/>
          <p:cNvSpPr/>
          <p:nvPr/>
        </p:nvSpPr>
        <p:spPr>
          <a:xfrm>
            <a:off x="8366823" y="175292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799" name="r2_o09797"/>
          <p:cNvSpPr/>
          <p:nvPr/>
        </p:nvSpPr>
        <p:spPr>
          <a:xfrm>
            <a:off x="8370904" y="175657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0" name="r2_o09798"/>
          <p:cNvSpPr/>
          <p:nvPr/>
        </p:nvSpPr>
        <p:spPr>
          <a:xfrm>
            <a:off x="8370904" y="175657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1" name="r2_o09799"/>
          <p:cNvSpPr/>
          <p:nvPr/>
        </p:nvSpPr>
        <p:spPr>
          <a:xfrm>
            <a:off x="8637019" y="175990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2" name="r2_o09800"/>
          <p:cNvSpPr/>
          <p:nvPr/>
        </p:nvSpPr>
        <p:spPr>
          <a:xfrm>
            <a:off x="8641100" y="176354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3" name="r2_o09801"/>
          <p:cNvSpPr/>
          <p:nvPr/>
        </p:nvSpPr>
        <p:spPr>
          <a:xfrm>
            <a:off x="8641100" y="176354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4" name="r2_o09802"/>
          <p:cNvSpPr/>
          <p:nvPr/>
        </p:nvSpPr>
        <p:spPr>
          <a:xfrm>
            <a:off x="8519780" y="176293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5" name="r2_o09803"/>
          <p:cNvSpPr/>
          <p:nvPr/>
        </p:nvSpPr>
        <p:spPr>
          <a:xfrm>
            <a:off x="8523861" y="176658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6" name="r2_o09804"/>
          <p:cNvSpPr/>
          <p:nvPr/>
        </p:nvSpPr>
        <p:spPr>
          <a:xfrm>
            <a:off x="8523861" y="176658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7" name="r2_o09805"/>
          <p:cNvSpPr/>
          <p:nvPr/>
        </p:nvSpPr>
        <p:spPr>
          <a:xfrm>
            <a:off x="8285304" y="176901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8" name="r2_o09806"/>
          <p:cNvSpPr/>
          <p:nvPr/>
        </p:nvSpPr>
        <p:spPr>
          <a:xfrm>
            <a:off x="8289385" y="177265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09" name="r2_o09807"/>
          <p:cNvSpPr/>
          <p:nvPr/>
        </p:nvSpPr>
        <p:spPr>
          <a:xfrm>
            <a:off x="8289385" y="177265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0" name="r2_o09808"/>
          <p:cNvSpPr/>
          <p:nvPr/>
        </p:nvSpPr>
        <p:spPr>
          <a:xfrm>
            <a:off x="8303669" y="178592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1" name="r2_o09809"/>
          <p:cNvSpPr/>
          <p:nvPr/>
        </p:nvSpPr>
        <p:spPr>
          <a:xfrm>
            <a:off x="8306281" y="178825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2" name="r2_o09810"/>
          <p:cNvSpPr/>
          <p:nvPr/>
        </p:nvSpPr>
        <p:spPr>
          <a:xfrm>
            <a:off x="8306281" y="178825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3" name="r2_o09811"/>
          <p:cNvSpPr/>
          <p:nvPr/>
        </p:nvSpPr>
        <p:spPr>
          <a:xfrm>
            <a:off x="8672738" y="177295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4" name="r2_o09812"/>
          <p:cNvSpPr/>
          <p:nvPr/>
        </p:nvSpPr>
        <p:spPr>
          <a:xfrm>
            <a:off x="8676819" y="177659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5" name="r2_o09813"/>
          <p:cNvSpPr/>
          <p:nvPr/>
        </p:nvSpPr>
        <p:spPr>
          <a:xfrm>
            <a:off x="8676819" y="177659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6" name="r2_o09814"/>
          <p:cNvSpPr/>
          <p:nvPr/>
        </p:nvSpPr>
        <p:spPr>
          <a:xfrm>
            <a:off x="8691104" y="178985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7" name="r2_o09815"/>
          <p:cNvSpPr/>
          <p:nvPr/>
        </p:nvSpPr>
        <p:spPr>
          <a:xfrm>
            <a:off x="8693716" y="179219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8" name="r2_o09816"/>
          <p:cNvSpPr/>
          <p:nvPr/>
        </p:nvSpPr>
        <p:spPr>
          <a:xfrm>
            <a:off x="8693716" y="179219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19" name="r2_o09817"/>
          <p:cNvSpPr/>
          <p:nvPr/>
        </p:nvSpPr>
        <p:spPr>
          <a:xfrm>
            <a:off x="8438261" y="177902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0" name="r2_o09818"/>
          <p:cNvSpPr/>
          <p:nvPr/>
        </p:nvSpPr>
        <p:spPr>
          <a:xfrm>
            <a:off x="8442343" y="178267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1" name="r2_o09819"/>
          <p:cNvSpPr/>
          <p:nvPr/>
        </p:nvSpPr>
        <p:spPr>
          <a:xfrm>
            <a:off x="8442343" y="178267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2" name="r2_o09820"/>
          <p:cNvSpPr/>
          <p:nvPr/>
        </p:nvSpPr>
        <p:spPr>
          <a:xfrm>
            <a:off x="8321023" y="178206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3" name="r2_o09821"/>
          <p:cNvSpPr/>
          <p:nvPr/>
        </p:nvSpPr>
        <p:spPr>
          <a:xfrm>
            <a:off x="8325104" y="178570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4" name="r2_o09822"/>
          <p:cNvSpPr/>
          <p:nvPr/>
        </p:nvSpPr>
        <p:spPr>
          <a:xfrm>
            <a:off x="8325104" y="178570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5" name="r2_o09823"/>
          <p:cNvSpPr/>
          <p:nvPr/>
        </p:nvSpPr>
        <p:spPr>
          <a:xfrm>
            <a:off x="8591218" y="178903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6" name="r2_o09824"/>
          <p:cNvSpPr/>
          <p:nvPr/>
        </p:nvSpPr>
        <p:spPr>
          <a:xfrm>
            <a:off x="8595300" y="179267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7" name="r2_o09825"/>
          <p:cNvSpPr/>
          <p:nvPr/>
        </p:nvSpPr>
        <p:spPr>
          <a:xfrm>
            <a:off x="8595300" y="179267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8" name="r2_o09826"/>
          <p:cNvSpPr/>
          <p:nvPr/>
        </p:nvSpPr>
        <p:spPr>
          <a:xfrm>
            <a:off x="8473981" y="179207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29" name="r2_o09827"/>
          <p:cNvSpPr/>
          <p:nvPr/>
        </p:nvSpPr>
        <p:spPr>
          <a:xfrm>
            <a:off x="8478062" y="179572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0" name="r2_o09828"/>
          <p:cNvSpPr/>
          <p:nvPr/>
        </p:nvSpPr>
        <p:spPr>
          <a:xfrm>
            <a:off x="8478062" y="179572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1" name="r2_o09829"/>
          <p:cNvSpPr/>
          <p:nvPr/>
        </p:nvSpPr>
        <p:spPr>
          <a:xfrm>
            <a:off x="8626938" y="180208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2" name="r2_o09830"/>
          <p:cNvSpPr/>
          <p:nvPr/>
        </p:nvSpPr>
        <p:spPr>
          <a:xfrm>
            <a:off x="8631019" y="180572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3" name="r2_o09831"/>
          <p:cNvSpPr/>
          <p:nvPr/>
        </p:nvSpPr>
        <p:spPr>
          <a:xfrm>
            <a:off x="8631019" y="180572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4" name="r2_o09832"/>
          <p:cNvSpPr/>
          <p:nvPr/>
        </p:nvSpPr>
        <p:spPr>
          <a:xfrm>
            <a:off x="8392461" y="180816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5" name="r2_o09833"/>
          <p:cNvSpPr/>
          <p:nvPr/>
        </p:nvSpPr>
        <p:spPr>
          <a:xfrm>
            <a:off x="8396542" y="181180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6" name="r2_o09834"/>
          <p:cNvSpPr/>
          <p:nvPr/>
        </p:nvSpPr>
        <p:spPr>
          <a:xfrm>
            <a:off x="8396542" y="181180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7" name="r2_o09835"/>
          <p:cNvSpPr/>
          <p:nvPr/>
        </p:nvSpPr>
        <p:spPr>
          <a:xfrm>
            <a:off x="8545419" y="18181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8" name="r2_o09836"/>
          <p:cNvSpPr/>
          <p:nvPr/>
        </p:nvSpPr>
        <p:spPr>
          <a:xfrm>
            <a:off x="8549500" y="18218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39" name="r2_o09837"/>
          <p:cNvSpPr/>
          <p:nvPr/>
        </p:nvSpPr>
        <p:spPr>
          <a:xfrm>
            <a:off x="8549500" y="18218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0" name="r2_o09838"/>
          <p:cNvSpPr/>
          <p:nvPr/>
        </p:nvSpPr>
        <p:spPr>
          <a:xfrm>
            <a:off x="8428180" y="182120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1" name="r2_o09839"/>
          <p:cNvSpPr/>
          <p:nvPr/>
        </p:nvSpPr>
        <p:spPr>
          <a:xfrm>
            <a:off x="8432261" y="182485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2" name="r2_o09840"/>
          <p:cNvSpPr/>
          <p:nvPr/>
        </p:nvSpPr>
        <p:spPr>
          <a:xfrm>
            <a:off x="8432261" y="182485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3" name="r2_o09841"/>
          <p:cNvSpPr/>
          <p:nvPr/>
        </p:nvSpPr>
        <p:spPr>
          <a:xfrm>
            <a:off x="8698376" y="182818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4" name="r2_o09842"/>
          <p:cNvSpPr/>
          <p:nvPr/>
        </p:nvSpPr>
        <p:spPr>
          <a:xfrm>
            <a:off x="8702457" y="183182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5" name="r2_o09843"/>
          <p:cNvSpPr/>
          <p:nvPr/>
        </p:nvSpPr>
        <p:spPr>
          <a:xfrm>
            <a:off x="8702457" y="183182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6" name="r2_o09844"/>
          <p:cNvSpPr/>
          <p:nvPr/>
        </p:nvSpPr>
        <p:spPr>
          <a:xfrm>
            <a:off x="8716742" y="184509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7" name="r2_o09845"/>
          <p:cNvSpPr/>
          <p:nvPr/>
        </p:nvSpPr>
        <p:spPr>
          <a:xfrm>
            <a:off x="8719354" y="184742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8" name="r2_o09846"/>
          <p:cNvSpPr/>
          <p:nvPr/>
        </p:nvSpPr>
        <p:spPr>
          <a:xfrm>
            <a:off x="8719354" y="184742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49" name="r2_o09847"/>
          <p:cNvSpPr/>
          <p:nvPr/>
        </p:nvSpPr>
        <p:spPr>
          <a:xfrm>
            <a:off x="8581138" y="183122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0" name="r2_o09848"/>
          <p:cNvSpPr/>
          <p:nvPr/>
        </p:nvSpPr>
        <p:spPr>
          <a:xfrm>
            <a:off x="8585219" y="183486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1" name="r2_o09849"/>
          <p:cNvSpPr/>
          <p:nvPr/>
        </p:nvSpPr>
        <p:spPr>
          <a:xfrm>
            <a:off x="8585219" y="183486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2" name="r2_o09850"/>
          <p:cNvSpPr/>
          <p:nvPr/>
        </p:nvSpPr>
        <p:spPr>
          <a:xfrm>
            <a:off x="8346660" y="183729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3" name="r2_o09851"/>
          <p:cNvSpPr/>
          <p:nvPr/>
        </p:nvSpPr>
        <p:spPr>
          <a:xfrm>
            <a:off x="8350742" y="184093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4" name="r2_o09852"/>
          <p:cNvSpPr/>
          <p:nvPr/>
        </p:nvSpPr>
        <p:spPr>
          <a:xfrm>
            <a:off x="8350742" y="184093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5" name="r2_o09853"/>
          <p:cNvSpPr/>
          <p:nvPr/>
        </p:nvSpPr>
        <p:spPr>
          <a:xfrm>
            <a:off x="8365026" y="185420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6" name="r2_o09854"/>
          <p:cNvSpPr/>
          <p:nvPr/>
        </p:nvSpPr>
        <p:spPr>
          <a:xfrm>
            <a:off x="8367638" y="185653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7" name="r2_o09855"/>
          <p:cNvSpPr/>
          <p:nvPr/>
        </p:nvSpPr>
        <p:spPr>
          <a:xfrm>
            <a:off x="8367638" y="185653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8" name="r2_o09856"/>
          <p:cNvSpPr/>
          <p:nvPr/>
        </p:nvSpPr>
        <p:spPr>
          <a:xfrm>
            <a:off x="8499618" y="184730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59" name="r2_o09857"/>
          <p:cNvSpPr/>
          <p:nvPr/>
        </p:nvSpPr>
        <p:spPr>
          <a:xfrm>
            <a:off x="8503700" y="185095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0" name="r2_o09858"/>
          <p:cNvSpPr/>
          <p:nvPr/>
        </p:nvSpPr>
        <p:spPr>
          <a:xfrm>
            <a:off x="8503700" y="185095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1" name="r2_o09859"/>
          <p:cNvSpPr/>
          <p:nvPr/>
        </p:nvSpPr>
        <p:spPr>
          <a:xfrm>
            <a:off x="8382379" y="185034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2" name="r2_o09860"/>
          <p:cNvSpPr/>
          <p:nvPr/>
        </p:nvSpPr>
        <p:spPr>
          <a:xfrm>
            <a:off x="8386461" y="185398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3" name="r2_o09861"/>
          <p:cNvSpPr/>
          <p:nvPr/>
        </p:nvSpPr>
        <p:spPr>
          <a:xfrm>
            <a:off x="8386461" y="185398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4" name="r2_o09862"/>
          <p:cNvSpPr/>
          <p:nvPr/>
        </p:nvSpPr>
        <p:spPr>
          <a:xfrm>
            <a:off x="8400745" y="186725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5" name="r2_o09863"/>
          <p:cNvSpPr/>
          <p:nvPr/>
        </p:nvSpPr>
        <p:spPr>
          <a:xfrm>
            <a:off x="8403357" y="186958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6" name="r2_o09864"/>
          <p:cNvSpPr/>
          <p:nvPr/>
        </p:nvSpPr>
        <p:spPr>
          <a:xfrm>
            <a:off x="8403357" y="186958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7" name="r2_o09865"/>
          <p:cNvSpPr/>
          <p:nvPr/>
        </p:nvSpPr>
        <p:spPr>
          <a:xfrm>
            <a:off x="8652576" y="185732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8" name="r2_o09866"/>
          <p:cNvSpPr/>
          <p:nvPr/>
        </p:nvSpPr>
        <p:spPr>
          <a:xfrm>
            <a:off x="8656657" y="186096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69" name="r2_o09867"/>
          <p:cNvSpPr/>
          <p:nvPr/>
        </p:nvSpPr>
        <p:spPr>
          <a:xfrm>
            <a:off x="8656657" y="186096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0" name="r2_o09868"/>
          <p:cNvSpPr/>
          <p:nvPr/>
        </p:nvSpPr>
        <p:spPr>
          <a:xfrm>
            <a:off x="8535337" y="186035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1" name="r2_o09869"/>
          <p:cNvSpPr/>
          <p:nvPr/>
        </p:nvSpPr>
        <p:spPr>
          <a:xfrm>
            <a:off x="8539419" y="186400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2" name="r2_o09870"/>
          <p:cNvSpPr/>
          <p:nvPr/>
        </p:nvSpPr>
        <p:spPr>
          <a:xfrm>
            <a:off x="8539419" y="186400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3" name="r2_o09871"/>
          <p:cNvSpPr/>
          <p:nvPr/>
        </p:nvSpPr>
        <p:spPr>
          <a:xfrm>
            <a:off x="8688295" y="187037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4" name="r2_o09872"/>
          <p:cNvSpPr/>
          <p:nvPr/>
        </p:nvSpPr>
        <p:spPr>
          <a:xfrm>
            <a:off x="8692377" y="187401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5" name="r2_o09873"/>
          <p:cNvSpPr/>
          <p:nvPr/>
        </p:nvSpPr>
        <p:spPr>
          <a:xfrm>
            <a:off x="8692377" y="187401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6" name="r2_o09874"/>
          <p:cNvSpPr/>
          <p:nvPr/>
        </p:nvSpPr>
        <p:spPr>
          <a:xfrm>
            <a:off x="8453818" y="187644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7" name="r2_o09875"/>
          <p:cNvSpPr/>
          <p:nvPr/>
        </p:nvSpPr>
        <p:spPr>
          <a:xfrm>
            <a:off x="8457899" y="188008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8" name="r2_o09876"/>
          <p:cNvSpPr/>
          <p:nvPr/>
        </p:nvSpPr>
        <p:spPr>
          <a:xfrm>
            <a:off x="8457899" y="188008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79" name="r2_o09877"/>
          <p:cNvSpPr/>
          <p:nvPr/>
        </p:nvSpPr>
        <p:spPr>
          <a:xfrm>
            <a:off x="8472183" y="189334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0" name="r2_o09878"/>
          <p:cNvSpPr/>
          <p:nvPr/>
        </p:nvSpPr>
        <p:spPr>
          <a:xfrm>
            <a:off x="8474795" y="189568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1" name="r2_o09879"/>
          <p:cNvSpPr/>
          <p:nvPr/>
        </p:nvSpPr>
        <p:spPr>
          <a:xfrm>
            <a:off x="8474795" y="189568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2" name="r2_o09880"/>
          <p:cNvSpPr/>
          <p:nvPr/>
        </p:nvSpPr>
        <p:spPr>
          <a:xfrm>
            <a:off x="8606776" y="188645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3" name="r2_o09881"/>
          <p:cNvSpPr/>
          <p:nvPr/>
        </p:nvSpPr>
        <p:spPr>
          <a:xfrm>
            <a:off x="8610857" y="189009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4" name="r2_o09882"/>
          <p:cNvSpPr/>
          <p:nvPr/>
        </p:nvSpPr>
        <p:spPr>
          <a:xfrm>
            <a:off x="8610857" y="189009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5" name="r2_o09883"/>
          <p:cNvSpPr/>
          <p:nvPr/>
        </p:nvSpPr>
        <p:spPr>
          <a:xfrm>
            <a:off x="8489537" y="188949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6" name="r2_o09884"/>
          <p:cNvSpPr/>
          <p:nvPr/>
        </p:nvSpPr>
        <p:spPr>
          <a:xfrm>
            <a:off x="8493618" y="189313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7" name="r2_o09885"/>
          <p:cNvSpPr/>
          <p:nvPr/>
        </p:nvSpPr>
        <p:spPr>
          <a:xfrm>
            <a:off x="8493618" y="189313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8" name="r2_o09886"/>
          <p:cNvSpPr/>
          <p:nvPr/>
        </p:nvSpPr>
        <p:spPr>
          <a:xfrm>
            <a:off x="8507903" y="190639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89" name="r2_o09887"/>
          <p:cNvSpPr/>
          <p:nvPr/>
        </p:nvSpPr>
        <p:spPr>
          <a:xfrm>
            <a:off x="8510515" y="190873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0" name="r2_o09888"/>
          <p:cNvSpPr/>
          <p:nvPr/>
        </p:nvSpPr>
        <p:spPr>
          <a:xfrm>
            <a:off x="8510515" y="190873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1" name="r2_o09889"/>
          <p:cNvSpPr/>
          <p:nvPr/>
        </p:nvSpPr>
        <p:spPr>
          <a:xfrm>
            <a:off x="8642495" y="189950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2" name="r2_o09890"/>
          <p:cNvSpPr/>
          <p:nvPr/>
        </p:nvSpPr>
        <p:spPr>
          <a:xfrm>
            <a:off x="8646576" y="190314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3" name="r2_o09891"/>
          <p:cNvSpPr/>
          <p:nvPr/>
        </p:nvSpPr>
        <p:spPr>
          <a:xfrm>
            <a:off x="8646576" y="190314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4" name="r2_o09892"/>
          <p:cNvSpPr/>
          <p:nvPr/>
        </p:nvSpPr>
        <p:spPr>
          <a:xfrm>
            <a:off x="8560975" y="191558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5" name="r2_o09893"/>
          <p:cNvSpPr/>
          <p:nvPr/>
        </p:nvSpPr>
        <p:spPr>
          <a:xfrm>
            <a:off x="8565056" y="191923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6" name="r2_o09894"/>
          <p:cNvSpPr/>
          <p:nvPr/>
        </p:nvSpPr>
        <p:spPr>
          <a:xfrm>
            <a:off x="8565056" y="191923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7" name="r2_o09895"/>
          <p:cNvSpPr/>
          <p:nvPr/>
        </p:nvSpPr>
        <p:spPr>
          <a:xfrm>
            <a:off x="8579341" y="193249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8" name="r2_o09896"/>
          <p:cNvSpPr/>
          <p:nvPr/>
        </p:nvSpPr>
        <p:spPr>
          <a:xfrm>
            <a:off x="8581953" y="193482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899" name="r2_o09897"/>
          <p:cNvSpPr/>
          <p:nvPr/>
        </p:nvSpPr>
        <p:spPr>
          <a:xfrm>
            <a:off x="8581953" y="193482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0" name="r2_o09898"/>
          <p:cNvSpPr/>
          <p:nvPr/>
        </p:nvSpPr>
        <p:spPr>
          <a:xfrm>
            <a:off x="8713933" y="192560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1" name="r2_o09899"/>
          <p:cNvSpPr/>
          <p:nvPr/>
        </p:nvSpPr>
        <p:spPr>
          <a:xfrm>
            <a:off x="8718014" y="192924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2" name="r2_o09900"/>
          <p:cNvSpPr/>
          <p:nvPr/>
        </p:nvSpPr>
        <p:spPr>
          <a:xfrm>
            <a:off x="8718014" y="192924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3" name="r2_o09901"/>
          <p:cNvSpPr/>
          <p:nvPr/>
        </p:nvSpPr>
        <p:spPr>
          <a:xfrm>
            <a:off x="8732299" y="194251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4" name="r2_o09902"/>
          <p:cNvSpPr/>
          <p:nvPr/>
        </p:nvSpPr>
        <p:spPr>
          <a:xfrm>
            <a:off x="8734911" y="194484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5" name="r2_o09903"/>
          <p:cNvSpPr/>
          <p:nvPr/>
        </p:nvSpPr>
        <p:spPr>
          <a:xfrm>
            <a:off x="8734911" y="194484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6" name="r2_o09904"/>
          <p:cNvSpPr/>
          <p:nvPr/>
        </p:nvSpPr>
        <p:spPr>
          <a:xfrm>
            <a:off x="8596694" y="192863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7" name="r2_o09905"/>
          <p:cNvSpPr/>
          <p:nvPr/>
        </p:nvSpPr>
        <p:spPr>
          <a:xfrm>
            <a:off x="8600775" y="193228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8" name="r2_o09906"/>
          <p:cNvSpPr/>
          <p:nvPr/>
        </p:nvSpPr>
        <p:spPr>
          <a:xfrm>
            <a:off x="8600775" y="193228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09" name="r2_o09907"/>
          <p:cNvSpPr/>
          <p:nvPr/>
        </p:nvSpPr>
        <p:spPr>
          <a:xfrm>
            <a:off x="8615060" y="194554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0" name="r2_o09908"/>
          <p:cNvSpPr/>
          <p:nvPr/>
        </p:nvSpPr>
        <p:spPr>
          <a:xfrm>
            <a:off x="8617672" y="194787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1" name="r2_o09909"/>
          <p:cNvSpPr/>
          <p:nvPr/>
        </p:nvSpPr>
        <p:spPr>
          <a:xfrm>
            <a:off x="8617672" y="194787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2" name="r2_o09910"/>
          <p:cNvSpPr/>
          <p:nvPr/>
        </p:nvSpPr>
        <p:spPr>
          <a:xfrm>
            <a:off x="8668132" y="195473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3" name="r2_o09911"/>
          <p:cNvSpPr/>
          <p:nvPr/>
        </p:nvSpPr>
        <p:spPr>
          <a:xfrm>
            <a:off x="8672214" y="195838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4" name="r2_o09912"/>
          <p:cNvSpPr/>
          <p:nvPr/>
        </p:nvSpPr>
        <p:spPr>
          <a:xfrm>
            <a:off x="8672214" y="195838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5" name="r2_o09913"/>
          <p:cNvSpPr/>
          <p:nvPr/>
        </p:nvSpPr>
        <p:spPr>
          <a:xfrm>
            <a:off x="8686498" y="197164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6" name="r2_o09914"/>
          <p:cNvSpPr/>
          <p:nvPr/>
        </p:nvSpPr>
        <p:spPr>
          <a:xfrm>
            <a:off x="8689110" y="197397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7" name="r2_o09915"/>
          <p:cNvSpPr/>
          <p:nvPr/>
        </p:nvSpPr>
        <p:spPr>
          <a:xfrm>
            <a:off x="8689110" y="197397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8" name="r2_o09916"/>
          <p:cNvSpPr/>
          <p:nvPr/>
        </p:nvSpPr>
        <p:spPr>
          <a:xfrm>
            <a:off x="8703852" y="196778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19" name="r2_o09917"/>
          <p:cNvSpPr/>
          <p:nvPr/>
        </p:nvSpPr>
        <p:spPr>
          <a:xfrm>
            <a:off x="8707933" y="197143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0" name="r2_o09918"/>
          <p:cNvSpPr/>
          <p:nvPr/>
        </p:nvSpPr>
        <p:spPr>
          <a:xfrm>
            <a:off x="8707933" y="197143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1" name="r2_o09919"/>
          <p:cNvSpPr/>
          <p:nvPr/>
        </p:nvSpPr>
        <p:spPr>
          <a:xfrm>
            <a:off x="8722217" y="198469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2" name="r2_o09920"/>
          <p:cNvSpPr/>
          <p:nvPr/>
        </p:nvSpPr>
        <p:spPr>
          <a:xfrm>
            <a:off x="8724829" y="198702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3" name="r2_o09921"/>
          <p:cNvSpPr/>
          <p:nvPr/>
        </p:nvSpPr>
        <p:spPr>
          <a:xfrm>
            <a:off x="8724829" y="198702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24" name="r2_o09922"/>
          <p:cNvSpPr/>
          <p:nvPr/>
        </p:nvSpPr>
        <p:spPr>
          <a:xfrm flipV="1">
            <a:off x="7105614" y="2571382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25" name="r2_o09923"/>
          <p:cNvSpPr/>
          <p:nvPr/>
        </p:nvSpPr>
        <p:spPr>
          <a:xfrm flipV="1">
            <a:off x="6908400" y="2818379"/>
            <a:ext cx="89700" cy="866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26" name="r2_o09924"/>
          <p:cNvSpPr/>
          <p:nvPr/>
        </p:nvSpPr>
        <p:spPr>
          <a:xfrm flipH="1" flipV="1">
            <a:off x="6729016" y="2844374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27" name="r2_o09925"/>
          <p:cNvSpPr/>
          <p:nvPr/>
        </p:nvSpPr>
        <p:spPr>
          <a:xfrm flipH="1" flipV="1">
            <a:off x="6976479" y="2665268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28" name="r2_o09926"/>
          <p:cNvSpPr/>
          <p:nvPr/>
        </p:nvSpPr>
        <p:spPr>
          <a:xfrm flipV="1">
            <a:off x="6847344" y="2673933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29" name="r2_o09927"/>
          <p:cNvSpPr/>
          <p:nvPr/>
        </p:nvSpPr>
        <p:spPr>
          <a:xfrm flipV="1">
            <a:off x="7123444" y="2409606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0" name="r2_o09928"/>
          <p:cNvSpPr/>
          <p:nvPr/>
        </p:nvSpPr>
        <p:spPr>
          <a:xfrm flipH="1" flipV="1">
            <a:off x="7353085" y="2434887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1" name="r2_o09929"/>
          <p:cNvSpPr/>
          <p:nvPr/>
        </p:nvSpPr>
        <p:spPr>
          <a:xfrm flipH="1" flipV="1">
            <a:off x="7342271" y="2358330"/>
            <a:ext cx="50257" cy="3394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2" name="r2_o09930"/>
          <p:cNvSpPr/>
          <p:nvPr/>
        </p:nvSpPr>
        <p:spPr>
          <a:xfrm flipH="1" flipV="1">
            <a:off x="7116428" y="2690548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3" name="r2_o09931"/>
          <p:cNvSpPr/>
          <p:nvPr/>
        </p:nvSpPr>
        <p:spPr>
          <a:xfrm flipH="1" flipV="1">
            <a:off x="7245563" y="2639272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4" name="r2_o09932"/>
          <p:cNvSpPr/>
          <p:nvPr/>
        </p:nvSpPr>
        <p:spPr>
          <a:xfrm flipV="1">
            <a:off x="7134250" y="2486161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5" name="r2_o09933"/>
          <p:cNvSpPr/>
          <p:nvPr/>
        </p:nvSpPr>
        <p:spPr>
          <a:xfrm flipV="1">
            <a:off x="7015922" y="2613992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6" name="r2_o09934"/>
          <p:cNvSpPr/>
          <p:nvPr/>
        </p:nvSpPr>
        <p:spPr>
          <a:xfrm flipV="1">
            <a:off x="7263385" y="2434887"/>
            <a:ext cx="89700" cy="866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7" name="r2_o09935"/>
          <p:cNvSpPr/>
          <p:nvPr/>
        </p:nvSpPr>
        <p:spPr>
          <a:xfrm flipV="1">
            <a:off x="7363891" y="2468831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8" name="r2_o09936"/>
          <p:cNvSpPr/>
          <p:nvPr/>
        </p:nvSpPr>
        <p:spPr>
          <a:xfrm flipV="1">
            <a:off x="6919214" y="2894934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39" name="r2_o09937"/>
          <p:cNvSpPr/>
          <p:nvPr/>
        </p:nvSpPr>
        <p:spPr>
          <a:xfrm flipV="1">
            <a:off x="7166677" y="2715827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0" name="r2_o09938"/>
          <p:cNvSpPr/>
          <p:nvPr/>
        </p:nvSpPr>
        <p:spPr>
          <a:xfrm flipV="1">
            <a:off x="7274199" y="2511442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1" name="r2_o09939"/>
          <p:cNvSpPr/>
          <p:nvPr/>
        </p:nvSpPr>
        <p:spPr>
          <a:xfrm flipV="1">
            <a:off x="7145057" y="2562718"/>
            <a:ext cx="89700" cy="866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2" name="r2_o09940"/>
          <p:cNvSpPr/>
          <p:nvPr/>
        </p:nvSpPr>
        <p:spPr>
          <a:xfrm flipV="1">
            <a:off x="7403334" y="2460166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3" name="r2_o09941"/>
          <p:cNvSpPr/>
          <p:nvPr/>
        </p:nvSpPr>
        <p:spPr>
          <a:xfrm flipV="1">
            <a:off x="7353085" y="2392277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4" name="r2_o09942"/>
          <p:cNvSpPr/>
          <p:nvPr/>
        </p:nvSpPr>
        <p:spPr>
          <a:xfrm flipV="1">
            <a:off x="6858151" y="2750488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5" name="r2_o09943"/>
          <p:cNvSpPr/>
          <p:nvPr/>
        </p:nvSpPr>
        <p:spPr>
          <a:xfrm flipV="1">
            <a:off x="7234757" y="2520107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6" name="r2_o09944"/>
          <p:cNvSpPr/>
          <p:nvPr/>
        </p:nvSpPr>
        <p:spPr>
          <a:xfrm flipV="1">
            <a:off x="6987285" y="2699212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7" name="r2_o09945"/>
          <p:cNvSpPr/>
          <p:nvPr/>
        </p:nvSpPr>
        <p:spPr>
          <a:xfrm flipH="1" flipV="1">
            <a:off x="7105614" y="2613992"/>
            <a:ext cx="50257" cy="3394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8" name="r2_o09946"/>
          <p:cNvSpPr/>
          <p:nvPr/>
        </p:nvSpPr>
        <p:spPr>
          <a:xfrm flipV="1">
            <a:off x="7138041" y="2801048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49" name="r2_o09947"/>
          <p:cNvSpPr/>
          <p:nvPr/>
        </p:nvSpPr>
        <p:spPr>
          <a:xfrm flipV="1">
            <a:off x="7094807" y="2494827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0" name="r2_o09948"/>
          <p:cNvSpPr/>
          <p:nvPr/>
        </p:nvSpPr>
        <p:spPr>
          <a:xfrm flipV="1">
            <a:off x="6886787" y="2665268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1" name="r2_o09949"/>
          <p:cNvSpPr/>
          <p:nvPr/>
        </p:nvSpPr>
        <p:spPr>
          <a:xfrm flipV="1">
            <a:off x="6729016" y="2801764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2" name="r2_o09950"/>
          <p:cNvSpPr/>
          <p:nvPr/>
        </p:nvSpPr>
        <p:spPr>
          <a:xfrm flipV="1">
            <a:off x="7392528" y="2383611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3" name="r2_o09951"/>
          <p:cNvSpPr/>
          <p:nvPr/>
        </p:nvSpPr>
        <p:spPr>
          <a:xfrm flipH="1" flipV="1">
            <a:off x="7084001" y="2460882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4" name="r2_o09952"/>
          <p:cNvSpPr/>
          <p:nvPr/>
        </p:nvSpPr>
        <p:spPr>
          <a:xfrm flipH="1" flipV="1">
            <a:off x="6965673" y="2588713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5" name="r2_o09953"/>
          <p:cNvSpPr/>
          <p:nvPr/>
        </p:nvSpPr>
        <p:spPr>
          <a:xfrm flipV="1">
            <a:off x="6897593" y="2741823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6" name="r2_o09954"/>
          <p:cNvSpPr/>
          <p:nvPr/>
        </p:nvSpPr>
        <p:spPr>
          <a:xfrm flipV="1">
            <a:off x="7026728" y="2690548"/>
            <a:ext cx="89700" cy="866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7" name="r2_o09955"/>
          <p:cNvSpPr/>
          <p:nvPr/>
        </p:nvSpPr>
        <p:spPr>
          <a:xfrm flipV="1">
            <a:off x="7037543" y="2767103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8" name="r2_o09956"/>
          <p:cNvSpPr/>
          <p:nvPr/>
        </p:nvSpPr>
        <p:spPr>
          <a:xfrm flipH="1" flipV="1">
            <a:off x="6858151" y="2793098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59" name="r2_o09957"/>
          <p:cNvSpPr/>
          <p:nvPr/>
        </p:nvSpPr>
        <p:spPr>
          <a:xfrm flipV="1">
            <a:off x="6976479" y="2622657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0" name="r2_o09958"/>
          <p:cNvSpPr/>
          <p:nvPr/>
        </p:nvSpPr>
        <p:spPr>
          <a:xfrm flipV="1">
            <a:off x="7084001" y="2418272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1" name="r2_o09959"/>
          <p:cNvSpPr/>
          <p:nvPr/>
        </p:nvSpPr>
        <p:spPr>
          <a:xfrm flipH="1" flipV="1">
            <a:off x="6998100" y="2818379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2" name="r2_o09960"/>
          <p:cNvSpPr/>
          <p:nvPr/>
        </p:nvSpPr>
        <p:spPr>
          <a:xfrm flipV="1">
            <a:off x="6868957" y="2827043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3" name="r2_o09961"/>
          <p:cNvSpPr/>
          <p:nvPr/>
        </p:nvSpPr>
        <p:spPr>
          <a:xfrm flipH="1" flipV="1">
            <a:off x="7127235" y="2767103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4" name="r2_o09962"/>
          <p:cNvSpPr/>
          <p:nvPr/>
        </p:nvSpPr>
        <p:spPr>
          <a:xfrm flipV="1">
            <a:off x="6779265" y="2869653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5" name="r2_o09963"/>
          <p:cNvSpPr/>
          <p:nvPr/>
        </p:nvSpPr>
        <p:spPr>
          <a:xfrm flipH="1" flipV="1">
            <a:off x="6868957" y="2869653"/>
            <a:ext cx="50257" cy="3394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6" name="r2_o09964"/>
          <p:cNvSpPr/>
          <p:nvPr/>
        </p:nvSpPr>
        <p:spPr>
          <a:xfrm flipV="1">
            <a:off x="7008906" y="2852324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7" name="r2_o09965"/>
          <p:cNvSpPr/>
          <p:nvPr/>
        </p:nvSpPr>
        <p:spPr>
          <a:xfrm flipV="1">
            <a:off x="7256369" y="2673217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8" name="r2_o09966"/>
          <p:cNvSpPr/>
          <p:nvPr/>
        </p:nvSpPr>
        <p:spPr>
          <a:xfrm flipH="1" flipV="1">
            <a:off x="7363891" y="2511442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69" name="r2_o09967"/>
          <p:cNvSpPr/>
          <p:nvPr/>
        </p:nvSpPr>
        <p:spPr>
          <a:xfrm flipH="1" flipV="1">
            <a:off x="6987285" y="2741823"/>
            <a:ext cx="50257" cy="3394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0" name="r2_o09968"/>
          <p:cNvSpPr/>
          <p:nvPr/>
        </p:nvSpPr>
        <p:spPr>
          <a:xfrm flipV="1">
            <a:off x="6965673" y="2546103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1" name="r2_o09969"/>
          <p:cNvSpPr/>
          <p:nvPr/>
        </p:nvSpPr>
        <p:spPr>
          <a:xfrm flipH="1" flipV="1">
            <a:off x="7223942" y="2486161"/>
            <a:ext cx="50257" cy="3394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2" name="r2_o09970"/>
          <p:cNvSpPr/>
          <p:nvPr/>
        </p:nvSpPr>
        <p:spPr>
          <a:xfrm flipH="1" flipV="1">
            <a:off x="7234757" y="2562718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3" name="r2_o09971"/>
          <p:cNvSpPr/>
          <p:nvPr/>
        </p:nvSpPr>
        <p:spPr>
          <a:xfrm flipV="1">
            <a:off x="7493026" y="2417556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4" name="r2_o09972"/>
          <p:cNvSpPr/>
          <p:nvPr/>
        </p:nvSpPr>
        <p:spPr>
          <a:xfrm flipH="1" flipV="1">
            <a:off x="7213136" y="2409606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5" name="r2_o09973"/>
          <p:cNvSpPr/>
          <p:nvPr/>
        </p:nvSpPr>
        <p:spPr>
          <a:xfrm flipV="1">
            <a:off x="6998100" y="2775769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6" name="r2_o09974"/>
          <p:cNvSpPr/>
          <p:nvPr/>
        </p:nvSpPr>
        <p:spPr>
          <a:xfrm flipV="1">
            <a:off x="7116428" y="2647938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7" name="r2_o09975"/>
          <p:cNvSpPr/>
          <p:nvPr/>
        </p:nvSpPr>
        <p:spPr>
          <a:xfrm flipV="1">
            <a:off x="7048349" y="2843658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8" name="r2_o09976"/>
          <p:cNvSpPr/>
          <p:nvPr/>
        </p:nvSpPr>
        <p:spPr>
          <a:xfrm flipH="1" flipV="1">
            <a:off x="7094807" y="2537437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79" name="r2_o09977"/>
          <p:cNvSpPr/>
          <p:nvPr/>
        </p:nvSpPr>
        <p:spPr>
          <a:xfrm flipV="1">
            <a:off x="7127235" y="2724493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0" name="r2_o09978"/>
          <p:cNvSpPr/>
          <p:nvPr/>
        </p:nvSpPr>
        <p:spPr>
          <a:xfrm flipV="1">
            <a:off x="7213136" y="2366996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1" name="r2_o09979"/>
          <p:cNvSpPr/>
          <p:nvPr/>
        </p:nvSpPr>
        <p:spPr>
          <a:xfrm flipV="1">
            <a:off x="7155871" y="2639272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2" name="r2_o09980"/>
          <p:cNvSpPr/>
          <p:nvPr/>
        </p:nvSpPr>
        <p:spPr>
          <a:xfrm flipH="1" flipV="1">
            <a:off x="7482220" y="2383611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3" name="r2_o09981"/>
          <p:cNvSpPr/>
          <p:nvPr/>
        </p:nvSpPr>
        <p:spPr>
          <a:xfrm flipH="1" flipV="1">
            <a:off x="6847344" y="2716543"/>
            <a:ext cx="50249" cy="3394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4" name="r2_o09982"/>
          <p:cNvSpPr/>
          <p:nvPr/>
        </p:nvSpPr>
        <p:spPr>
          <a:xfrm flipV="1">
            <a:off x="7223942" y="2443551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5" name="r2_o09983"/>
          <p:cNvSpPr/>
          <p:nvPr/>
        </p:nvSpPr>
        <p:spPr>
          <a:xfrm flipV="1">
            <a:off x="7374698" y="2545386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6" name="r2_o09984"/>
          <p:cNvSpPr/>
          <p:nvPr/>
        </p:nvSpPr>
        <p:spPr>
          <a:xfrm flipV="1">
            <a:off x="6768459" y="2793098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7" name="r2_o09985"/>
          <p:cNvSpPr/>
          <p:nvPr/>
        </p:nvSpPr>
        <p:spPr>
          <a:xfrm flipV="1">
            <a:off x="7252579" y="2358330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8" name="r2_o09986"/>
          <p:cNvSpPr/>
          <p:nvPr/>
        </p:nvSpPr>
        <p:spPr>
          <a:xfrm flipV="1">
            <a:off x="7285006" y="2587997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89" name="r2_o09987"/>
          <p:cNvSpPr/>
          <p:nvPr/>
        </p:nvSpPr>
        <p:spPr>
          <a:xfrm flipV="1">
            <a:off x="7245563" y="2596662"/>
            <a:ext cx="39443" cy="42610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90" name="r2_o09988"/>
          <p:cNvSpPr/>
          <p:nvPr/>
        </p:nvSpPr>
        <p:spPr>
          <a:xfrm flipV="1">
            <a:off x="7005115" y="2537437"/>
            <a:ext cx="89692" cy="8666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9991" name="r2_o09989"/>
          <p:cNvSpPr/>
          <p:nvPr/>
        </p:nvSpPr>
        <p:spPr>
          <a:xfrm>
            <a:off x="7327695" y="234375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2" name="r2_o09990"/>
          <p:cNvSpPr/>
          <p:nvPr/>
        </p:nvSpPr>
        <p:spPr>
          <a:xfrm>
            <a:off x="7331776" y="234739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3" name="r2_o09991"/>
          <p:cNvSpPr/>
          <p:nvPr/>
        </p:nvSpPr>
        <p:spPr>
          <a:xfrm>
            <a:off x="7331776" y="234739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4" name="r2_o09992"/>
          <p:cNvSpPr/>
          <p:nvPr/>
        </p:nvSpPr>
        <p:spPr>
          <a:xfrm>
            <a:off x="7346060" y="236066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5" name="r2_o09993"/>
          <p:cNvSpPr/>
          <p:nvPr/>
        </p:nvSpPr>
        <p:spPr>
          <a:xfrm>
            <a:off x="7348672" y="236299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6" name="r2_o09994"/>
          <p:cNvSpPr/>
          <p:nvPr/>
        </p:nvSpPr>
        <p:spPr>
          <a:xfrm>
            <a:off x="7348672" y="236299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7" name="r2_o09995"/>
          <p:cNvSpPr/>
          <p:nvPr/>
        </p:nvSpPr>
        <p:spPr>
          <a:xfrm>
            <a:off x="7238003" y="235242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8" name="r2_o09996"/>
          <p:cNvSpPr/>
          <p:nvPr/>
        </p:nvSpPr>
        <p:spPr>
          <a:xfrm>
            <a:off x="7242084" y="235606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9" name="r2_o09997"/>
          <p:cNvSpPr/>
          <p:nvPr/>
        </p:nvSpPr>
        <p:spPr>
          <a:xfrm>
            <a:off x="7242084" y="235606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" name="r2_o09998"/>
          <p:cNvSpPr/>
          <p:nvPr/>
        </p:nvSpPr>
        <p:spPr>
          <a:xfrm>
            <a:off x="7256368" y="236932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" name="r2_o09999"/>
          <p:cNvSpPr/>
          <p:nvPr/>
        </p:nvSpPr>
        <p:spPr>
          <a:xfrm>
            <a:off x="7258980" y="237166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" name="r2_o10000"/>
          <p:cNvSpPr/>
          <p:nvPr/>
        </p:nvSpPr>
        <p:spPr>
          <a:xfrm>
            <a:off x="7258980" y="237166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" name="r2_o10001"/>
          <p:cNvSpPr/>
          <p:nvPr/>
        </p:nvSpPr>
        <p:spPr>
          <a:xfrm>
            <a:off x="7467644" y="236903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4" name="r2_o10002"/>
          <p:cNvSpPr/>
          <p:nvPr/>
        </p:nvSpPr>
        <p:spPr>
          <a:xfrm>
            <a:off x="7471725" y="237267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5" name="r2_o10003"/>
          <p:cNvSpPr/>
          <p:nvPr/>
        </p:nvSpPr>
        <p:spPr>
          <a:xfrm>
            <a:off x="7471725" y="237267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6" name="r2_o10004"/>
          <p:cNvSpPr/>
          <p:nvPr/>
        </p:nvSpPr>
        <p:spPr>
          <a:xfrm>
            <a:off x="7486010" y="238594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7" name="r2_o10005"/>
          <p:cNvSpPr/>
          <p:nvPr/>
        </p:nvSpPr>
        <p:spPr>
          <a:xfrm>
            <a:off x="7488622" y="238827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8" name="r2_o10006"/>
          <p:cNvSpPr/>
          <p:nvPr/>
        </p:nvSpPr>
        <p:spPr>
          <a:xfrm>
            <a:off x="7488622" y="238827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9" name="r2_o10007"/>
          <p:cNvSpPr/>
          <p:nvPr/>
        </p:nvSpPr>
        <p:spPr>
          <a:xfrm>
            <a:off x="7377952" y="237770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0" name="r2_o10008"/>
          <p:cNvSpPr/>
          <p:nvPr/>
        </p:nvSpPr>
        <p:spPr>
          <a:xfrm>
            <a:off x="7382033" y="238134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1" name="r2_o10009"/>
          <p:cNvSpPr/>
          <p:nvPr/>
        </p:nvSpPr>
        <p:spPr>
          <a:xfrm>
            <a:off x="7382033" y="238134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2" name="r2_o10010"/>
          <p:cNvSpPr/>
          <p:nvPr/>
        </p:nvSpPr>
        <p:spPr>
          <a:xfrm>
            <a:off x="7198560" y="239503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3" name="r2_o10011"/>
          <p:cNvSpPr/>
          <p:nvPr/>
        </p:nvSpPr>
        <p:spPr>
          <a:xfrm>
            <a:off x="7202641" y="239867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4" name="r2_o10012"/>
          <p:cNvSpPr/>
          <p:nvPr/>
        </p:nvSpPr>
        <p:spPr>
          <a:xfrm>
            <a:off x="7202641" y="239867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5" name="r2_o10013"/>
          <p:cNvSpPr/>
          <p:nvPr/>
        </p:nvSpPr>
        <p:spPr>
          <a:xfrm>
            <a:off x="7517893" y="240298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6" name="r2_o10014"/>
          <p:cNvSpPr/>
          <p:nvPr/>
        </p:nvSpPr>
        <p:spPr>
          <a:xfrm>
            <a:off x="7521974" y="240662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7" name="r2_o10015"/>
          <p:cNvSpPr/>
          <p:nvPr/>
        </p:nvSpPr>
        <p:spPr>
          <a:xfrm>
            <a:off x="7521974" y="240662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8" name="r2_o10016"/>
          <p:cNvSpPr/>
          <p:nvPr/>
        </p:nvSpPr>
        <p:spPr>
          <a:xfrm>
            <a:off x="7536259" y="241988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19" name="r2_o10017"/>
          <p:cNvSpPr/>
          <p:nvPr/>
        </p:nvSpPr>
        <p:spPr>
          <a:xfrm>
            <a:off x="7538871" y="242222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0" name="r2_o10018"/>
          <p:cNvSpPr/>
          <p:nvPr/>
        </p:nvSpPr>
        <p:spPr>
          <a:xfrm>
            <a:off x="7538871" y="242222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1" name="r2_o10019"/>
          <p:cNvSpPr/>
          <p:nvPr/>
        </p:nvSpPr>
        <p:spPr>
          <a:xfrm>
            <a:off x="7108868" y="240369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2" name="r2_o10020"/>
          <p:cNvSpPr/>
          <p:nvPr/>
        </p:nvSpPr>
        <p:spPr>
          <a:xfrm>
            <a:off x="7112949" y="240734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3" name="r2_o10021"/>
          <p:cNvSpPr/>
          <p:nvPr/>
        </p:nvSpPr>
        <p:spPr>
          <a:xfrm>
            <a:off x="7112949" y="240734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4" name="r2_o10022"/>
          <p:cNvSpPr/>
          <p:nvPr/>
        </p:nvSpPr>
        <p:spPr>
          <a:xfrm>
            <a:off x="7127234" y="242060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5" name="r2_o10023"/>
          <p:cNvSpPr/>
          <p:nvPr/>
        </p:nvSpPr>
        <p:spPr>
          <a:xfrm>
            <a:off x="7129846" y="242293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6" name="r2_o10024"/>
          <p:cNvSpPr/>
          <p:nvPr/>
        </p:nvSpPr>
        <p:spPr>
          <a:xfrm>
            <a:off x="7129846" y="242293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7" name="r2_o10025"/>
          <p:cNvSpPr/>
          <p:nvPr/>
        </p:nvSpPr>
        <p:spPr>
          <a:xfrm>
            <a:off x="7338509" y="242031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8" name="r2_o10026"/>
          <p:cNvSpPr/>
          <p:nvPr/>
        </p:nvSpPr>
        <p:spPr>
          <a:xfrm>
            <a:off x="7342590" y="242395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29" name="r2_o10027"/>
          <p:cNvSpPr/>
          <p:nvPr/>
        </p:nvSpPr>
        <p:spPr>
          <a:xfrm>
            <a:off x="7342590" y="242395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0" name="r2_o10028"/>
          <p:cNvSpPr/>
          <p:nvPr/>
        </p:nvSpPr>
        <p:spPr>
          <a:xfrm>
            <a:off x="7248809" y="242897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1" name="r2_o10029"/>
          <p:cNvSpPr/>
          <p:nvPr/>
        </p:nvSpPr>
        <p:spPr>
          <a:xfrm>
            <a:off x="7252890" y="243261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2" name="r2_o10030"/>
          <p:cNvSpPr/>
          <p:nvPr/>
        </p:nvSpPr>
        <p:spPr>
          <a:xfrm>
            <a:off x="7252890" y="243261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3" name="r2_o10031"/>
          <p:cNvSpPr/>
          <p:nvPr/>
        </p:nvSpPr>
        <p:spPr>
          <a:xfrm>
            <a:off x="7478450" y="244559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4" name="r2_o10032"/>
          <p:cNvSpPr/>
          <p:nvPr/>
        </p:nvSpPr>
        <p:spPr>
          <a:xfrm>
            <a:off x="7482532" y="244923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5" name="r2_o10033"/>
          <p:cNvSpPr/>
          <p:nvPr/>
        </p:nvSpPr>
        <p:spPr>
          <a:xfrm>
            <a:off x="7482532" y="244923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6" name="r2_o10034"/>
          <p:cNvSpPr/>
          <p:nvPr/>
        </p:nvSpPr>
        <p:spPr>
          <a:xfrm>
            <a:off x="7496816" y="246249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7" name="r2_o10035"/>
          <p:cNvSpPr/>
          <p:nvPr/>
        </p:nvSpPr>
        <p:spPr>
          <a:xfrm>
            <a:off x="7499428" y="246483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8" name="r2_o10036"/>
          <p:cNvSpPr/>
          <p:nvPr/>
        </p:nvSpPr>
        <p:spPr>
          <a:xfrm>
            <a:off x="7499428" y="246483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39" name="r2_o10037"/>
          <p:cNvSpPr/>
          <p:nvPr/>
        </p:nvSpPr>
        <p:spPr>
          <a:xfrm>
            <a:off x="7069425" y="244630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0" name="r2_o10038"/>
          <p:cNvSpPr/>
          <p:nvPr/>
        </p:nvSpPr>
        <p:spPr>
          <a:xfrm>
            <a:off x="7073506" y="244995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1" name="r2_o10039"/>
          <p:cNvSpPr/>
          <p:nvPr/>
        </p:nvSpPr>
        <p:spPr>
          <a:xfrm>
            <a:off x="7073506" y="244995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2" name="r2_o10040"/>
          <p:cNvSpPr/>
          <p:nvPr/>
        </p:nvSpPr>
        <p:spPr>
          <a:xfrm>
            <a:off x="7087791" y="246321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3" name="r2_o10041"/>
          <p:cNvSpPr/>
          <p:nvPr/>
        </p:nvSpPr>
        <p:spPr>
          <a:xfrm>
            <a:off x="7090403" y="246554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4" name="r2_o10042"/>
          <p:cNvSpPr/>
          <p:nvPr/>
        </p:nvSpPr>
        <p:spPr>
          <a:xfrm>
            <a:off x="7090403" y="246554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5" name="r2_o10043"/>
          <p:cNvSpPr/>
          <p:nvPr/>
        </p:nvSpPr>
        <p:spPr>
          <a:xfrm>
            <a:off x="7388758" y="245425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6" name="r2_o10044"/>
          <p:cNvSpPr/>
          <p:nvPr/>
        </p:nvSpPr>
        <p:spPr>
          <a:xfrm>
            <a:off x="7392840" y="245789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7" name="r2_o10045"/>
          <p:cNvSpPr/>
          <p:nvPr/>
        </p:nvSpPr>
        <p:spPr>
          <a:xfrm>
            <a:off x="7392840" y="245789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8" name="r2_o10046"/>
          <p:cNvSpPr/>
          <p:nvPr/>
        </p:nvSpPr>
        <p:spPr>
          <a:xfrm>
            <a:off x="7209366" y="247158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49" name="r2_o10047"/>
          <p:cNvSpPr/>
          <p:nvPr/>
        </p:nvSpPr>
        <p:spPr>
          <a:xfrm>
            <a:off x="7213447" y="247522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0" name="r2_o10048"/>
          <p:cNvSpPr/>
          <p:nvPr/>
        </p:nvSpPr>
        <p:spPr>
          <a:xfrm>
            <a:off x="7213447" y="247522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1" name="r2_o10049"/>
          <p:cNvSpPr/>
          <p:nvPr/>
        </p:nvSpPr>
        <p:spPr>
          <a:xfrm>
            <a:off x="7119674" y="248025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2" name="r2_o10050"/>
          <p:cNvSpPr/>
          <p:nvPr/>
        </p:nvSpPr>
        <p:spPr>
          <a:xfrm>
            <a:off x="7123756" y="248389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3" name="r2_o10051"/>
          <p:cNvSpPr/>
          <p:nvPr/>
        </p:nvSpPr>
        <p:spPr>
          <a:xfrm>
            <a:off x="7123756" y="248389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4" name="r2_o10052"/>
          <p:cNvSpPr/>
          <p:nvPr/>
        </p:nvSpPr>
        <p:spPr>
          <a:xfrm>
            <a:off x="7349315" y="249686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5" name="r2_o10053"/>
          <p:cNvSpPr/>
          <p:nvPr/>
        </p:nvSpPr>
        <p:spPr>
          <a:xfrm>
            <a:off x="7353397" y="250051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6" name="r2_o10054"/>
          <p:cNvSpPr/>
          <p:nvPr/>
        </p:nvSpPr>
        <p:spPr>
          <a:xfrm>
            <a:off x="7353397" y="250051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7" name="r2_o10055"/>
          <p:cNvSpPr/>
          <p:nvPr/>
        </p:nvSpPr>
        <p:spPr>
          <a:xfrm>
            <a:off x="7259623" y="250553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8" name="r2_o10056"/>
          <p:cNvSpPr/>
          <p:nvPr/>
        </p:nvSpPr>
        <p:spPr>
          <a:xfrm>
            <a:off x="7263705" y="250917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59" name="r2_o10057"/>
          <p:cNvSpPr/>
          <p:nvPr/>
        </p:nvSpPr>
        <p:spPr>
          <a:xfrm>
            <a:off x="7263705" y="250917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0" name="r2_o10058"/>
          <p:cNvSpPr/>
          <p:nvPr/>
        </p:nvSpPr>
        <p:spPr>
          <a:xfrm>
            <a:off x="7080231" y="252286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1" name="r2_o10059"/>
          <p:cNvSpPr/>
          <p:nvPr/>
        </p:nvSpPr>
        <p:spPr>
          <a:xfrm>
            <a:off x="7084313" y="252650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2" name="r2_o10060"/>
          <p:cNvSpPr/>
          <p:nvPr/>
        </p:nvSpPr>
        <p:spPr>
          <a:xfrm>
            <a:off x="7084313" y="252650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3" name="r2_o10061"/>
          <p:cNvSpPr/>
          <p:nvPr/>
        </p:nvSpPr>
        <p:spPr>
          <a:xfrm>
            <a:off x="7399565" y="253081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4" name="r2_o10062"/>
          <p:cNvSpPr/>
          <p:nvPr/>
        </p:nvSpPr>
        <p:spPr>
          <a:xfrm>
            <a:off x="7403646" y="253445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5" name="r2_o10063"/>
          <p:cNvSpPr/>
          <p:nvPr/>
        </p:nvSpPr>
        <p:spPr>
          <a:xfrm>
            <a:off x="7403646" y="253445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6" name="r2_o10064"/>
          <p:cNvSpPr/>
          <p:nvPr/>
        </p:nvSpPr>
        <p:spPr>
          <a:xfrm>
            <a:off x="7417930" y="254771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7" name="r2_o10065"/>
          <p:cNvSpPr/>
          <p:nvPr/>
        </p:nvSpPr>
        <p:spPr>
          <a:xfrm>
            <a:off x="7420542" y="255005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8" name="r2_o10066"/>
          <p:cNvSpPr/>
          <p:nvPr/>
        </p:nvSpPr>
        <p:spPr>
          <a:xfrm>
            <a:off x="7420542" y="255005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69" name="r2_o10067"/>
          <p:cNvSpPr/>
          <p:nvPr/>
        </p:nvSpPr>
        <p:spPr>
          <a:xfrm>
            <a:off x="6990539" y="253152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" name="r2_o10068"/>
          <p:cNvSpPr/>
          <p:nvPr/>
        </p:nvSpPr>
        <p:spPr>
          <a:xfrm>
            <a:off x="6994621" y="253517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1" name="r2_o10069"/>
          <p:cNvSpPr/>
          <p:nvPr/>
        </p:nvSpPr>
        <p:spPr>
          <a:xfrm>
            <a:off x="6994621" y="253517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2" name="r2_o10070"/>
          <p:cNvSpPr/>
          <p:nvPr/>
        </p:nvSpPr>
        <p:spPr>
          <a:xfrm>
            <a:off x="7008905" y="254843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3" name="r2_o10071"/>
          <p:cNvSpPr/>
          <p:nvPr/>
        </p:nvSpPr>
        <p:spPr>
          <a:xfrm>
            <a:off x="7011517" y="255076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4" name="r2_o10072"/>
          <p:cNvSpPr/>
          <p:nvPr/>
        </p:nvSpPr>
        <p:spPr>
          <a:xfrm>
            <a:off x="7011517" y="255076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5" name="r2_o10073"/>
          <p:cNvSpPr/>
          <p:nvPr/>
        </p:nvSpPr>
        <p:spPr>
          <a:xfrm>
            <a:off x="7220181" y="254814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" name="r2_o10074"/>
          <p:cNvSpPr/>
          <p:nvPr/>
        </p:nvSpPr>
        <p:spPr>
          <a:xfrm>
            <a:off x="7224262" y="255178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7" name="r2_o10075"/>
          <p:cNvSpPr/>
          <p:nvPr/>
        </p:nvSpPr>
        <p:spPr>
          <a:xfrm>
            <a:off x="7224262" y="255178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8" name="r2_o10076"/>
          <p:cNvSpPr/>
          <p:nvPr/>
        </p:nvSpPr>
        <p:spPr>
          <a:xfrm>
            <a:off x="7130481" y="255680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9" name="r2_o10077"/>
          <p:cNvSpPr/>
          <p:nvPr/>
        </p:nvSpPr>
        <p:spPr>
          <a:xfrm>
            <a:off x="7134562" y="256045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0" name="r2_o10078"/>
          <p:cNvSpPr/>
          <p:nvPr/>
        </p:nvSpPr>
        <p:spPr>
          <a:xfrm>
            <a:off x="7134562" y="256045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1" name="r2_o10079"/>
          <p:cNvSpPr/>
          <p:nvPr/>
        </p:nvSpPr>
        <p:spPr>
          <a:xfrm>
            <a:off x="7360122" y="257342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2" name="r2_o10080"/>
          <p:cNvSpPr/>
          <p:nvPr/>
        </p:nvSpPr>
        <p:spPr>
          <a:xfrm>
            <a:off x="7364203" y="257706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3" name="r2_o10081"/>
          <p:cNvSpPr/>
          <p:nvPr/>
        </p:nvSpPr>
        <p:spPr>
          <a:xfrm>
            <a:off x="7364203" y="257706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4" name="r2_o10082"/>
          <p:cNvSpPr/>
          <p:nvPr/>
        </p:nvSpPr>
        <p:spPr>
          <a:xfrm>
            <a:off x="7378488" y="259032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5" name="r2_o10083"/>
          <p:cNvSpPr/>
          <p:nvPr/>
        </p:nvSpPr>
        <p:spPr>
          <a:xfrm>
            <a:off x="7381100" y="259266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6" name="r2_o10084"/>
          <p:cNvSpPr/>
          <p:nvPr/>
        </p:nvSpPr>
        <p:spPr>
          <a:xfrm>
            <a:off x="7381100" y="259266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7" name="r2_o10085"/>
          <p:cNvSpPr/>
          <p:nvPr/>
        </p:nvSpPr>
        <p:spPr>
          <a:xfrm>
            <a:off x="6951097" y="257413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8" name="r2_o10086"/>
          <p:cNvSpPr/>
          <p:nvPr/>
        </p:nvSpPr>
        <p:spPr>
          <a:xfrm>
            <a:off x="6955178" y="257778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89" name="r2_o10087"/>
          <p:cNvSpPr/>
          <p:nvPr/>
        </p:nvSpPr>
        <p:spPr>
          <a:xfrm>
            <a:off x="6955178" y="257778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0" name="r2_o10088"/>
          <p:cNvSpPr/>
          <p:nvPr/>
        </p:nvSpPr>
        <p:spPr>
          <a:xfrm>
            <a:off x="6969462" y="259104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1" name="r2_o10089"/>
          <p:cNvSpPr/>
          <p:nvPr/>
        </p:nvSpPr>
        <p:spPr>
          <a:xfrm>
            <a:off x="6972074" y="259337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2" name="r2_o10090"/>
          <p:cNvSpPr/>
          <p:nvPr/>
        </p:nvSpPr>
        <p:spPr>
          <a:xfrm>
            <a:off x="6972074" y="259337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3" name="r2_o10091"/>
          <p:cNvSpPr/>
          <p:nvPr/>
        </p:nvSpPr>
        <p:spPr>
          <a:xfrm>
            <a:off x="7270430" y="258208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4" name="r2_o10092"/>
          <p:cNvSpPr/>
          <p:nvPr/>
        </p:nvSpPr>
        <p:spPr>
          <a:xfrm>
            <a:off x="7274511" y="258573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5" name="r2_o10093"/>
          <p:cNvSpPr/>
          <p:nvPr/>
        </p:nvSpPr>
        <p:spPr>
          <a:xfrm>
            <a:off x="7274511" y="258573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6" name="r2_o10094"/>
          <p:cNvSpPr/>
          <p:nvPr/>
        </p:nvSpPr>
        <p:spPr>
          <a:xfrm>
            <a:off x="7091038" y="259941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7" name="r2_o10095"/>
          <p:cNvSpPr/>
          <p:nvPr/>
        </p:nvSpPr>
        <p:spPr>
          <a:xfrm>
            <a:off x="7095119" y="260306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8" name="r2_o10096"/>
          <p:cNvSpPr/>
          <p:nvPr/>
        </p:nvSpPr>
        <p:spPr>
          <a:xfrm>
            <a:off x="7095119" y="260306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99" name="r2_o10097"/>
          <p:cNvSpPr/>
          <p:nvPr/>
        </p:nvSpPr>
        <p:spPr>
          <a:xfrm>
            <a:off x="7001346" y="260808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0" name="r2_o10098"/>
          <p:cNvSpPr/>
          <p:nvPr/>
        </p:nvSpPr>
        <p:spPr>
          <a:xfrm>
            <a:off x="7005427" y="261172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1" name="r2_o10099"/>
          <p:cNvSpPr/>
          <p:nvPr/>
        </p:nvSpPr>
        <p:spPr>
          <a:xfrm>
            <a:off x="7005427" y="261172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2" name="r2_o10100"/>
          <p:cNvSpPr/>
          <p:nvPr/>
        </p:nvSpPr>
        <p:spPr>
          <a:xfrm>
            <a:off x="7230987" y="262469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3" name="r2_o10101"/>
          <p:cNvSpPr/>
          <p:nvPr/>
        </p:nvSpPr>
        <p:spPr>
          <a:xfrm>
            <a:off x="7235068" y="262834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4" name="r2_o10102"/>
          <p:cNvSpPr/>
          <p:nvPr/>
        </p:nvSpPr>
        <p:spPr>
          <a:xfrm>
            <a:off x="7235068" y="262834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5" name="r2_o10103"/>
          <p:cNvSpPr/>
          <p:nvPr/>
        </p:nvSpPr>
        <p:spPr>
          <a:xfrm>
            <a:off x="7141295" y="263336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6" name="r2_o10104"/>
          <p:cNvSpPr/>
          <p:nvPr/>
        </p:nvSpPr>
        <p:spPr>
          <a:xfrm>
            <a:off x="7145376" y="263700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7" name="r2_o10105"/>
          <p:cNvSpPr/>
          <p:nvPr/>
        </p:nvSpPr>
        <p:spPr>
          <a:xfrm>
            <a:off x="7145376" y="263700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8" name="r2_o10106"/>
          <p:cNvSpPr/>
          <p:nvPr/>
        </p:nvSpPr>
        <p:spPr>
          <a:xfrm>
            <a:off x="6961903" y="265069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09" name="r2_o10107"/>
          <p:cNvSpPr/>
          <p:nvPr/>
        </p:nvSpPr>
        <p:spPr>
          <a:xfrm>
            <a:off x="6965984" y="265433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0" name="r2_o10108"/>
          <p:cNvSpPr/>
          <p:nvPr/>
        </p:nvSpPr>
        <p:spPr>
          <a:xfrm>
            <a:off x="6965984" y="265433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1" name="r2_o10109"/>
          <p:cNvSpPr/>
          <p:nvPr/>
        </p:nvSpPr>
        <p:spPr>
          <a:xfrm>
            <a:off x="7281236" y="265864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2" name="r2_o10110"/>
          <p:cNvSpPr/>
          <p:nvPr/>
        </p:nvSpPr>
        <p:spPr>
          <a:xfrm>
            <a:off x="7285317" y="266228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3" name="r2_o10111"/>
          <p:cNvSpPr/>
          <p:nvPr/>
        </p:nvSpPr>
        <p:spPr>
          <a:xfrm>
            <a:off x="7285317" y="266228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4" name="r2_o10112"/>
          <p:cNvSpPr/>
          <p:nvPr/>
        </p:nvSpPr>
        <p:spPr>
          <a:xfrm>
            <a:off x="7299602" y="267554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5" name="r2_o10113"/>
          <p:cNvSpPr/>
          <p:nvPr/>
        </p:nvSpPr>
        <p:spPr>
          <a:xfrm>
            <a:off x="7302214" y="267788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6" name="r2_o10114"/>
          <p:cNvSpPr/>
          <p:nvPr/>
        </p:nvSpPr>
        <p:spPr>
          <a:xfrm>
            <a:off x="7302214" y="267788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7" name="r2_o10115"/>
          <p:cNvSpPr/>
          <p:nvPr/>
        </p:nvSpPr>
        <p:spPr>
          <a:xfrm>
            <a:off x="6872211" y="265935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8" name="r2_o10116"/>
          <p:cNvSpPr/>
          <p:nvPr/>
        </p:nvSpPr>
        <p:spPr>
          <a:xfrm>
            <a:off x="6876292" y="266300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19" name="r2_o10117"/>
          <p:cNvSpPr/>
          <p:nvPr/>
        </p:nvSpPr>
        <p:spPr>
          <a:xfrm>
            <a:off x="6876292" y="266300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0" name="r2_o10118"/>
          <p:cNvSpPr/>
          <p:nvPr/>
        </p:nvSpPr>
        <p:spPr>
          <a:xfrm>
            <a:off x="6890577" y="267626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1" name="r2_o10119"/>
          <p:cNvSpPr/>
          <p:nvPr/>
        </p:nvSpPr>
        <p:spPr>
          <a:xfrm>
            <a:off x="6893189" y="267859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2" name="r2_o10120"/>
          <p:cNvSpPr/>
          <p:nvPr/>
        </p:nvSpPr>
        <p:spPr>
          <a:xfrm>
            <a:off x="6893189" y="267859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3" name="r2_o10121"/>
          <p:cNvSpPr/>
          <p:nvPr/>
        </p:nvSpPr>
        <p:spPr>
          <a:xfrm>
            <a:off x="7101852" y="267597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4" name="r2_o10122"/>
          <p:cNvSpPr/>
          <p:nvPr/>
        </p:nvSpPr>
        <p:spPr>
          <a:xfrm>
            <a:off x="7105933" y="267961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5" name="r2_o10123"/>
          <p:cNvSpPr/>
          <p:nvPr/>
        </p:nvSpPr>
        <p:spPr>
          <a:xfrm>
            <a:off x="7105933" y="267961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6" name="r2_o10124"/>
          <p:cNvSpPr/>
          <p:nvPr/>
        </p:nvSpPr>
        <p:spPr>
          <a:xfrm>
            <a:off x="7012152" y="268463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7" name="r2_o10125"/>
          <p:cNvSpPr/>
          <p:nvPr/>
        </p:nvSpPr>
        <p:spPr>
          <a:xfrm>
            <a:off x="7016233" y="268828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8" name="r2_o10126"/>
          <p:cNvSpPr/>
          <p:nvPr/>
        </p:nvSpPr>
        <p:spPr>
          <a:xfrm>
            <a:off x="7016233" y="268828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29" name="r2_o10127"/>
          <p:cNvSpPr/>
          <p:nvPr/>
        </p:nvSpPr>
        <p:spPr>
          <a:xfrm>
            <a:off x="7241793" y="270125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0" name="r2_o10128"/>
          <p:cNvSpPr/>
          <p:nvPr/>
        </p:nvSpPr>
        <p:spPr>
          <a:xfrm>
            <a:off x="7245875" y="270489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1" name="r2_o10129"/>
          <p:cNvSpPr/>
          <p:nvPr/>
        </p:nvSpPr>
        <p:spPr>
          <a:xfrm>
            <a:off x="7245875" y="270489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2" name="r2_o10130"/>
          <p:cNvSpPr/>
          <p:nvPr/>
        </p:nvSpPr>
        <p:spPr>
          <a:xfrm>
            <a:off x="7260159" y="271816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3" name="r2_o10131"/>
          <p:cNvSpPr/>
          <p:nvPr/>
        </p:nvSpPr>
        <p:spPr>
          <a:xfrm>
            <a:off x="7262771" y="272049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4" name="r2_o10132"/>
          <p:cNvSpPr/>
          <p:nvPr/>
        </p:nvSpPr>
        <p:spPr>
          <a:xfrm>
            <a:off x="7262771" y="272049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5" name="r2_o10133"/>
          <p:cNvSpPr/>
          <p:nvPr/>
        </p:nvSpPr>
        <p:spPr>
          <a:xfrm>
            <a:off x="6832768" y="270196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6" name="r2_o10134"/>
          <p:cNvSpPr/>
          <p:nvPr/>
        </p:nvSpPr>
        <p:spPr>
          <a:xfrm>
            <a:off x="6836849" y="270561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7" name="r2_o10135"/>
          <p:cNvSpPr/>
          <p:nvPr/>
        </p:nvSpPr>
        <p:spPr>
          <a:xfrm>
            <a:off x="6836849" y="270561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8" name="r2_o10136"/>
          <p:cNvSpPr/>
          <p:nvPr/>
        </p:nvSpPr>
        <p:spPr>
          <a:xfrm>
            <a:off x="6851134" y="271887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39" name="r2_o10137"/>
          <p:cNvSpPr/>
          <p:nvPr/>
        </p:nvSpPr>
        <p:spPr>
          <a:xfrm>
            <a:off x="6853746" y="272120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0" name="r2_o10138"/>
          <p:cNvSpPr/>
          <p:nvPr/>
        </p:nvSpPr>
        <p:spPr>
          <a:xfrm>
            <a:off x="6853746" y="272120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1" name="r2_o10139"/>
          <p:cNvSpPr/>
          <p:nvPr/>
        </p:nvSpPr>
        <p:spPr>
          <a:xfrm>
            <a:off x="7152101" y="270991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2" name="r2_o10140"/>
          <p:cNvSpPr/>
          <p:nvPr/>
        </p:nvSpPr>
        <p:spPr>
          <a:xfrm>
            <a:off x="7156183" y="271356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3" name="r2_o10141"/>
          <p:cNvSpPr/>
          <p:nvPr/>
        </p:nvSpPr>
        <p:spPr>
          <a:xfrm>
            <a:off x="7156183" y="271356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4" name="r2_o10142"/>
          <p:cNvSpPr/>
          <p:nvPr/>
        </p:nvSpPr>
        <p:spPr>
          <a:xfrm>
            <a:off x="6972709" y="272724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5" name="r2_o10143"/>
          <p:cNvSpPr/>
          <p:nvPr/>
        </p:nvSpPr>
        <p:spPr>
          <a:xfrm>
            <a:off x="6976791" y="273089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6" name="r2_o10144"/>
          <p:cNvSpPr/>
          <p:nvPr/>
        </p:nvSpPr>
        <p:spPr>
          <a:xfrm>
            <a:off x="6976791" y="273089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7" name="r2_o10145"/>
          <p:cNvSpPr/>
          <p:nvPr/>
        </p:nvSpPr>
        <p:spPr>
          <a:xfrm>
            <a:off x="6883017" y="273591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8" name="r2_o10146"/>
          <p:cNvSpPr/>
          <p:nvPr/>
        </p:nvSpPr>
        <p:spPr>
          <a:xfrm>
            <a:off x="6887099" y="273955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49" name="r2_o10147"/>
          <p:cNvSpPr/>
          <p:nvPr/>
        </p:nvSpPr>
        <p:spPr>
          <a:xfrm>
            <a:off x="6887099" y="273955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0" name="r2_o10148"/>
          <p:cNvSpPr/>
          <p:nvPr/>
        </p:nvSpPr>
        <p:spPr>
          <a:xfrm>
            <a:off x="7112659" y="275252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1" name="r2_o10149"/>
          <p:cNvSpPr/>
          <p:nvPr/>
        </p:nvSpPr>
        <p:spPr>
          <a:xfrm>
            <a:off x="7116740" y="275617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2" name="r2_o10150"/>
          <p:cNvSpPr/>
          <p:nvPr/>
        </p:nvSpPr>
        <p:spPr>
          <a:xfrm>
            <a:off x="7116740" y="275617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3" name="r2_o10151"/>
          <p:cNvSpPr/>
          <p:nvPr/>
        </p:nvSpPr>
        <p:spPr>
          <a:xfrm>
            <a:off x="7022967" y="276119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4" name="r2_o10152"/>
          <p:cNvSpPr/>
          <p:nvPr/>
        </p:nvSpPr>
        <p:spPr>
          <a:xfrm>
            <a:off x="7027048" y="276483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5" name="r2_o10153"/>
          <p:cNvSpPr/>
          <p:nvPr/>
        </p:nvSpPr>
        <p:spPr>
          <a:xfrm>
            <a:off x="7027048" y="276483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6" name="r2_o10154"/>
          <p:cNvSpPr/>
          <p:nvPr/>
        </p:nvSpPr>
        <p:spPr>
          <a:xfrm>
            <a:off x="6843575" y="277852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7" name="r2_o10155"/>
          <p:cNvSpPr/>
          <p:nvPr/>
        </p:nvSpPr>
        <p:spPr>
          <a:xfrm>
            <a:off x="6847656" y="278216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8" name="r2_o10156"/>
          <p:cNvSpPr/>
          <p:nvPr/>
        </p:nvSpPr>
        <p:spPr>
          <a:xfrm>
            <a:off x="6847656" y="278216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59" name="r2_o10157"/>
          <p:cNvSpPr/>
          <p:nvPr/>
        </p:nvSpPr>
        <p:spPr>
          <a:xfrm>
            <a:off x="7162908" y="278647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0" name="r2_o10158"/>
          <p:cNvSpPr/>
          <p:nvPr/>
        </p:nvSpPr>
        <p:spPr>
          <a:xfrm>
            <a:off x="7166989" y="279011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1" name="r2_o10159"/>
          <p:cNvSpPr/>
          <p:nvPr/>
        </p:nvSpPr>
        <p:spPr>
          <a:xfrm>
            <a:off x="7166989" y="279011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2" name="r2_o10160"/>
          <p:cNvSpPr/>
          <p:nvPr/>
        </p:nvSpPr>
        <p:spPr>
          <a:xfrm>
            <a:off x="7181273" y="280338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3" name="r2_o10161"/>
          <p:cNvSpPr/>
          <p:nvPr/>
        </p:nvSpPr>
        <p:spPr>
          <a:xfrm>
            <a:off x="7183885" y="280571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4" name="r2_o10162"/>
          <p:cNvSpPr/>
          <p:nvPr/>
        </p:nvSpPr>
        <p:spPr>
          <a:xfrm>
            <a:off x="7183885" y="280571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5" name="r2_o10163"/>
          <p:cNvSpPr/>
          <p:nvPr/>
        </p:nvSpPr>
        <p:spPr>
          <a:xfrm>
            <a:off x="6753883" y="278718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6" name="r2_o10164"/>
          <p:cNvSpPr/>
          <p:nvPr/>
        </p:nvSpPr>
        <p:spPr>
          <a:xfrm>
            <a:off x="6757964" y="279083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7" name="r2_o10165"/>
          <p:cNvSpPr/>
          <p:nvPr/>
        </p:nvSpPr>
        <p:spPr>
          <a:xfrm>
            <a:off x="6757964" y="279083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8" name="r2_o10166"/>
          <p:cNvSpPr/>
          <p:nvPr/>
        </p:nvSpPr>
        <p:spPr>
          <a:xfrm>
            <a:off x="6772248" y="280409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69" name="r2_o10167"/>
          <p:cNvSpPr/>
          <p:nvPr/>
        </p:nvSpPr>
        <p:spPr>
          <a:xfrm>
            <a:off x="6774860" y="280642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0" name="r2_o10168"/>
          <p:cNvSpPr/>
          <p:nvPr/>
        </p:nvSpPr>
        <p:spPr>
          <a:xfrm>
            <a:off x="6774860" y="280642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1" name="r2_o10169"/>
          <p:cNvSpPr/>
          <p:nvPr/>
        </p:nvSpPr>
        <p:spPr>
          <a:xfrm>
            <a:off x="6983524" y="280380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2" name="r2_o10170"/>
          <p:cNvSpPr/>
          <p:nvPr/>
        </p:nvSpPr>
        <p:spPr>
          <a:xfrm>
            <a:off x="6987605" y="280744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3" name="r2_o10171"/>
          <p:cNvSpPr/>
          <p:nvPr/>
        </p:nvSpPr>
        <p:spPr>
          <a:xfrm>
            <a:off x="6987605" y="280744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4" name="r2_o10172"/>
          <p:cNvSpPr/>
          <p:nvPr/>
        </p:nvSpPr>
        <p:spPr>
          <a:xfrm>
            <a:off x="6893824" y="281246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5" name="r2_o10173"/>
          <p:cNvSpPr/>
          <p:nvPr/>
        </p:nvSpPr>
        <p:spPr>
          <a:xfrm>
            <a:off x="6897905" y="281611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6" name="r2_o10174"/>
          <p:cNvSpPr/>
          <p:nvPr/>
        </p:nvSpPr>
        <p:spPr>
          <a:xfrm>
            <a:off x="6897905" y="281611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7" name="r2_o10175"/>
          <p:cNvSpPr/>
          <p:nvPr/>
        </p:nvSpPr>
        <p:spPr>
          <a:xfrm>
            <a:off x="7123465" y="282908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8" name="r2_o10176"/>
          <p:cNvSpPr/>
          <p:nvPr/>
        </p:nvSpPr>
        <p:spPr>
          <a:xfrm>
            <a:off x="7127546" y="283272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79" name="r2_o10177"/>
          <p:cNvSpPr/>
          <p:nvPr/>
        </p:nvSpPr>
        <p:spPr>
          <a:xfrm>
            <a:off x="7127546" y="283272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0" name="r2_o10178"/>
          <p:cNvSpPr/>
          <p:nvPr/>
        </p:nvSpPr>
        <p:spPr>
          <a:xfrm>
            <a:off x="7141831" y="284599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1" name="r2_o10179"/>
          <p:cNvSpPr/>
          <p:nvPr/>
        </p:nvSpPr>
        <p:spPr>
          <a:xfrm>
            <a:off x="7144443" y="284832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2" name="r2_o10180"/>
          <p:cNvSpPr/>
          <p:nvPr/>
        </p:nvSpPr>
        <p:spPr>
          <a:xfrm>
            <a:off x="7144443" y="284832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3" name="r2_o10181"/>
          <p:cNvSpPr/>
          <p:nvPr/>
        </p:nvSpPr>
        <p:spPr>
          <a:xfrm>
            <a:off x="6714440" y="282979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4" name="r2_o10182"/>
          <p:cNvSpPr/>
          <p:nvPr/>
        </p:nvSpPr>
        <p:spPr>
          <a:xfrm>
            <a:off x="6718521" y="283344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5" name="r2_o10183"/>
          <p:cNvSpPr/>
          <p:nvPr/>
        </p:nvSpPr>
        <p:spPr>
          <a:xfrm>
            <a:off x="6718521" y="283344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6" name="r2_o10184"/>
          <p:cNvSpPr/>
          <p:nvPr/>
        </p:nvSpPr>
        <p:spPr>
          <a:xfrm>
            <a:off x="6732806" y="284670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7" name="r2_o10185"/>
          <p:cNvSpPr/>
          <p:nvPr/>
        </p:nvSpPr>
        <p:spPr>
          <a:xfrm>
            <a:off x="6735418" y="284903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8" name="r2_o10186"/>
          <p:cNvSpPr/>
          <p:nvPr/>
        </p:nvSpPr>
        <p:spPr>
          <a:xfrm>
            <a:off x="6735418" y="284903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89" name="r2_o10187"/>
          <p:cNvSpPr/>
          <p:nvPr/>
        </p:nvSpPr>
        <p:spPr>
          <a:xfrm>
            <a:off x="7033773" y="283774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0" name="r2_o10188"/>
          <p:cNvSpPr/>
          <p:nvPr/>
        </p:nvSpPr>
        <p:spPr>
          <a:xfrm>
            <a:off x="7037854" y="284139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1" name="r2_o10189"/>
          <p:cNvSpPr/>
          <p:nvPr/>
        </p:nvSpPr>
        <p:spPr>
          <a:xfrm>
            <a:off x="7037854" y="284139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2" name="r2_o10190"/>
          <p:cNvSpPr/>
          <p:nvPr/>
        </p:nvSpPr>
        <p:spPr>
          <a:xfrm>
            <a:off x="6854381" y="285507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3" name="r2_o10191"/>
          <p:cNvSpPr/>
          <p:nvPr/>
        </p:nvSpPr>
        <p:spPr>
          <a:xfrm>
            <a:off x="6858462" y="285872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4" name="r2_o10192"/>
          <p:cNvSpPr/>
          <p:nvPr/>
        </p:nvSpPr>
        <p:spPr>
          <a:xfrm>
            <a:off x="6858462" y="285872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5" name="r2_o10193"/>
          <p:cNvSpPr/>
          <p:nvPr/>
        </p:nvSpPr>
        <p:spPr>
          <a:xfrm>
            <a:off x="6764689" y="286374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6" name="r2_o10194"/>
          <p:cNvSpPr/>
          <p:nvPr/>
        </p:nvSpPr>
        <p:spPr>
          <a:xfrm>
            <a:off x="6768770" y="286738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7" name="r2_o10195"/>
          <p:cNvSpPr/>
          <p:nvPr/>
        </p:nvSpPr>
        <p:spPr>
          <a:xfrm>
            <a:off x="6768770" y="286738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8" name="r2_o10196"/>
          <p:cNvSpPr/>
          <p:nvPr/>
        </p:nvSpPr>
        <p:spPr>
          <a:xfrm>
            <a:off x="6783055" y="288065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99" name="r2_o10197"/>
          <p:cNvSpPr/>
          <p:nvPr/>
        </p:nvSpPr>
        <p:spPr>
          <a:xfrm>
            <a:off x="6785667" y="288298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0" name="r2_o10198"/>
          <p:cNvSpPr/>
          <p:nvPr/>
        </p:nvSpPr>
        <p:spPr>
          <a:xfrm>
            <a:off x="6785667" y="288298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1" name="r2_o10199"/>
          <p:cNvSpPr/>
          <p:nvPr/>
        </p:nvSpPr>
        <p:spPr>
          <a:xfrm>
            <a:off x="6994330" y="288035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2" name="r2_o10200"/>
          <p:cNvSpPr/>
          <p:nvPr/>
        </p:nvSpPr>
        <p:spPr>
          <a:xfrm>
            <a:off x="6998411" y="288400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3" name="r2_o10201"/>
          <p:cNvSpPr/>
          <p:nvPr/>
        </p:nvSpPr>
        <p:spPr>
          <a:xfrm>
            <a:off x="6998411" y="288400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4" name="r2_o10202"/>
          <p:cNvSpPr/>
          <p:nvPr/>
        </p:nvSpPr>
        <p:spPr>
          <a:xfrm>
            <a:off x="7012696" y="289726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5" name="r2_o10203"/>
          <p:cNvSpPr/>
          <p:nvPr/>
        </p:nvSpPr>
        <p:spPr>
          <a:xfrm>
            <a:off x="7015308" y="289959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6" name="r2_o10204"/>
          <p:cNvSpPr/>
          <p:nvPr/>
        </p:nvSpPr>
        <p:spPr>
          <a:xfrm>
            <a:off x="7015308" y="289959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7" name="r2_o10205"/>
          <p:cNvSpPr/>
          <p:nvPr/>
        </p:nvSpPr>
        <p:spPr>
          <a:xfrm>
            <a:off x="6904638" y="288902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8" name="r2_o10206"/>
          <p:cNvSpPr/>
          <p:nvPr/>
        </p:nvSpPr>
        <p:spPr>
          <a:xfrm>
            <a:off x="6908719" y="289266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09" name="r2_o10207"/>
          <p:cNvSpPr/>
          <p:nvPr/>
        </p:nvSpPr>
        <p:spPr>
          <a:xfrm>
            <a:off x="6908719" y="289266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10" name="r2_o10208"/>
          <p:cNvSpPr/>
          <p:nvPr/>
        </p:nvSpPr>
        <p:spPr>
          <a:xfrm>
            <a:off x="6923004" y="290593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11" name="r2_o10209"/>
          <p:cNvSpPr/>
          <p:nvPr/>
        </p:nvSpPr>
        <p:spPr>
          <a:xfrm>
            <a:off x="6925616" y="290826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12" name="r2_o10210"/>
          <p:cNvSpPr/>
          <p:nvPr/>
        </p:nvSpPr>
        <p:spPr>
          <a:xfrm>
            <a:off x="6925616" y="290826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13" name="r2_o10211"/>
          <p:cNvSpPr/>
          <p:nvPr/>
        </p:nvSpPr>
        <p:spPr>
          <a:xfrm flipV="1">
            <a:off x="8141393" y="2568478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14" name="r2_o10212"/>
          <p:cNvSpPr/>
          <p:nvPr/>
        </p:nvSpPr>
        <p:spPr>
          <a:xfrm flipV="1">
            <a:off x="7974729" y="2791326"/>
            <a:ext cx="81821" cy="205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15" name="r2_o10213"/>
          <p:cNvSpPr/>
          <p:nvPr/>
        </p:nvSpPr>
        <p:spPr>
          <a:xfrm flipH="1" flipV="1">
            <a:off x="7811102" y="2797488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16" name="r2_o10214"/>
          <p:cNvSpPr/>
          <p:nvPr/>
        </p:nvSpPr>
        <p:spPr>
          <a:xfrm flipH="1" flipV="1">
            <a:off x="8026247" y="2645500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17" name="r2_o10215"/>
          <p:cNvSpPr/>
          <p:nvPr/>
        </p:nvSpPr>
        <p:spPr>
          <a:xfrm flipV="1">
            <a:off x="7911100" y="264755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18" name="r2_o10216"/>
          <p:cNvSpPr/>
          <p:nvPr/>
        </p:nvSpPr>
        <p:spPr>
          <a:xfrm flipV="1">
            <a:off x="8144430" y="2420599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19" name="r2_o10217"/>
          <p:cNvSpPr/>
          <p:nvPr/>
        </p:nvSpPr>
        <p:spPr>
          <a:xfrm flipH="1" flipV="1">
            <a:off x="8356546" y="2453975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0" name="r2_o10218"/>
          <p:cNvSpPr/>
          <p:nvPr/>
        </p:nvSpPr>
        <p:spPr>
          <a:xfrm flipH="1" flipV="1">
            <a:off x="8341390" y="2381061"/>
            <a:ext cx="48488" cy="354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1" name="r2_o10219"/>
          <p:cNvSpPr/>
          <p:nvPr/>
        </p:nvSpPr>
        <p:spPr>
          <a:xfrm flipH="1" flipV="1">
            <a:off x="8156548" y="2678876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2" name="r2_o10220"/>
          <p:cNvSpPr/>
          <p:nvPr/>
        </p:nvSpPr>
        <p:spPr>
          <a:xfrm flipH="1" flipV="1">
            <a:off x="8271695" y="2639338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3" name="r2_o10221"/>
          <p:cNvSpPr/>
          <p:nvPr/>
        </p:nvSpPr>
        <p:spPr>
          <a:xfrm flipV="1">
            <a:off x="8159578" y="2493511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4" name="r2_o10222"/>
          <p:cNvSpPr/>
          <p:nvPr/>
        </p:nvSpPr>
        <p:spPr>
          <a:xfrm flipV="1">
            <a:off x="8059580" y="2605962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5" name="r2_o10223"/>
          <p:cNvSpPr/>
          <p:nvPr/>
        </p:nvSpPr>
        <p:spPr>
          <a:xfrm flipV="1">
            <a:off x="8274725" y="2453975"/>
            <a:ext cx="81821" cy="205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6" name="r2_o10224"/>
          <p:cNvSpPr/>
          <p:nvPr/>
        </p:nvSpPr>
        <p:spPr>
          <a:xfrm flipV="1">
            <a:off x="8371693" y="248940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7" name="r2_o10225"/>
          <p:cNvSpPr/>
          <p:nvPr/>
        </p:nvSpPr>
        <p:spPr>
          <a:xfrm flipV="1">
            <a:off x="7989884" y="2864238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8" name="r2_o10226"/>
          <p:cNvSpPr/>
          <p:nvPr/>
        </p:nvSpPr>
        <p:spPr>
          <a:xfrm flipV="1">
            <a:off x="8205029" y="2712250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29" name="r2_o10227"/>
          <p:cNvSpPr/>
          <p:nvPr/>
        </p:nvSpPr>
        <p:spPr>
          <a:xfrm flipV="1">
            <a:off x="8289880" y="2526887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0" name="r2_o10228"/>
          <p:cNvSpPr/>
          <p:nvPr/>
        </p:nvSpPr>
        <p:spPr>
          <a:xfrm flipV="1">
            <a:off x="8174726" y="2566425"/>
            <a:ext cx="81821" cy="205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1" name="r2_o10229"/>
          <p:cNvSpPr/>
          <p:nvPr/>
        </p:nvSpPr>
        <p:spPr>
          <a:xfrm flipV="1">
            <a:off x="8405026" y="2487349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2" name="r2_o10230"/>
          <p:cNvSpPr/>
          <p:nvPr/>
        </p:nvSpPr>
        <p:spPr>
          <a:xfrm flipV="1">
            <a:off x="8356546" y="2416492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3" name="r2_o10231"/>
          <p:cNvSpPr/>
          <p:nvPr/>
        </p:nvSpPr>
        <p:spPr>
          <a:xfrm flipV="1">
            <a:off x="7926248" y="2720467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4" name="r2_o10232"/>
          <p:cNvSpPr/>
          <p:nvPr/>
        </p:nvSpPr>
        <p:spPr>
          <a:xfrm flipV="1">
            <a:off x="8256547" y="2528942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5" name="r2_o10233"/>
          <p:cNvSpPr/>
          <p:nvPr/>
        </p:nvSpPr>
        <p:spPr>
          <a:xfrm flipV="1">
            <a:off x="8041395" y="2680928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6" name="r2_o10234"/>
          <p:cNvSpPr/>
          <p:nvPr/>
        </p:nvSpPr>
        <p:spPr>
          <a:xfrm flipH="1" flipV="1">
            <a:off x="8141393" y="2605962"/>
            <a:ext cx="48488" cy="354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7" name="r2_o10235"/>
          <p:cNvSpPr/>
          <p:nvPr/>
        </p:nvSpPr>
        <p:spPr>
          <a:xfrm flipV="1">
            <a:off x="8186844" y="278721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8" name="r2_o10236"/>
          <p:cNvSpPr/>
          <p:nvPr/>
        </p:nvSpPr>
        <p:spPr>
          <a:xfrm flipV="1">
            <a:off x="8126245" y="249556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39" name="r2_o10237"/>
          <p:cNvSpPr/>
          <p:nvPr/>
        </p:nvSpPr>
        <p:spPr>
          <a:xfrm flipV="1">
            <a:off x="7944433" y="2645500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0" name="r2_o10238"/>
          <p:cNvSpPr/>
          <p:nvPr/>
        </p:nvSpPr>
        <p:spPr>
          <a:xfrm flipV="1">
            <a:off x="7811102" y="2760005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1" name="r2_o10239"/>
          <p:cNvSpPr/>
          <p:nvPr/>
        </p:nvSpPr>
        <p:spPr>
          <a:xfrm flipV="1">
            <a:off x="8389878" y="2414437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2" name="r2_o10240"/>
          <p:cNvSpPr/>
          <p:nvPr/>
        </p:nvSpPr>
        <p:spPr>
          <a:xfrm flipH="1" flipV="1">
            <a:off x="8111098" y="2460138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3" name="r2_o10241"/>
          <p:cNvSpPr/>
          <p:nvPr/>
        </p:nvSpPr>
        <p:spPr>
          <a:xfrm flipH="1" flipV="1">
            <a:off x="8011099" y="2572588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4" name="r2_o10242"/>
          <p:cNvSpPr/>
          <p:nvPr/>
        </p:nvSpPr>
        <p:spPr>
          <a:xfrm flipV="1">
            <a:off x="7959581" y="2718412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5" name="r2_o10243"/>
          <p:cNvSpPr/>
          <p:nvPr/>
        </p:nvSpPr>
        <p:spPr>
          <a:xfrm flipV="1">
            <a:off x="8074727" y="2678876"/>
            <a:ext cx="81821" cy="205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6" name="r2_o10244"/>
          <p:cNvSpPr/>
          <p:nvPr/>
        </p:nvSpPr>
        <p:spPr>
          <a:xfrm flipV="1">
            <a:off x="8089883" y="2751788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7" name="r2_o10245"/>
          <p:cNvSpPr/>
          <p:nvPr/>
        </p:nvSpPr>
        <p:spPr>
          <a:xfrm flipH="1" flipV="1">
            <a:off x="7926248" y="2757950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8" name="r2_o10246"/>
          <p:cNvSpPr/>
          <p:nvPr/>
        </p:nvSpPr>
        <p:spPr>
          <a:xfrm flipV="1">
            <a:off x="8026247" y="260801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49" name="r2_o10247"/>
          <p:cNvSpPr/>
          <p:nvPr/>
        </p:nvSpPr>
        <p:spPr>
          <a:xfrm flipV="1">
            <a:off x="8111098" y="242265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0" name="r2_o10248"/>
          <p:cNvSpPr/>
          <p:nvPr/>
        </p:nvSpPr>
        <p:spPr>
          <a:xfrm flipH="1" flipV="1">
            <a:off x="8056550" y="2791326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1" name="r2_o10249"/>
          <p:cNvSpPr/>
          <p:nvPr/>
        </p:nvSpPr>
        <p:spPr>
          <a:xfrm flipV="1">
            <a:off x="7941396" y="2793379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2" name="r2_o10250"/>
          <p:cNvSpPr/>
          <p:nvPr/>
        </p:nvSpPr>
        <p:spPr>
          <a:xfrm flipH="1" flipV="1">
            <a:off x="8171696" y="2751788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3" name="r2_o10251"/>
          <p:cNvSpPr/>
          <p:nvPr/>
        </p:nvSpPr>
        <p:spPr>
          <a:xfrm flipV="1">
            <a:off x="7859583" y="2830862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4" name="r2_o10252"/>
          <p:cNvSpPr/>
          <p:nvPr/>
        </p:nvSpPr>
        <p:spPr>
          <a:xfrm flipH="1" flipV="1">
            <a:off x="7941396" y="2830862"/>
            <a:ext cx="48488" cy="354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5" name="r2_o10253"/>
          <p:cNvSpPr/>
          <p:nvPr/>
        </p:nvSpPr>
        <p:spPr>
          <a:xfrm flipV="1">
            <a:off x="8071698" y="282675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6" name="r2_o10254"/>
          <p:cNvSpPr/>
          <p:nvPr/>
        </p:nvSpPr>
        <p:spPr>
          <a:xfrm flipV="1">
            <a:off x="8286842" y="267476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7" name="r2_o10255"/>
          <p:cNvSpPr/>
          <p:nvPr/>
        </p:nvSpPr>
        <p:spPr>
          <a:xfrm flipH="1" flipV="1">
            <a:off x="8371693" y="2526887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8" name="r2_o10256"/>
          <p:cNvSpPr/>
          <p:nvPr/>
        </p:nvSpPr>
        <p:spPr>
          <a:xfrm flipH="1" flipV="1">
            <a:off x="8041395" y="2718412"/>
            <a:ext cx="48488" cy="354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59" name="r2_o10257"/>
          <p:cNvSpPr/>
          <p:nvPr/>
        </p:nvSpPr>
        <p:spPr>
          <a:xfrm flipV="1">
            <a:off x="8011099" y="253510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0" name="r2_o10258"/>
          <p:cNvSpPr/>
          <p:nvPr/>
        </p:nvSpPr>
        <p:spPr>
          <a:xfrm flipH="1" flipV="1">
            <a:off x="8241392" y="2493511"/>
            <a:ext cx="48488" cy="3543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1" name="r2_o10259"/>
          <p:cNvSpPr/>
          <p:nvPr/>
        </p:nvSpPr>
        <p:spPr>
          <a:xfrm flipH="1" flipV="1">
            <a:off x="8256547" y="2566425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2" name="r2_o10260"/>
          <p:cNvSpPr/>
          <p:nvPr/>
        </p:nvSpPr>
        <p:spPr>
          <a:xfrm flipV="1">
            <a:off x="8486840" y="244986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3" name="r2_o10261"/>
          <p:cNvSpPr/>
          <p:nvPr/>
        </p:nvSpPr>
        <p:spPr>
          <a:xfrm flipH="1" flipV="1">
            <a:off x="8226244" y="2420599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4" name="r2_o10262"/>
          <p:cNvSpPr/>
          <p:nvPr/>
        </p:nvSpPr>
        <p:spPr>
          <a:xfrm flipV="1">
            <a:off x="8056550" y="2753842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5" name="r2_o10263"/>
          <p:cNvSpPr/>
          <p:nvPr/>
        </p:nvSpPr>
        <p:spPr>
          <a:xfrm flipV="1">
            <a:off x="8156548" y="2641392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6" name="r2_o10264"/>
          <p:cNvSpPr/>
          <p:nvPr/>
        </p:nvSpPr>
        <p:spPr>
          <a:xfrm flipV="1">
            <a:off x="8105030" y="2824700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7" name="r2_o10265"/>
          <p:cNvSpPr/>
          <p:nvPr/>
        </p:nvSpPr>
        <p:spPr>
          <a:xfrm flipH="1" flipV="1">
            <a:off x="8126245" y="2533050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8" name="r2_o10266"/>
          <p:cNvSpPr/>
          <p:nvPr/>
        </p:nvSpPr>
        <p:spPr>
          <a:xfrm flipV="1">
            <a:off x="8171696" y="271430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69" name="r2_o10267"/>
          <p:cNvSpPr/>
          <p:nvPr/>
        </p:nvSpPr>
        <p:spPr>
          <a:xfrm flipV="1">
            <a:off x="8226244" y="238311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0" name="r2_o10268"/>
          <p:cNvSpPr/>
          <p:nvPr/>
        </p:nvSpPr>
        <p:spPr>
          <a:xfrm flipV="1">
            <a:off x="8189881" y="2639338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1" name="r2_o10269"/>
          <p:cNvSpPr/>
          <p:nvPr/>
        </p:nvSpPr>
        <p:spPr>
          <a:xfrm flipH="1" flipV="1">
            <a:off x="8471692" y="2414437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2" name="r2_o10270"/>
          <p:cNvSpPr/>
          <p:nvPr/>
        </p:nvSpPr>
        <p:spPr>
          <a:xfrm flipH="1" flipV="1">
            <a:off x="7911100" y="2685038"/>
            <a:ext cx="48481" cy="3542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3" name="r2_o10271"/>
          <p:cNvSpPr/>
          <p:nvPr/>
        </p:nvSpPr>
        <p:spPr>
          <a:xfrm flipV="1">
            <a:off x="8241392" y="2456028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4" name="r2_o10272"/>
          <p:cNvSpPr/>
          <p:nvPr/>
        </p:nvSpPr>
        <p:spPr>
          <a:xfrm flipV="1">
            <a:off x="8386841" y="2562316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5" name="r2_o10273"/>
          <p:cNvSpPr/>
          <p:nvPr/>
        </p:nvSpPr>
        <p:spPr>
          <a:xfrm flipV="1">
            <a:off x="7844435" y="2757950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6" name="r2_o10274"/>
          <p:cNvSpPr/>
          <p:nvPr/>
        </p:nvSpPr>
        <p:spPr>
          <a:xfrm flipV="1">
            <a:off x="8259577" y="2381061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7" name="r2_o10275"/>
          <p:cNvSpPr/>
          <p:nvPr/>
        </p:nvSpPr>
        <p:spPr>
          <a:xfrm flipV="1">
            <a:off x="8305028" y="2599799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8" name="r2_o10276"/>
          <p:cNvSpPr/>
          <p:nvPr/>
        </p:nvSpPr>
        <p:spPr>
          <a:xfrm flipV="1">
            <a:off x="8271695" y="2601854"/>
            <a:ext cx="33333" cy="37483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79" name="r2_o10277"/>
          <p:cNvSpPr/>
          <p:nvPr/>
        </p:nvSpPr>
        <p:spPr>
          <a:xfrm flipV="1">
            <a:off x="8044432" y="2533050"/>
            <a:ext cx="81813" cy="205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280" name="r2_o10278"/>
          <p:cNvSpPr/>
          <p:nvPr/>
        </p:nvSpPr>
        <p:spPr>
          <a:xfrm>
            <a:off x="8326814" y="236648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1" name="r2_o10279"/>
          <p:cNvSpPr/>
          <p:nvPr/>
        </p:nvSpPr>
        <p:spPr>
          <a:xfrm>
            <a:off x="8330896" y="237012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2" name="r2_o10280"/>
          <p:cNvSpPr/>
          <p:nvPr/>
        </p:nvSpPr>
        <p:spPr>
          <a:xfrm>
            <a:off x="8330896" y="237012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3" name="r2_o10281"/>
          <p:cNvSpPr/>
          <p:nvPr/>
        </p:nvSpPr>
        <p:spPr>
          <a:xfrm>
            <a:off x="8345180" y="238339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4" name="r2_o10282"/>
          <p:cNvSpPr/>
          <p:nvPr/>
        </p:nvSpPr>
        <p:spPr>
          <a:xfrm>
            <a:off x="8347792" y="238572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5" name="r2_o10283"/>
          <p:cNvSpPr/>
          <p:nvPr/>
        </p:nvSpPr>
        <p:spPr>
          <a:xfrm>
            <a:off x="8347792" y="238572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6" name="r2_o10284"/>
          <p:cNvSpPr/>
          <p:nvPr/>
        </p:nvSpPr>
        <p:spPr>
          <a:xfrm>
            <a:off x="8245001" y="23685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7" name="r2_o10285"/>
          <p:cNvSpPr/>
          <p:nvPr/>
        </p:nvSpPr>
        <p:spPr>
          <a:xfrm>
            <a:off x="8249082" y="23721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8" name="r2_o10286"/>
          <p:cNvSpPr/>
          <p:nvPr/>
        </p:nvSpPr>
        <p:spPr>
          <a:xfrm>
            <a:off x="8249082" y="23721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89" name="r2_o10287"/>
          <p:cNvSpPr/>
          <p:nvPr/>
        </p:nvSpPr>
        <p:spPr>
          <a:xfrm>
            <a:off x="8263367" y="238544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0" name="r2_o10288"/>
          <p:cNvSpPr/>
          <p:nvPr/>
        </p:nvSpPr>
        <p:spPr>
          <a:xfrm>
            <a:off x="8265979" y="238778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1" name="r2_o10289"/>
          <p:cNvSpPr/>
          <p:nvPr/>
        </p:nvSpPr>
        <p:spPr>
          <a:xfrm>
            <a:off x="8265979" y="238778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2" name="r2_o10290"/>
          <p:cNvSpPr/>
          <p:nvPr/>
        </p:nvSpPr>
        <p:spPr>
          <a:xfrm>
            <a:off x="8457116" y="239986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3" name="r2_o10291"/>
          <p:cNvSpPr/>
          <p:nvPr/>
        </p:nvSpPr>
        <p:spPr>
          <a:xfrm>
            <a:off x="8461197" y="240350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4" name="r2_o10292"/>
          <p:cNvSpPr/>
          <p:nvPr/>
        </p:nvSpPr>
        <p:spPr>
          <a:xfrm>
            <a:off x="8461197" y="240350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5" name="r2_o10293"/>
          <p:cNvSpPr/>
          <p:nvPr/>
        </p:nvSpPr>
        <p:spPr>
          <a:xfrm>
            <a:off x="8475482" y="241676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6" name="r2_o10294"/>
          <p:cNvSpPr/>
          <p:nvPr/>
        </p:nvSpPr>
        <p:spPr>
          <a:xfrm>
            <a:off x="8478094" y="241910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7" name="r2_o10295"/>
          <p:cNvSpPr/>
          <p:nvPr/>
        </p:nvSpPr>
        <p:spPr>
          <a:xfrm>
            <a:off x="8478094" y="241910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8" name="r2_o10296"/>
          <p:cNvSpPr/>
          <p:nvPr/>
        </p:nvSpPr>
        <p:spPr>
          <a:xfrm>
            <a:off x="8375302" y="240191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99" name="r2_o10297"/>
          <p:cNvSpPr/>
          <p:nvPr/>
        </p:nvSpPr>
        <p:spPr>
          <a:xfrm>
            <a:off x="8379384" y="240556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0" name="r2_o10298"/>
          <p:cNvSpPr/>
          <p:nvPr/>
        </p:nvSpPr>
        <p:spPr>
          <a:xfrm>
            <a:off x="8379384" y="240556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1" name="r2_o10299"/>
          <p:cNvSpPr/>
          <p:nvPr/>
        </p:nvSpPr>
        <p:spPr>
          <a:xfrm>
            <a:off x="8211668" y="240602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2" name="r2_o10300"/>
          <p:cNvSpPr/>
          <p:nvPr/>
        </p:nvSpPr>
        <p:spPr>
          <a:xfrm>
            <a:off x="8215749" y="240966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3" name="r2_o10301"/>
          <p:cNvSpPr/>
          <p:nvPr/>
        </p:nvSpPr>
        <p:spPr>
          <a:xfrm>
            <a:off x="8215749" y="240966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4" name="r2_o10302"/>
          <p:cNvSpPr/>
          <p:nvPr/>
        </p:nvSpPr>
        <p:spPr>
          <a:xfrm>
            <a:off x="8129855" y="24080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5" name="r2_o10303"/>
          <p:cNvSpPr/>
          <p:nvPr/>
        </p:nvSpPr>
        <p:spPr>
          <a:xfrm>
            <a:off x="8133936" y="24117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6" name="r2_o10304"/>
          <p:cNvSpPr/>
          <p:nvPr/>
        </p:nvSpPr>
        <p:spPr>
          <a:xfrm>
            <a:off x="8133936" y="24117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7" name="r2_o10305"/>
          <p:cNvSpPr/>
          <p:nvPr/>
        </p:nvSpPr>
        <p:spPr>
          <a:xfrm>
            <a:off x="8148220" y="242498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8" name="r2_o10306"/>
          <p:cNvSpPr/>
          <p:nvPr/>
        </p:nvSpPr>
        <p:spPr>
          <a:xfrm>
            <a:off x="8150832" y="242731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09" name="r2_o10307"/>
          <p:cNvSpPr/>
          <p:nvPr/>
        </p:nvSpPr>
        <p:spPr>
          <a:xfrm>
            <a:off x="8150832" y="242731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0" name="r2_o10308"/>
          <p:cNvSpPr/>
          <p:nvPr/>
        </p:nvSpPr>
        <p:spPr>
          <a:xfrm>
            <a:off x="8505596" y="243529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1" name="r2_o10309"/>
          <p:cNvSpPr/>
          <p:nvPr/>
        </p:nvSpPr>
        <p:spPr>
          <a:xfrm>
            <a:off x="8509678" y="243893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2" name="r2_o10310"/>
          <p:cNvSpPr/>
          <p:nvPr/>
        </p:nvSpPr>
        <p:spPr>
          <a:xfrm>
            <a:off x="8509678" y="243893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3" name="r2_o10311"/>
          <p:cNvSpPr/>
          <p:nvPr/>
        </p:nvSpPr>
        <p:spPr>
          <a:xfrm>
            <a:off x="8523962" y="245219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4" name="r2_o10312"/>
          <p:cNvSpPr/>
          <p:nvPr/>
        </p:nvSpPr>
        <p:spPr>
          <a:xfrm>
            <a:off x="8526574" y="245453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5" name="r2_o10313"/>
          <p:cNvSpPr/>
          <p:nvPr/>
        </p:nvSpPr>
        <p:spPr>
          <a:xfrm>
            <a:off x="8526574" y="245453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6" name="r2_o10314"/>
          <p:cNvSpPr/>
          <p:nvPr/>
        </p:nvSpPr>
        <p:spPr>
          <a:xfrm>
            <a:off x="8341970" y="243939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7" name="r2_o10315"/>
          <p:cNvSpPr/>
          <p:nvPr/>
        </p:nvSpPr>
        <p:spPr>
          <a:xfrm>
            <a:off x="8346051" y="244304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8" name="r2_o10316"/>
          <p:cNvSpPr/>
          <p:nvPr/>
        </p:nvSpPr>
        <p:spPr>
          <a:xfrm>
            <a:off x="8346051" y="244304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19" name="r2_o10317"/>
          <p:cNvSpPr/>
          <p:nvPr/>
        </p:nvSpPr>
        <p:spPr>
          <a:xfrm>
            <a:off x="8260149" y="244145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0" name="r2_o10318"/>
          <p:cNvSpPr/>
          <p:nvPr/>
        </p:nvSpPr>
        <p:spPr>
          <a:xfrm>
            <a:off x="8264230" y="244509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1" name="r2_o10319"/>
          <p:cNvSpPr/>
          <p:nvPr/>
        </p:nvSpPr>
        <p:spPr>
          <a:xfrm>
            <a:off x="8264230" y="244509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2" name="r2_o10320"/>
          <p:cNvSpPr/>
          <p:nvPr/>
        </p:nvSpPr>
        <p:spPr>
          <a:xfrm>
            <a:off x="8096522" y="244556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3" name="r2_o10321"/>
          <p:cNvSpPr/>
          <p:nvPr/>
        </p:nvSpPr>
        <p:spPr>
          <a:xfrm>
            <a:off x="8100603" y="244920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4" name="r2_o10322"/>
          <p:cNvSpPr/>
          <p:nvPr/>
        </p:nvSpPr>
        <p:spPr>
          <a:xfrm>
            <a:off x="8100603" y="244920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5" name="r2_o10323"/>
          <p:cNvSpPr/>
          <p:nvPr/>
        </p:nvSpPr>
        <p:spPr>
          <a:xfrm>
            <a:off x="8114887" y="246247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6" name="r2_o10324"/>
          <p:cNvSpPr/>
          <p:nvPr/>
        </p:nvSpPr>
        <p:spPr>
          <a:xfrm>
            <a:off x="8117499" y="246480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7" name="r2_o10325"/>
          <p:cNvSpPr/>
          <p:nvPr/>
        </p:nvSpPr>
        <p:spPr>
          <a:xfrm>
            <a:off x="8117499" y="246480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8" name="r2_o10326"/>
          <p:cNvSpPr/>
          <p:nvPr/>
        </p:nvSpPr>
        <p:spPr>
          <a:xfrm>
            <a:off x="8472264" y="247277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29" name="r2_o10327"/>
          <p:cNvSpPr/>
          <p:nvPr/>
        </p:nvSpPr>
        <p:spPr>
          <a:xfrm>
            <a:off x="8476345" y="247641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0" name="r2_o10328"/>
          <p:cNvSpPr/>
          <p:nvPr/>
        </p:nvSpPr>
        <p:spPr>
          <a:xfrm>
            <a:off x="8476345" y="247641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1" name="r2_o10329"/>
          <p:cNvSpPr/>
          <p:nvPr/>
        </p:nvSpPr>
        <p:spPr>
          <a:xfrm>
            <a:off x="8490629" y="248968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2" name="r2_o10330"/>
          <p:cNvSpPr/>
          <p:nvPr/>
        </p:nvSpPr>
        <p:spPr>
          <a:xfrm>
            <a:off x="8493241" y="249201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3" name="r2_o10331"/>
          <p:cNvSpPr/>
          <p:nvPr/>
        </p:nvSpPr>
        <p:spPr>
          <a:xfrm>
            <a:off x="8493241" y="249201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4" name="r2_o10332"/>
          <p:cNvSpPr/>
          <p:nvPr/>
        </p:nvSpPr>
        <p:spPr>
          <a:xfrm>
            <a:off x="8390450" y="247482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5" name="r2_o10333"/>
          <p:cNvSpPr/>
          <p:nvPr/>
        </p:nvSpPr>
        <p:spPr>
          <a:xfrm>
            <a:off x="8394531" y="247847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6" name="r2_o10334"/>
          <p:cNvSpPr/>
          <p:nvPr/>
        </p:nvSpPr>
        <p:spPr>
          <a:xfrm>
            <a:off x="8394531" y="247847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7" name="r2_o10335"/>
          <p:cNvSpPr/>
          <p:nvPr/>
        </p:nvSpPr>
        <p:spPr>
          <a:xfrm>
            <a:off x="8226816" y="247893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8" name="r2_o10336"/>
          <p:cNvSpPr/>
          <p:nvPr/>
        </p:nvSpPr>
        <p:spPr>
          <a:xfrm>
            <a:off x="8230897" y="248257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39" name="r2_o10337"/>
          <p:cNvSpPr/>
          <p:nvPr/>
        </p:nvSpPr>
        <p:spPr>
          <a:xfrm>
            <a:off x="8230897" y="248257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0" name="r2_o10338"/>
          <p:cNvSpPr/>
          <p:nvPr/>
        </p:nvSpPr>
        <p:spPr>
          <a:xfrm>
            <a:off x="8145002" y="248099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1" name="r2_o10339"/>
          <p:cNvSpPr/>
          <p:nvPr/>
        </p:nvSpPr>
        <p:spPr>
          <a:xfrm>
            <a:off x="8149084" y="248463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2" name="r2_o10340"/>
          <p:cNvSpPr/>
          <p:nvPr/>
        </p:nvSpPr>
        <p:spPr>
          <a:xfrm>
            <a:off x="8149084" y="248463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3" name="r2_o10341"/>
          <p:cNvSpPr/>
          <p:nvPr/>
        </p:nvSpPr>
        <p:spPr>
          <a:xfrm>
            <a:off x="8357117" y="251231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4" name="r2_o10342"/>
          <p:cNvSpPr/>
          <p:nvPr/>
        </p:nvSpPr>
        <p:spPr>
          <a:xfrm>
            <a:off x="8361199" y="251595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5" name="r2_o10343"/>
          <p:cNvSpPr/>
          <p:nvPr/>
        </p:nvSpPr>
        <p:spPr>
          <a:xfrm>
            <a:off x="8361199" y="251595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6" name="r2_o10344"/>
          <p:cNvSpPr/>
          <p:nvPr/>
        </p:nvSpPr>
        <p:spPr>
          <a:xfrm>
            <a:off x="8275304" y="251436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7" name="r2_o10345"/>
          <p:cNvSpPr/>
          <p:nvPr/>
        </p:nvSpPr>
        <p:spPr>
          <a:xfrm>
            <a:off x="8279385" y="251801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8" name="r2_o10346"/>
          <p:cNvSpPr/>
          <p:nvPr/>
        </p:nvSpPr>
        <p:spPr>
          <a:xfrm>
            <a:off x="8279385" y="251801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49" name="r2_o10347"/>
          <p:cNvSpPr/>
          <p:nvPr/>
        </p:nvSpPr>
        <p:spPr>
          <a:xfrm>
            <a:off x="8111669" y="25184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0" name="r2_o10348"/>
          <p:cNvSpPr/>
          <p:nvPr/>
        </p:nvSpPr>
        <p:spPr>
          <a:xfrm>
            <a:off x="8115751" y="25221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1" name="r2_o10349"/>
          <p:cNvSpPr/>
          <p:nvPr/>
        </p:nvSpPr>
        <p:spPr>
          <a:xfrm>
            <a:off x="8115751" y="25221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2" name="r2_o10350"/>
          <p:cNvSpPr/>
          <p:nvPr/>
        </p:nvSpPr>
        <p:spPr>
          <a:xfrm>
            <a:off x="8029856" y="252052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3" name="r2_o10351"/>
          <p:cNvSpPr/>
          <p:nvPr/>
        </p:nvSpPr>
        <p:spPr>
          <a:xfrm>
            <a:off x="8033937" y="252417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4" name="r2_o10352"/>
          <p:cNvSpPr/>
          <p:nvPr/>
        </p:nvSpPr>
        <p:spPr>
          <a:xfrm>
            <a:off x="8033937" y="252417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5" name="r2_o10353"/>
          <p:cNvSpPr/>
          <p:nvPr/>
        </p:nvSpPr>
        <p:spPr>
          <a:xfrm>
            <a:off x="8048222" y="253743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6" name="r2_o10354"/>
          <p:cNvSpPr/>
          <p:nvPr/>
        </p:nvSpPr>
        <p:spPr>
          <a:xfrm>
            <a:off x="8050834" y="253976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7" name="r2_o10355"/>
          <p:cNvSpPr/>
          <p:nvPr/>
        </p:nvSpPr>
        <p:spPr>
          <a:xfrm>
            <a:off x="8050834" y="253976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8" name="r2_o10356"/>
          <p:cNvSpPr/>
          <p:nvPr/>
        </p:nvSpPr>
        <p:spPr>
          <a:xfrm>
            <a:off x="8405598" y="25477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59" name="r2_o10357"/>
          <p:cNvSpPr/>
          <p:nvPr/>
        </p:nvSpPr>
        <p:spPr>
          <a:xfrm>
            <a:off x="8409679" y="25513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0" name="r2_o10358"/>
          <p:cNvSpPr/>
          <p:nvPr/>
        </p:nvSpPr>
        <p:spPr>
          <a:xfrm>
            <a:off x="8409679" y="25513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1" name="r2_o10359"/>
          <p:cNvSpPr/>
          <p:nvPr/>
        </p:nvSpPr>
        <p:spPr>
          <a:xfrm>
            <a:off x="8423964" y="256464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2" name="r2_o10360"/>
          <p:cNvSpPr/>
          <p:nvPr/>
        </p:nvSpPr>
        <p:spPr>
          <a:xfrm>
            <a:off x="8426576" y="256698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3" name="r2_o10361"/>
          <p:cNvSpPr/>
          <p:nvPr/>
        </p:nvSpPr>
        <p:spPr>
          <a:xfrm>
            <a:off x="8426576" y="256698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4" name="r2_o10362"/>
          <p:cNvSpPr/>
          <p:nvPr/>
        </p:nvSpPr>
        <p:spPr>
          <a:xfrm>
            <a:off x="8241971" y="255184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5" name="r2_o10363"/>
          <p:cNvSpPr/>
          <p:nvPr/>
        </p:nvSpPr>
        <p:spPr>
          <a:xfrm>
            <a:off x="8246052" y="255549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6" name="r2_o10364"/>
          <p:cNvSpPr/>
          <p:nvPr/>
        </p:nvSpPr>
        <p:spPr>
          <a:xfrm>
            <a:off x="8246052" y="255549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7" name="r2_o10365"/>
          <p:cNvSpPr/>
          <p:nvPr/>
        </p:nvSpPr>
        <p:spPr>
          <a:xfrm>
            <a:off x="8160150" y="255390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8" name="r2_o10366"/>
          <p:cNvSpPr/>
          <p:nvPr/>
        </p:nvSpPr>
        <p:spPr>
          <a:xfrm>
            <a:off x="8164231" y="255754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69" name="r2_o10367"/>
          <p:cNvSpPr/>
          <p:nvPr/>
        </p:nvSpPr>
        <p:spPr>
          <a:xfrm>
            <a:off x="8164231" y="255754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0" name="r2_o10368"/>
          <p:cNvSpPr/>
          <p:nvPr/>
        </p:nvSpPr>
        <p:spPr>
          <a:xfrm>
            <a:off x="7996523" y="255801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1" name="r2_o10369"/>
          <p:cNvSpPr/>
          <p:nvPr/>
        </p:nvSpPr>
        <p:spPr>
          <a:xfrm>
            <a:off x="8000604" y="256165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2" name="r2_o10370"/>
          <p:cNvSpPr/>
          <p:nvPr/>
        </p:nvSpPr>
        <p:spPr>
          <a:xfrm>
            <a:off x="8000604" y="256165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3" name="r2_o10371"/>
          <p:cNvSpPr/>
          <p:nvPr/>
        </p:nvSpPr>
        <p:spPr>
          <a:xfrm>
            <a:off x="8014889" y="257492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4" name="r2_o10372"/>
          <p:cNvSpPr/>
          <p:nvPr/>
        </p:nvSpPr>
        <p:spPr>
          <a:xfrm>
            <a:off x="8017501" y="257725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5" name="r2_o10373"/>
          <p:cNvSpPr/>
          <p:nvPr/>
        </p:nvSpPr>
        <p:spPr>
          <a:xfrm>
            <a:off x="8017501" y="257725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6" name="r2_o10374"/>
          <p:cNvSpPr/>
          <p:nvPr/>
        </p:nvSpPr>
        <p:spPr>
          <a:xfrm>
            <a:off x="8372265" y="258522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7" name="r2_o10375"/>
          <p:cNvSpPr/>
          <p:nvPr/>
        </p:nvSpPr>
        <p:spPr>
          <a:xfrm>
            <a:off x="8376346" y="258886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8" name="r2_o10376"/>
          <p:cNvSpPr/>
          <p:nvPr/>
        </p:nvSpPr>
        <p:spPr>
          <a:xfrm>
            <a:off x="8376346" y="258886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79" name="r2_o10377"/>
          <p:cNvSpPr/>
          <p:nvPr/>
        </p:nvSpPr>
        <p:spPr>
          <a:xfrm>
            <a:off x="8390631" y="260213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0" name="r2_o10378"/>
          <p:cNvSpPr/>
          <p:nvPr/>
        </p:nvSpPr>
        <p:spPr>
          <a:xfrm>
            <a:off x="8393243" y="260446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1" name="r2_o10379"/>
          <p:cNvSpPr/>
          <p:nvPr/>
        </p:nvSpPr>
        <p:spPr>
          <a:xfrm>
            <a:off x="8393243" y="260446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2" name="r2_o10380"/>
          <p:cNvSpPr/>
          <p:nvPr/>
        </p:nvSpPr>
        <p:spPr>
          <a:xfrm>
            <a:off x="8290452" y="25872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3" name="r2_o10381"/>
          <p:cNvSpPr/>
          <p:nvPr/>
        </p:nvSpPr>
        <p:spPr>
          <a:xfrm>
            <a:off x="8294533" y="25909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4" name="r2_o10382"/>
          <p:cNvSpPr/>
          <p:nvPr/>
        </p:nvSpPr>
        <p:spPr>
          <a:xfrm>
            <a:off x="8294533" y="25909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5" name="r2_o10383"/>
          <p:cNvSpPr/>
          <p:nvPr/>
        </p:nvSpPr>
        <p:spPr>
          <a:xfrm>
            <a:off x="8126817" y="259138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6" name="r2_o10384"/>
          <p:cNvSpPr/>
          <p:nvPr/>
        </p:nvSpPr>
        <p:spPr>
          <a:xfrm>
            <a:off x="8130898" y="259503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7" name="r2_o10385"/>
          <p:cNvSpPr/>
          <p:nvPr/>
        </p:nvSpPr>
        <p:spPr>
          <a:xfrm>
            <a:off x="8130898" y="259503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8" name="r2_o10386"/>
          <p:cNvSpPr/>
          <p:nvPr/>
        </p:nvSpPr>
        <p:spPr>
          <a:xfrm>
            <a:off x="8045004" y="25934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89" name="r2_o10387"/>
          <p:cNvSpPr/>
          <p:nvPr/>
        </p:nvSpPr>
        <p:spPr>
          <a:xfrm>
            <a:off x="8049085" y="25970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0" name="r2_o10388"/>
          <p:cNvSpPr/>
          <p:nvPr/>
        </p:nvSpPr>
        <p:spPr>
          <a:xfrm>
            <a:off x="8049085" y="25970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1" name="r2_o10389"/>
          <p:cNvSpPr/>
          <p:nvPr/>
        </p:nvSpPr>
        <p:spPr>
          <a:xfrm>
            <a:off x="8257119" y="262476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2" name="r2_o10390"/>
          <p:cNvSpPr/>
          <p:nvPr/>
        </p:nvSpPr>
        <p:spPr>
          <a:xfrm>
            <a:off x="8261200" y="262840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3" name="r2_o10391"/>
          <p:cNvSpPr/>
          <p:nvPr/>
        </p:nvSpPr>
        <p:spPr>
          <a:xfrm>
            <a:off x="8261200" y="262840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4" name="r2_o10392"/>
          <p:cNvSpPr/>
          <p:nvPr/>
        </p:nvSpPr>
        <p:spPr>
          <a:xfrm>
            <a:off x="8175305" y="262681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5" name="r2_o10393"/>
          <p:cNvSpPr/>
          <p:nvPr/>
        </p:nvSpPr>
        <p:spPr>
          <a:xfrm>
            <a:off x="8179387" y="263046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6" name="r2_o10394"/>
          <p:cNvSpPr/>
          <p:nvPr/>
        </p:nvSpPr>
        <p:spPr>
          <a:xfrm>
            <a:off x="8179387" y="263046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7" name="r2_o10395"/>
          <p:cNvSpPr/>
          <p:nvPr/>
        </p:nvSpPr>
        <p:spPr>
          <a:xfrm>
            <a:off x="8011671" y="263092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8" name="r2_o10396"/>
          <p:cNvSpPr/>
          <p:nvPr/>
        </p:nvSpPr>
        <p:spPr>
          <a:xfrm>
            <a:off x="8015752" y="263456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99" name="r2_o10397"/>
          <p:cNvSpPr/>
          <p:nvPr/>
        </p:nvSpPr>
        <p:spPr>
          <a:xfrm>
            <a:off x="8015752" y="263456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0" name="r2_o10398"/>
          <p:cNvSpPr/>
          <p:nvPr/>
        </p:nvSpPr>
        <p:spPr>
          <a:xfrm>
            <a:off x="7929857" y="26329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1" name="r2_o10399"/>
          <p:cNvSpPr/>
          <p:nvPr/>
        </p:nvSpPr>
        <p:spPr>
          <a:xfrm>
            <a:off x="7933939" y="26366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2" name="r2_o10400"/>
          <p:cNvSpPr/>
          <p:nvPr/>
        </p:nvSpPr>
        <p:spPr>
          <a:xfrm>
            <a:off x="7933939" y="26366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3" name="r2_o10401"/>
          <p:cNvSpPr/>
          <p:nvPr/>
        </p:nvSpPr>
        <p:spPr>
          <a:xfrm>
            <a:off x="7948223" y="264988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4" name="r2_o10402"/>
          <p:cNvSpPr/>
          <p:nvPr/>
        </p:nvSpPr>
        <p:spPr>
          <a:xfrm>
            <a:off x="7950835" y="265221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5" name="r2_o10403"/>
          <p:cNvSpPr/>
          <p:nvPr/>
        </p:nvSpPr>
        <p:spPr>
          <a:xfrm>
            <a:off x="7950835" y="265221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6" name="r2_o10404"/>
          <p:cNvSpPr/>
          <p:nvPr/>
        </p:nvSpPr>
        <p:spPr>
          <a:xfrm>
            <a:off x="8305599" y="266019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7" name="r2_o10405"/>
          <p:cNvSpPr/>
          <p:nvPr/>
        </p:nvSpPr>
        <p:spPr>
          <a:xfrm>
            <a:off x="8309681" y="266383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8" name="r2_o10406"/>
          <p:cNvSpPr/>
          <p:nvPr/>
        </p:nvSpPr>
        <p:spPr>
          <a:xfrm>
            <a:off x="8309681" y="266383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09" name="r2_o10407"/>
          <p:cNvSpPr/>
          <p:nvPr/>
        </p:nvSpPr>
        <p:spPr>
          <a:xfrm>
            <a:off x="8323965" y="267709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0" name="r2_o10408"/>
          <p:cNvSpPr/>
          <p:nvPr/>
        </p:nvSpPr>
        <p:spPr>
          <a:xfrm>
            <a:off x="8326577" y="267943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1" name="r2_o10409"/>
          <p:cNvSpPr/>
          <p:nvPr/>
        </p:nvSpPr>
        <p:spPr>
          <a:xfrm>
            <a:off x="8326577" y="267943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2" name="r2_o10410"/>
          <p:cNvSpPr/>
          <p:nvPr/>
        </p:nvSpPr>
        <p:spPr>
          <a:xfrm>
            <a:off x="8141972" y="266430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3" name="r2_o10411"/>
          <p:cNvSpPr/>
          <p:nvPr/>
        </p:nvSpPr>
        <p:spPr>
          <a:xfrm>
            <a:off x="8146054" y="266794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4" name="r2_o10412"/>
          <p:cNvSpPr/>
          <p:nvPr/>
        </p:nvSpPr>
        <p:spPr>
          <a:xfrm>
            <a:off x="8146054" y="266794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5" name="r2_o10413"/>
          <p:cNvSpPr/>
          <p:nvPr/>
        </p:nvSpPr>
        <p:spPr>
          <a:xfrm>
            <a:off x="8060151" y="266635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6" name="r2_o10414"/>
          <p:cNvSpPr/>
          <p:nvPr/>
        </p:nvSpPr>
        <p:spPr>
          <a:xfrm>
            <a:off x="8064233" y="266999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7" name="r2_o10415"/>
          <p:cNvSpPr/>
          <p:nvPr/>
        </p:nvSpPr>
        <p:spPr>
          <a:xfrm>
            <a:off x="8064233" y="266999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8" name="r2_o10416"/>
          <p:cNvSpPr/>
          <p:nvPr/>
        </p:nvSpPr>
        <p:spPr>
          <a:xfrm>
            <a:off x="7896525" y="267046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19" name="r2_o10417"/>
          <p:cNvSpPr/>
          <p:nvPr/>
        </p:nvSpPr>
        <p:spPr>
          <a:xfrm>
            <a:off x="7900606" y="267410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0" name="r2_o10418"/>
          <p:cNvSpPr/>
          <p:nvPr/>
        </p:nvSpPr>
        <p:spPr>
          <a:xfrm>
            <a:off x="7900606" y="267410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1" name="r2_o10419"/>
          <p:cNvSpPr/>
          <p:nvPr/>
        </p:nvSpPr>
        <p:spPr>
          <a:xfrm>
            <a:off x="7914890" y="268737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2" name="r2_o10420"/>
          <p:cNvSpPr/>
          <p:nvPr/>
        </p:nvSpPr>
        <p:spPr>
          <a:xfrm>
            <a:off x="7917502" y="268970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3" name="r2_o10421"/>
          <p:cNvSpPr/>
          <p:nvPr/>
        </p:nvSpPr>
        <p:spPr>
          <a:xfrm>
            <a:off x="7917502" y="268970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4" name="r2_o10422"/>
          <p:cNvSpPr/>
          <p:nvPr/>
        </p:nvSpPr>
        <p:spPr>
          <a:xfrm>
            <a:off x="8272266" y="26976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5" name="r2_o10423"/>
          <p:cNvSpPr/>
          <p:nvPr/>
        </p:nvSpPr>
        <p:spPr>
          <a:xfrm>
            <a:off x="8276348" y="27013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6" name="r2_o10424"/>
          <p:cNvSpPr/>
          <p:nvPr/>
        </p:nvSpPr>
        <p:spPr>
          <a:xfrm>
            <a:off x="8276348" y="27013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7" name="r2_o10425"/>
          <p:cNvSpPr/>
          <p:nvPr/>
        </p:nvSpPr>
        <p:spPr>
          <a:xfrm>
            <a:off x="8290632" y="271458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8" name="r2_o10426"/>
          <p:cNvSpPr/>
          <p:nvPr/>
        </p:nvSpPr>
        <p:spPr>
          <a:xfrm>
            <a:off x="8293244" y="271691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29" name="r2_o10427"/>
          <p:cNvSpPr/>
          <p:nvPr/>
        </p:nvSpPr>
        <p:spPr>
          <a:xfrm>
            <a:off x="8293244" y="271691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0" name="r2_o10428"/>
          <p:cNvSpPr/>
          <p:nvPr/>
        </p:nvSpPr>
        <p:spPr>
          <a:xfrm>
            <a:off x="8190453" y="269972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1" name="r2_o10429"/>
          <p:cNvSpPr/>
          <p:nvPr/>
        </p:nvSpPr>
        <p:spPr>
          <a:xfrm>
            <a:off x="8194534" y="270337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2" name="r2_o10430"/>
          <p:cNvSpPr/>
          <p:nvPr/>
        </p:nvSpPr>
        <p:spPr>
          <a:xfrm>
            <a:off x="8194534" y="270337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3" name="r2_o10431"/>
          <p:cNvSpPr/>
          <p:nvPr/>
        </p:nvSpPr>
        <p:spPr>
          <a:xfrm>
            <a:off x="8026819" y="270383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4" name="r2_o10432"/>
          <p:cNvSpPr/>
          <p:nvPr/>
        </p:nvSpPr>
        <p:spPr>
          <a:xfrm>
            <a:off x="8030900" y="270748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5" name="r2_o10433"/>
          <p:cNvSpPr/>
          <p:nvPr/>
        </p:nvSpPr>
        <p:spPr>
          <a:xfrm>
            <a:off x="8030900" y="270748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6" name="r2_o10434"/>
          <p:cNvSpPr/>
          <p:nvPr/>
        </p:nvSpPr>
        <p:spPr>
          <a:xfrm>
            <a:off x="7945005" y="270589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7" name="r2_o10435"/>
          <p:cNvSpPr/>
          <p:nvPr/>
        </p:nvSpPr>
        <p:spPr>
          <a:xfrm>
            <a:off x="7949086" y="270953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8" name="r2_o10436"/>
          <p:cNvSpPr/>
          <p:nvPr/>
        </p:nvSpPr>
        <p:spPr>
          <a:xfrm>
            <a:off x="7949086" y="270953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39" name="r2_o10437"/>
          <p:cNvSpPr/>
          <p:nvPr/>
        </p:nvSpPr>
        <p:spPr>
          <a:xfrm>
            <a:off x="8157120" y="273721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0" name="r2_o10438"/>
          <p:cNvSpPr/>
          <p:nvPr/>
        </p:nvSpPr>
        <p:spPr>
          <a:xfrm>
            <a:off x="8161201" y="274085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1" name="r2_o10439"/>
          <p:cNvSpPr/>
          <p:nvPr/>
        </p:nvSpPr>
        <p:spPr>
          <a:xfrm>
            <a:off x="8161201" y="274085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2" name="r2_o10440"/>
          <p:cNvSpPr/>
          <p:nvPr/>
        </p:nvSpPr>
        <p:spPr>
          <a:xfrm>
            <a:off x="8075307" y="273926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3" name="r2_o10441"/>
          <p:cNvSpPr/>
          <p:nvPr/>
        </p:nvSpPr>
        <p:spPr>
          <a:xfrm>
            <a:off x="8079388" y="274291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4" name="r2_o10442"/>
          <p:cNvSpPr/>
          <p:nvPr/>
        </p:nvSpPr>
        <p:spPr>
          <a:xfrm>
            <a:off x="8079388" y="274291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5" name="r2_o10443"/>
          <p:cNvSpPr/>
          <p:nvPr/>
        </p:nvSpPr>
        <p:spPr>
          <a:xfrm>
            <a:off x="7911672" y="274337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6" name="r2_o10444"/>
          <p:cNvSpPr/>
          <p:nvPr/>
        </p:nvSpPr>
        <p:spPr>
          <a:xfrm>
            <a:off x="7915754" y="274701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7" name="r2_o10445"/>
          <p:cNvSpPr/>
          <p:nvPr/>
        </p:nvSpPr>
        <p:spPr>
          <a:xfrm>
            <a:off x="7915754" y="274701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8" name="r2_o10446"/>
          <p:cNvSpPr/>
          <p:nvPr/>
        </p:nvSpPr>
        <p:spPr>
          <a:xfrm>
            <a:off x="7829859" y="274542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49" name="r2_o10447"/>
          <p:cNvSpPr/>
          <p:nvPr/>
        </p:nvSpPr>
        <p:spPr>
          <a:xfrm>
            <a:off x="7833940" y="274907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0" name="r2_o10448"/>
          <p:cNvSpPr/>
          <p:nvPr/>
        </p:nvSpPr>
        <p:spPr>
          <a:xfrm>
            <a:off x="7833940" y="274907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1" name="r2_o10449"/>
          <p:cNvSpPr/>
          <p:nvPr/>
        </p:nvSpPr>
        <p:spPr>
          <a:xfrm>
            <a:off x="7848225" y="276233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2" name="r2_o10450"/>
          <p:cNvSpPr/>
          <p:nvPr/>
        </p:nvSpPr>
        <p:spPr>
          <a:xfrm>
            <a:off x="7850837" y="276466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3" name="r2_o10451"/>
          <p:cNvSpPr/>
          <p:nvPr/>
        </p:nvSpPr>
        <p:spPr>
          <a:xfrm>
            <a:off x="7850837" y="276466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4" name="r2_o10452"/>
          <p:cNvSpPr/>
          <p:nvPr/>
        </p:nvSpPr>
        <p:spPr>
          <a:xfrm>
            <a:off x="8205601" y="27726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5" name="r2_o10453"/>
          <p:cNvSpPr/>
          <p:nvPr/>
        </p:nvSpPr>
        <p:spPr>
          <a:xfrm>
            <a:off x="8209682" y="27762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6" name="r2_o10454"/>
          <p:cNvSpPr/>
          <p:nvPr/>
        </p:nvSpPr>
        <p:spPr>
          <a:xfrm>
            <a:off x="8209682" y="27762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7" name="r2_o10455"/>
          <p:cNvSpPr/>
          <p:nvPr/>
        </p:nvSpPr>
        <p:spPr>
          <a:xfrm>
            <a:off x="8223966" y="278954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8" name="r2_o10456"/>
          <p:cNvSpPr/>
          <p:nvPr/>
        </p:nvSpPr>
        <p:spPr>
          <a:xfrm>
            <a:off x="8226579" y="279188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59" name="r2_o10457"/>
          <p:cNvSpPr/>
          <p:nvPr/>
        </p:nvSpPr>
        <p:spPr>
          <a:xfrm>
            <a:off x="8226579" y="279188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0" name="r2_o10458"/>
          <p:cNvSpPr/>
          <p:nvPr/>
        </p:nvSpPr>
        <p:spPr>
          <a:xfrm>
            <a:off x="8041974" y="277675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1" name="r2_o10459"/>
          <p:cNvSpPr/>
          <p:nvPr/>
        </p:nvSpPr>
        <p:spPr>
          <a:xfrm>
            <a:off x="8046055" y="278039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2" name="r2_o10460"/>
          <p:cNvSpPr/>
          <p:nvPr/>
        </p:nvSpPr>
        <p:spPr>
          <a:xfrm>
            <a:off x="8046055" y="278039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3" name="r2_o10461"/>
          <p:cNvSpPr/>
          <p:nvPr/>
        </p:nvSpPr>
        <p:spPr>
          <a:xfrm>
            <a:off x="7960153" y="277880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4" name="r2_o10462"/>
          <p:cNvSpPr/>
          <p:nvPr/>
        </p:nvSpPr>
        <p:spPr>
          <a:xfrm>
            <a:off x="7964234" y="278244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5" name="r2_o10463"/>
          <p:cNvSpPr/>
          <p:nvPr/>
        </p:nvSpPr>
        <p:spPr>
          <a:xfrm>
            <a:off x="7964234" y="278244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6" name="r2_o10464"/>
          <p:cNvSpPr/>
          <p:nvPr/>
        </p:nvSpPr>
        <p:spPr>
          <a:xfrm>
            <a:off x="7796526" y="278291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7" name="r2_o10465"/>
          <p:cNvSpPr/>
          <p:nvPr/>
        </p:nvSpPr>
        <p:spPr>
          <a:xfrm>
            <a:off x="7800607" y="278655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8" name="r2_o10466"/>
          <p:cNvSpPr/>
          <p:nvPr/>
        </p:nvSpPr>
        <p:spPr>
          <a:xfrm>
            <a:off x="7800607" y="278655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69" name="r2_o10467"/>
          <p:cNvSpPr/>
          <p:nvPr/>
        </p:nvSpPr>
        <p:spPr>
          <a:xfrm>
            <a:off x="7814892" y="279982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0" name="r2_o10468"/>
          <p:cNvSpPr/>
          <p:nvPr/>
        </p:nvSpPr>
        <p:spPr>
          <a:xfrm>
            <a:off x="7817504" y="280215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1" name="r2_o10469"/>
          <p:cNvSpPr/>
          <p:nvPr/>
        </p:nvSpPr>
        <p:spPr>
          <a:xfrm>
            <a:off x="7817504" y="280215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2" name="r2_o10470"/>
          <p:cNvSpPr/>
          <p:nvPr/>
        </p:nvSpPr>
        <p:spPr>
          <a:xfrm>
            <a:off x="8172268" y="281012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3" name="r2_o10471"/>
          <p:cNvSpPr/>
          <p:nvPr/>
        </p:nvSpPr>
        <p:spPr>
          <a:xfrm>
            <a:off x="8176349" y="281376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4" name="r2_o10472"/>
          <p:cNvSpPr/>
          <p:nvPr/>
        </p:nvSpPr>
        <p:spPr>
          <a:xfrm>
            <a:off x="8176349" y="281376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5" name="r2_o10473"/>
          <p:cNvSpPr/>
          <p:nvPr/>
        </p:nvSpPr>
        <p:spPr>
          <a:xfrm>
            <a:off x="8190634" y="282703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6" name="r2_o10474"/>
          <p:cNvSpPr/>
          <p:nvPr/>
        </p:nvSpPr>
        <p:spPr>
          <a:xfrm>
            <a:off x="8193246" y="282936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7" name="r2_o10475"/>
          <p:cNvSpPr/>
          <p:nvPr/>
        </p:nvSpPr>
        <p:spPr>
          <a:xfrm>
            <a:off x="8193246" y="282936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8" name="r2_o10476"/>
          <p:cNvSpPr/>
          <p:nvPr/>
        </p:nvSpPr>
        <p:spPr>
          <a:xfrm>
            <a:off x="8090454" y="28121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79" name="r2_o10477"/>
          <p:cNvSpPr/>
          <p:nvPr/>
        </p:nvSpPr>
        <p:spPr>
          <a:xfrm>
            <a:off x="8094536" y="28158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0" name="r2_o10478"/>
          <p:cNvSpPr/>
          <p:nvPr/>
        </p:nvSpPr>
        <p:spPr>
          <a:xfrm>
            <a:off x="8094536" y="28158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1" name="r2_o10479"/>
          <p:cNvSpPr/>
          <p:nvPr/>
        </p:nvSpPr>
        <p:spPr>
          <a:xfrm>
            <a:off x="7926820" y="281628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2" name="r2_o10480"/>
          <p:cNvSpPr/>
          <p:nvPr/>
        </p:nvSpPr>
        <p:spPr>
          <a:xfrm>
            <a:off x="7930901" y="281993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3" name="r2_o10481"/>
          <p:cNvSpPr/>
          <p:nvPr/>
        </p:nvSpPr>
        <p:spPr>
          <a:xfrm>
            <a:off x="7930901" y="281993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4" name="r2_o10482"/>
          <p:cNvSpPr/>
          <p:nvPr/>
        </p:nvSpPr>
        <p:spPr>
          <a:xfrm>
            <a:off x="7845007" y="281834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5" name="r2_o10483"/>
          <p:cNvSpPr/>
          <p:nvPr/>
        </p:nvSpPr>
        <p:spPr>
          <a:xfrm>
            <a:off x="7849088" y="282198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6" name="r2_o10484"/>
          <p:cNvSpPr/>
          <p:nvPr/>
        </p:nvSpPr>
        <p:spPr>
          <a:xfrm>
            <a:off x="7849088" y="282198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7" name="r2_o10485"/>
          <p:cNvSpPr/>
          <p:nvPr/>
        </p:nvSpPr>
        <p:spPr>
          <a:xfrm>
            <a:off x="7863372" y="283524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8" name="r2_o10486"/>
          <p:cNvSpPr/>
          <p:nvPr/>
        </p:nvSpPr>
        <p:spPr>
          <a:xfrm>
            <a:off x="7865984" y="283758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89" name="r2_o10487"/>
          <p:cNvSpPr/>
          <p:nvPr/>
        </p:nvSpPr>
        <p:spPr>
          <a:xfrm>
            <a:off x="7865984" y="283758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0" name="r2_o10488"/>
          <p:cNvSpPr/>
          <p:nvPr/>
        </p:nvSpPr>
        <p:spPr>
          <a:xfrm>
            <a:off x="8057122" y="284966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1" name="r2_o10489"/>
          <p:cNvSpPr/>
          <p:nvPr/>
        </p:nvSpPr>
        <p:spPr>
          <a:xfrm>
            <a:off x="8061203" y="285330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2" name="r2_o10490"/>
          <p:cNvSpPr/>
          <p:nvPr/>
        </p:nvSpPr>
        <p:spPr>
          <a:xfrm>
            <a:off x="8061203" y="285330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3" name="r2_o10491"/>
          <p:cNvSpPr/>
          <p:nvPr/>
        </p:nvSpPr>
        <p:spPr>
          <a:xfrm>
            <a:off x="8075487" y="286657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4" name="r2_o10492"/>
          <p:cNvSpPr/>
          <p:nvPr/>
        </p:nvSpPr>
        <p:spPr>
          <a:xfrm>
            <a:off x="8078099" y="286890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5" name="r2_o10493"/>
          <p:cNvSpPr/>
          <p:nvPr/>
        </p:nvSpPr>
        <p:spPr>
          <a:xfrm>
            <a:off x="8078099" y="286890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6" name="r2_o10494"/>
          <p:cNvSpPr/>
          <p:nvPr/>
        </p:nvSpPr>
        <p:spPr>
          <a:xfrm>
            <a:off x="7975308" y="285171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7" name="r2_o10495"/>
          <p:cNvSpPr/>
          <p:nvPr/>
        </p:nvSpPr>
        <p:spPr>
          <a:xfrm>
            <a:off x="7979389" y="285536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8" name="r2_o10496"/>
          <p:cNvSpPr/>
          <p:nvPr/>
        </p:nvSpPr>
        <p:spPr>
          <a:xfrm>
            <a:off x="7979389" y="285536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99" name="r2_o10497"/>
          <p:cNvSpPr/>
          <p:nvPr/>
        </p:nvSpPr>
        <p:spPr>
          <a:xfrm>
            <a:off x="7993674" y="286862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00" name="r2_o10498"/>
          <p:cNvSpPr/>
          <p:nvPr/>
        </p:nvSpPr>
        <p:spPr>
          <a:xfrm>
            <a:off x="7996286" y="287095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01" name="r2_o10499"/>
          <p:cNvSpPr/>
          <p:nvPr/>
        </p:nvSpPr>
        <p:spPr>
          <a:xfrm>
            <a:off x="7996286" y="287095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02" name="r2_o10500"/>
          <p:cNvSpPr/>
          <p:nvPr/>
        </p:nvSpPr>
        <p:spPr>
          <a:xfrm flipV="1">
            <a:off x="7364244" y="3088970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3" name="r2_o10501"/>
          <p:cNvSpPr/>
          <p:nvPr/>
        </p:nvSpPr>
        <p:spPr>
          <a:xfrm flipV="1">
            <a:off x="7258404" y="3281596"/>
            <a:ext cx="64324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4" name="r2_o10502"/>
          <p:cNvSpPr/>
          <p:nvPr/>
        </p:nvSpPr>
        <p:spPr>
          <a:xfrm flipH="1" flipV="1">
            <a:off x="7129768" y="3321073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5" name="r2_o10503"/>
          <p:cNvSpPr/>
          <p:nvPr/>
        </p:nvSpPr>
        <p:spPr>
          <a:xfrm flipH="1" flipV="1">
            <a:off x="7278758" y="3170724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6" name="r2_o10504"/>
          <p:cNvSpPr/>
          <p:nvPr/>
        </p:nvSpPr>
        <p:spPr>
          <a:xfrm flipV="1">
            <a:off x="7193272" y="3183883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7" name="r2_o10505"/>
          <p:cNvSpPr/>
          <p:nvPr/>
        </p:nvSpPr>
        <p:spPr>
          <a:xfrm flipV="1">
            <a:off x="7341448" y="2964939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8" name="r2_o10506"/>
          <p:cNvSpPr/>
          <p:nvPr/>
        </p:nvSpPr>
        <p:spPr>
          <a:xfrm flipH="1" flipV="1">
            <a:off x="7513240" y="2972918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09" name="r2_o10507"/>
          <p:cNvSpPr/>
          <p:nvPr/>
        </p:nvSpPr>
        <p:spPr>
          <a:xfrm flipH="1" flipV="1">
            <a:off x="7491252" y="2917482"/>
            <a:ext cx="43156" cy="2113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0" name="r2_o10508"/>
          <p:cNvSpPr/>
          <p:nvPr/>
        </p:nvSpPr>
        <p:spPr>
          <a:xfrm flipH="1" flipV="1">
            <a:off x="7386232" y="3178703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1" name="r2_o10509"/>
          <p:cNvSpPr/>
          <p:nvPr/>
        </p:nvSpPr>
        <p:spPr>
          <a:xfrm flipH="1" flipV="1">
            <a:off x="7471718" y="3131246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2" name="r2_o10510"/>
          <p:cNvSpPr/>
          <p:nvPr/>
        </p:nvSpPr>
        <p:spPr>
          <a:xfrm flipV="1">
            <a:off x="7363430" y="3020375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3" name="r2_o10511"/>
          <p:cNvSpPr/>
          <p:nvPr/>
        </p:nvSpPr>
        <p:spPr>
          <a:xfrm flipV="1">
            <a:off x="7299926" y="3123267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4" name="r2_o10512"/>
          <p:cNvSpPr/>
          <p:nvPr/>
        </p:nvSpPr>
        <p:spPr>
          <a:xfrm flipV="1">
            <a:off x="7448916" y="2972918"/>
            <a:ext cx="64324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5" name="r2_o10513"/>
          <p:cNvSpPr/>
          <p:nvPr/>
        </p:nvSpPr>
        <p:spPr>
          <a:xfrm flipV="1">
            <a:off x="7535222" y="2994056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6" name="r2_o10514"/>
          <p:cNvSpPr/>
          <p:nvPr/>
        </p:nvSpPr>
        <p:spPr>
          <a:xfrm flipV="1">
            <a:off x="7280392" y="3337031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7" name="r2_o10515"/>
          <p:cNvSpPr/>
          <p:nvPr/>
        </p:nvSpPr>
        <p:spPr>
          <a:xfrm flipV="1">
            <a:off x="7429382" y="3186682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8" name="r2_o10516"/>
          <p:cNvSpPr/>
          <p:nvPr/>
        </p:nvSpPr>
        <p:spPr>
          <a:xfrm flipV="1">
            <a:off x="7470904" y="3028354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19" name="r2_o10517"/>
          <p:cNvSpPr/>
          <p:nvPr/>
        </p:nvSpPr>
        <p:spPr>
          <a:xfrm flipV="1">
            <a:off x="7385412" y="3075811"/>
            <a:ext cx="64324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0" name="r2_o10518"/>
          <p:cNvSpPr/>
          <p:nvPr/>
        </p:nvSpPr>
        <p:spPr>
          <a:xfrm flipV="1">
            <a:off x="7556390" y="2980897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1" name="r2_o10519"/>
          <p:cNvSpPr/>
          <p:nvPr/>
        </p:nvSpPr>
        <p:spPr>
          <a:xfrm flipV="1">
            <a:off x="7513240" y="2938621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2" name="r2_o10520"/>
          <p:cNvSpPr/>
          <p:nvPr/>
        </p:nvSpPr>
        <p:spPr>
          <a:xfrm flipV="1">
            <a:off x="7215254" y="3239319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3" name="r2_o10521"/>
          <p:cNvSpPr/>
          <p:nvPr/>
        </p:nvSpPr>
        <p:spPr>
          <a:xfrm flipV="1">
            <a:off x="7449736" y="3041513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4" name="r2_o10522"/>
          <p:cNvSpPr/>
          <p:nvPr/>
        </p:nvSpPr>
        <p:spPr>
          <a:xfrm flipV="1">
            <a:off x="7300740" y="3191862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5" name="r2_o10523"/>
          <p:cNvSpPr/>
          <p:nvPr/>
        </p:nvSpPr>
        <p:spPr>
          <a:xfrm flipH="1" flipV="1">
            <a:off x="7364244" y="3123267"/>
            <a:ext cx="43156" cy="2113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6" name="r2_o10524"/>
          <p:cNvSpPr/>
          <p:nvPr/>
        </p:nvSpPr>
        <p:spPr>
          <a:xfrm flipV="1">
            <a:off x="7430196" y="3255277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7" name="r2_o10525"/>
          <p:cNvSpPr/>
          <p:nvPr/>
        </p:nvSpPr>
        <p:spPr>
          <a:xfrm flipV="1">
            <a:off x="7342262" y="3033534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8" name="r2_o10526"/>
          <p:cNvSpPr/>
          <p:nvPr/>
        </p:nvSpPr>
        <p:spPr>
          <a:xfrm flipV="1">
            <a:off x="7214440" y="3170724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29" name="r2_o10527"/>
          <p:cNvSpPr/>
          <p:nvPr/>
        </p:nvSpPr>
        <p:spPr>
          <a:xfrm flipV="1">
            <a:off x="7129768" y="3286775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0" name="r2_o10528"/>
          <p:cNvSpPr/>
          <p:nvPr/>
        </p:nvSpPr>
        <p:spPr>
          <a:xfrm flipV="1">
            <a:off x="7534408" y="2925462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1" name="r2_o10529"/>
          <p:cNvSpPr/>
          <p:nvPr/>
        </p:nvSpPr>
        <p:spPr>
          <a:xfrm flipH="1" flipV="1">
            <a:off x="7320280" y="3012396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2" name="r2_o10530"/>
          <p:cNvSpPr/>
          <p:nvPr/>
        </p:nvSpPr>
        <p:spPr>
          <a:xfrm flipH="1" flipV="1">
            <a:off x="7256776" y="3115288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3" name="r2_o10531"/>
          <p:cNvSpPr/>
          <p:nvPr/>
        </p:nvSpPr>
        <p:spPr>
          <a:xfrm flipV="1">
            <a:off x="7236422" y="3226159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4" name="r2_o10532"/>
          <p:cNvSpPr/>
          <p:nvPr/>
        </p:nvSpPr>
        <p:spPr>
          <a:xfrm flipV="1">
            <a:off x="7321908" y="3178703"/>
            <a:ext cx="64324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5" name="r2_o10533"/>
          <p:cNvSpPr/>
          <p:nvPr/>
        </p:nvSpPr>
        <p:spPr>
          <a:xfrm flipV="1">
            <a:off x="7343896" y="3234139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6" name="r2_o10534"/>
          <p:cNvSpPr/>
          <p:nvPr/>
        </p:nvSpPr>
        <p:spPr>
          <a:xfrm flipH="1" flipV="1">
            <a:off x="7215254" y="3273616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7" name="r2_o10535"/>
          <p:cNvSpPr/>
          <p:nvPr/>
        </p:nvSpPr>
        <p:spPr>
          <a:xfrm flipV="1">
            <a:off x="7278758" y="3136426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8" name="r2_o10536"/>
          <p:cNvSpPr/>
          <p:nvPr/>
        </p:nvSpPr>
        <p:spPr>
          <a:xfrm flipV="1">
            <a:off x="7320280" y="2978098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39" name="r2_o10537"/>
          <p:cNvSpPr/>
          <p:nvPr/>
        </p:nvSpPr>
        <p:spPr>
          <a:xfrm flipH="1" flipV="1">
            <a:off x="7322728" y="3281596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0" name="r2_o10538"/>
          <p:cNvSpPr/>
          <p:nvPr/>
        </p:nvSpPr>
        <p:spPr>
          <a:xfrm flipV="1">
            <a:off x="7237236" y="3294754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1" name="r2_o10539"/>
          <p:cNvSpPr/>
          <p:nvPr/>
        </p:nvSpPr>
        <p:spPr>
          <a:xfrm flipH="1" flipV="1">
            <a:off x="7408214" y="3234139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2" name="r2_o10540"/>
          <p:cNvSpPr/>
          <p:nvPr/>
        </p:nvSpPr>
        <p:spPr>
          <a:xfrm flipV="1">
            <a:off x="7172918" y="3329052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3" name="r2_o10541"/>
          <p:cNvSpPr/>
          <p:nvPr/>
        </p:nvSpPr>
        <p:spPr>
          <a:xfrm flipH="1" flipV="1">
            <a:off x="7237236" y="3329052"/>
            <a:ext cx="43156" cy="2113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4" name="r2_o10542"/>
          <p:cNvSpPr/>
          <p:nvPr/>
        </p:nvSpPr>
        <p:spPr>
          <a:xfrm flipV="1">
            <a:off x="7344710" y="3302734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5" name="r2_o10543"/>
          <p:cNvSpPr/>
          <p:nvPr/>
        </p:nvSpPr>
        <p:spPr>
          <a:xfrm flipV="1">
            <a:off x="7493700" y="3152385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6" name="r2_o10544"/>
          <p:cNvSpPr/>
          <p:nvPr/>
        </p:nvSpPr>
        <p:spPr>
          <a:xfrm flipH="1" flipV="1">
            <a:off x="7535222" y="3028354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7" name="r2_o10545"/>
          <p:cNvSpPr/>
          <p:nvPr/>
        </p:nvSpPr>
        <p:spPr>
          <a:xfrm flipH="1" flipV="1">
            <a:off x="7300740" y="3226159"/>
            <a:ext cx="43156" cy="2113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8" name="r2_o10546"/>
          <p:cNvSpPr/>
          <p:nvPr/>
        </p:nvSpPr>
        <p:spPr>
          <a:xfrm flipV="1">
            <a:off x="7256776" y="3080991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49" name="r2_o10547"/>
          <p:cNvSpPr/>
          <p:nvPr/>
        </p:nvSpPr>
        <p:spPr>
          <a:xfrm flipH="1" flipV="1">
            <a:off x="7427748" y="3020375"/>
            <a:ext cx="43156" cy="2113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0" name="r2_o10548"/>
          <p:cNvSpPr/>
          <p:nvPr/>
        </p:nvSpPr>
        <p:spPr>
          <a:xfrm flipH="1" flipV="1">
            <a:off x="7449736" y="3075811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1" name="r2_o10549"/>
          <p:cNvSpPr/>
          <p:nvPr/>
        </p:nvSpPr>
        <p:spPr>
          <a:xfrm flipV="1">
            <a:off x="7620708" y="2946600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2" name="r2_o10550"/>
          <p:cNvSpPr/>
          <p:nvPr/>
        </p:nvSpPr>
        <p:spPr>
          <a:xfrm flipH="1" flipV="1">
            <a:off x="7405766" y="2964939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3" name="r2_o10551"/>
          <p:cNvSpPr/>
          <p:nvPr/>
        </p:nvSpPr>
        <p:spPr>
          <a:xfrm flipV="1">
            <a:off x="7322728" y="3247298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4" name="r2_o10552"/>
          <p:cNvSpPr/>
          <p:nvPr/>
        </p:nvSpPr>
        <p:spPr>
          <a:xfrm flipV="1">
            <a:off x="7386232" y="3144406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5" name="r2_o10553"/>
          <p:cNvSpPr/>
          <p:nvPr/>
        </p:nvSpPr>
        <p:spPr>
          <a:xfrm flipV="1">
            <a:off x="7365878" y="3289574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6" name="r2_o10554"/>
          <p:cNvSpPr/>
          <p:nvPr/>
        </p:nvSpPr>
        <p:spPr>
          <a:xfrm flipH="1" flipV="1">
            <a:off x="7342262" y="3067831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7" name="r2_o10555"/>
          <p:cNvSpPr/>
          <p:nvPr/>
        </p:nvSpPr>
        <p:spPr>
          <a:xfrm flipV="1">
            <a:off x="7408214" y="3199841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8" name="r2_o10556"/>
          <p:cNvSpPr/>
          <p:nvPr/>
        </p:nvSpPr>
        <p:spPr>
          <a:xfrm flipV="1">
            <a:off x="7405766" y="2930641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59" name="r2_o10557"/>
          <p:cNvSpPr/>
          <p:nvPr/>
        </p:nvSpPr>
        <p:spPr>
          <a:xfrm flipV="1">
            <a:off x="7407400" y="3131246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0" name="r2_o10558"/>
          <p:cNvSpPr/>
          <p:nvPr/>
        </p:nvSpPr>
        <p:spPr>
          <a:xfrm flipH="1" flipV="1">
            <a:off x="7598726" y="2925462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1" name="r2_o10559"/>
          <p:cNvSpPr/>
          <p:nvPr/>
        </p:nvSpPr>
        <p:spPr>
          <a:xfrm flipH="1" flipV="1">
            <a:off x="7193272" y="3218181"/>
            <a:ext cx="43150" cy="21138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2" name="r2_o10560"/>
          <p:cNvSpPr/>
          <p:nvPr/>
        </p:nvSpPr>
        <p:spPr>
          <a:xfrm flipV="1">
            <a:off x="7427748" y="2986077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3" name="r2_o10561"/>
          <p:cNvSpPr/>
          <p:nvPr/>
        </p:nvSpPr>
        <p:spPr>
          <a:xfrm flipV="1">
            <a:off x="7557204" y="3049492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4" name="r2_o10562"/>
          <p:cNvSpPr/>
          <p:nvPr/>
        </p:nvSpPr>
        <p:spPr>
          <a:xfrm flipV="1">
            <a:off x="7150936" y="3273616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5" name="r2_o10563"/>
          <p:cNvSpPr/>
          <p:nvPr/>
        </p:nvSpPr>
        <p:spPr>
          <a:xfrm flipV="1">
            <a:off x="7426934" y="2917482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6" name="r2_o10564"/>
          <p:cNvSpPr/>
          <p:nvPr/>
        </p:nvSpPr>
        <p:spPr>
          <a:xfrm flipV="1">
            <a:off x="7492886" y="3083790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7" name="r2_o10565"/>
          <p:cNvSpPr/>
          <p:nvPr/>
        </p:nvSpPr>
        <p:spPr>
          <a:xfrm flipV="1">
            <a:off x="7471718" y="3096949"/>
            <a:ext cx="21168" cy="34297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8" name="r2_o10566"/>
          <p:cNvSpPr/>
          <p:nvPr/>
        </p:nvSpPr>
        <p:spPr>
          <a:xfrm flipV="1">
            <a:off x="7277944" y="3067831"/>
            <a:ext cx="64318" cy="1315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569" name="r2_o10567"/>
          <p:cNvSpPr/>
          <p:nvPr/>
        </p:nvSpPr>
        <p:spPr>
          <a:xfrm>
            <a:off x="7476676" y="290290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0" name="r2_o10568"/>
          <p:cNvSpPr/>
          <p:nvPr/>
        </p:nvSpPr>
        <p:spPr>
          <a:xfrm>
            <a:off x="7480757" y="290655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1" name="r2_o10569"/>
          <p:cNvSpPr/>
          <p:nvPr/>
        </p:nvSpPr>
        <p:spPr>
          <a:xfrm>
            <a:off x="7480757" y="290655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2" name="r2_o10570"/>
          <p:cNvSpPr/>
          <p:nvPr/>
        </p:nvSpPr>
        <p:spPr>
          <a:xfrm>
            <a:off x="7495042" y="291981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3" name="r2_o10571"/>
          <p:cNvSpPr/>
          <p:nvPr/>
        </p:nvSpPr>
        <p:spPr>
          <a:xfrm>
            <a:off x="7497654" y="292214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4" name="r2_o10572"/>
          <p:cNvSpPr/>
          <p:nvPr/>
        </p:nvSpPr>
        <p:spPr>
          <a:xfrm>
            <a:off x="7497654" y="292214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5" name="r2_o10573"/>
          <p:cNvSpPr/>
          <p:nvPr/>
        </p:nvSpPr>
        <p:spPr>
          <a:xfrm>
            <a:off x="7584150" y="291088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6" name="r2_o10574"/>
          <p:cNvSpPr/>
          <p:nvPr/>
        </p:nvSpPr>
        <p:spPr>
          <a:xfrm>
            <a:off x="7588231" y="291453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7" name="r2_o10575"/>
          <p:cNvSpPr/>
          <p:nvPr/>
        </p:nvSpPr>
        <p:spPr>
          <a:xfrm>
            <a:off x="7588231" y="291453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8" name="r2_o10576"/>
          <p:cNvSpPr/>
          <p:nvPr/>
        </p:nvSpPr>
        <p:spPr>
          <a:xfrm>
            <a:off x="7602516" y="292779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79" name="r2_o10577"/>
          <p:cNvSpPr/>
          <p:nvPr/>
        </p:nvSpPr>
        <p:spPr>
          <a:xfrm>
            <a:off x="7605128" y="293012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0" name="r2_o10578"/>
          <p:cNvSpPr/>
          <p:nvPr/>
        </p:nvSpPr>
        <p:spPr>
          <a:xfrm>
            <a:off x="7605128" y="293012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1" name="r2_o10579"/>
          <p:cNvSpPr/>
          <p:nvPr/>
        </p:nvSpPr>
        <p:spPr>
          <a:xfrm>
            <a:off x="7412358" y="291606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2" name="r2_o10580"/>
          <p:cNvSpPr/>
          <p:nvPr/>
        </p:nvSpPr>
        <p:spPr>
          <a:xfrm>
            <a:off x="7416439" y="291970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3" name="r2_o10581"/>
          <p:cNvSpPr/>
          <p:nvPr/>
        </p:nvSpPr>
        <p:spPr>
          <a:xfrm>
            <a:off x="7416439" y="291970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4" name="r2_o10582"/>
          <p:cNvSpPr/>
          <p:nvPr/>
        </p:nvSpPr>
        <p:spPr>
          <a:xfrm>
            <a:off x="7430724" y="293297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5" name="r2_o10583"/>
          <p:cNvSpPr/>
          <p:nvPr/>
        </p:nvSpPr>
        <p:spPr>
          <a:xfrm>
            <a:off x="7433336" y="293530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6" name="r2_o10584"/>
          <p:cNvSpPr/>
          <p:nvPr/>
        </p:nvSpPr>
        <p:spPr>
          <a:xfrm>
            <a:off x="7433336" y="293530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7" name="r2_o10585"/>
          <p:cNvSpPr/>
          <p:nvPr/>
        </p:nvSpPr>
        <p:spPr>
          <a:xfrm>
            <a:off x="7519832" y="292404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8" name="r2_o10586"/>
          <p:cNvSpPr/>
          <p:nvPr/>
        </p:nvSpPr>
        <p:spPr>
          <a:xfrm>
            <a:off x="7523913" y="292768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89" name="r2_o10587"/>
          <p:cNvSpPr/>
          <p:nvPr/>
        </p:nvSpPr>
        <p:spPr>
          <a:xfrm>
            <a:off x="7523913" y="292768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0" name="r2_o10588"/>
          <p:cNvSpPr/>
          <p:nvPr/>
        </p:nvSpPr>
        <p:spPr>
          <a:xfrm>
            <a:off x="7627300" y="293202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1" name="r2_o10589"/>
          <p:cNvSpPr/>
          <p:nvPr/>
        </p:nvSpPr>
        <p:spPr>
          <a:xfrm>
            <a:off x="7631381" y="293566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2" name="r2_o10590"/>
          <p:cNvSpPr/>
          <p:nvPr/>
        </p:nvSpPr>
        <p:spPr>
          <a:xfrm>
            <a:off x="7631381" y="293566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3" name="r2_o10591"/>
          <p:cNvSpPr/>
          <p:nvPr/>
        </p:nvSpPr>
        <p:spPr>
          <a:xfrm>
            <a:off x="7645666" y="294893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4" name="r2_o10592"/>
          <p:cNvSpPr/>
          <p:nvPr/>
        </p:nvSpPr>
        <p:spPr>
          <a:xfrm>
            <a:off x="7648278" y="295126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5" name="r2_o10593"/>
          <p:cNvSpPr/>
          <p:nvPr/>
        </p:nvSpPr>
        <p:spPr>
          <a:xfrm>
            <a:off x="7648278" y="295126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6" name="r2_o10594"/>
          <p:cNvSpPr/>
          <p:nvPr/>
        </p:nvSpPr>
        <p:spPr>
          <a:xfrm>
            <a:off x="7391190" y="295036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7" name="r2_o10595"/>
          <p:cNvSpPr/>
          <p:nvPr/>
        </p:nvSpPr>
        <p:spPr>
          <a:xfrm>
            <a:off x="7395271" y="295400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8" name="r2_o10596"/>
          <p:cNvSpPr/>
          <p:nvPr/>
        </p:nvSpPr>
        <p:spPr>
          <a:xfrm>
            <a:off x="7395271" y="295400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99" name="r2_o10597"/>
          <p:cNvSpPr/>
          <p:nvPr/>
        </p:nvSpPr>
        <p:spPr>
          <a:xfrm>
            <a:off x="7498664" y="295834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0" name="r2_o10598"/>
          <p:cNvSpPr/>
          <p:nvPr/>
        </p:nvSpPr>
        <p:spPr>
          <a:xfrm>
            <a:off x="7502745" y="296198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1" name="r2_o10599"/>
          <p:cNvSpPr/>
          <p:nvPr/>
        </p:nvSpPr>
        <p:spPr>
          <a:xfrm>
            <a:off x="7502745" y="296198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2" name="r2_o10600"/>
          <p:cNvSpPr/>
          <p:nvPr/>
        </p:nvSpPr>
        <p:spPr>
          <a:xfrm>
            <a:off x="7326872" y="296352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3" name="r2_o10601"/>
          <p:cNvSpPr/>
          <p:nvPr/>
        </p:nvSpPr>
        <p:spPr>
          <a:xfrm>
            <a:off x="7330953" y="296716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4" name="r2_o10602"/>
          <p:cNvSpPr/>
          <p:nvPr/>
        </p:nvSpPr>
        <p:spPr>
          <a:xfrm>
            <a:off x="7330953" y="296716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5" name="r2_o10603"/>
          <p:cNvSpPr/>
          <p:nvPr/>
        </p:nvSpPr>
        <p:spPr>
          <a:xfrm>
            <a:off x="7345238" y="298043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6" name="r2_o10604"/>
          <p:cNvSpPr/>
          <p:nvPr/>
        </p:nvSpPr>
        <p:spPr>
          <a:xfrm>
            <a:off x="7347850" y="298276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7" name="r2_o10605"/>
          <p:cNvSpPr/>
          <p:nvPr/>
        </p:nvSpPr>
        <p:spPr>
          <a:xfrm>
            <a:off x="7347850" y="298276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8" name="r2_o10606"/>
          <p:cNvSpPr/>
          <p:nvPr/>
        </p:nvSpPr>
        <p:spPr>
          <a:xfrm>
            <a:off x="7606132" y="296632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09" name="r2_o10607"/>
          <p:cNvSpPr/>
          <p:nvPr/>
        </p:nvSpPr>
        <p:spPr>
          <a:xfrm>
            <a:off x="7610213" y="296996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0" name="r2_o10608"/>
          <p:cNvSpPr/>
          <p:nvPr/>
        </p:nvSpPr>
        <p:spPr>
          <a:xfrm>
            <a:off x="7610213" y="296996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1" name="r2_o10609"/>
          <p:cNvSpPr/>
          <p:nvPr/>
        </p:nvSpPr>
        <p:spPr>
          <a:xfrm>
            <a:off x="7624498" y="298322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2" name="r2_o10610"/>
          <p:cNvSpPr/>
          <p:nvPr/>
        </p:nvSpPr>
        <p:spPr>
          <a:xfrm>
            <a:off x="7627110" y="298556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3" name="r2_o10611"/>
          <p:cNvSpPr/>
          <p:nvPr/>
        </p:nvSpPr>
        <p:spPr>
          <a:xfrm>
            <a:off x="7627110" y="298556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4" name="r2_o10612"/>
          <p:cNvSpPr/>
          <p:nvPr/>
        </p:nvSpPr>
        <p:spPr>
          <a:xfrm>
            <a:off x="7434340" y="297150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5" name="r2_o10613"/>
          <p:cNvSpPr/>
          <p:nvPr/>
        </p:nvSpPr>
        <p:spPr>
          <a:xfrm>
            <a:off x="7438421" y="297514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6" name="r2_o10614"/>
          <p:cNvSpPr/>
          <p:nvPr/>
        </p:nvSpPr>
        <p:spPr>
          <a:xfrm>
            <a:off x="7438421" y="297514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7" name="r2_o10615"/>
          <p:cNvSpPr/>
          <p:nvPr/>
        </p:nvSpPr>
        <p:spPr>
          <a:xfrm>
            <a:off x="7541814" y="297948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8" name="r2_o10616"/>
          <p:cNvSpPr/>
          <p:nvPr/>
        </p:nvSpPr>
        <p:spPr>
          <a:xfrm>
            <a:off x="7545895" y="298312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19" name="r2_o10617"/>
          <p:cNvSpPr/>
          <p:nvPr/>
        </p:nvSpPr>
        <p:spPr>
          <a:xfrm>
            <a:off x="7545895" y="298312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0" name="r2_o10618"/>
          <p:cNvSpPr/>
          <p:nvPr/>
        </p:nvSpPr>
        <p:spPr>
          <a:xfrm>
            <a:off x="7305704" y="299782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1" name="r2_o10619"/>
          <p:cNvSpPr/>
          <p:nvPr/>
        </p:nvSpPr>
        <p:spPr>
          <a:xfrm>
            <a:off x="7309785" y="300146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2" name="r2_o10620"/>
          <p:cNvSpPr/>
          <p:nvPr/>
        </p:nvSpPr>
        <p:spPr>
          <a:xfrm>
            <a:off x="7309785" y="300146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3" name="r2_o10621"/>
          <p:cNvSpPr/>
          <p:nvPr/>
        </p:nvSpPr>
        <p:spPr>
          <a:xfrm>
            <a:off x="7324070" y="301472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4" name="r2_o10622"/>
          <p:cNvSpPr/>
          <p:nvPr/>
        </p:nvSpPr>
        <p:spPr>
          <a:xfrm>
            <a:off x="7326682" y="301706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5" name="r2_o10623"/>
          <p:cNvSpPr/>
          <p:nvPr/>
        </p:nvSpPr>
        <p:spPr>
          <a:xfrm>
            <a:off x="7326682" y="301706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6" name="r2_o10624"/>
          <p:cNvSpPr/>
          <p:nvPr/>
        </p:nvSpPr>
        <p:spPr>
          <a:xfrm>
            <a:off x="7413172" y="300579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7" name="r2_o10625"/>
          <p:cNvSpPr/>
          <p:nvPr/>
        </p:nvSpPr>
        <p:spPr>
          <a:xfrm>
            <a:off x="7417253" y="300944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8" name="r2_o10626"/>
          <p:cNvSpPr/>
          <p:nvPr/>
        </p:nvSpPr>
        <p:spPr>
          <a:xfrm>
            <a:off x="7417253" y="300944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29" name="r2_o10627"/>
          <p:cNvSpPr/>
          <p:nvPr/>
        </p:nvSpPr>
        <p:spPr>
          <a:xfrm>
            <a:off x="7520646" y="30137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0" name="r2_o10628"/>
          <p:cNvSpPr/>
          <p:nvPr/>
        </p:nvSpPr>
        <p:spPr>
          <a:xfrm>
            <a:off x="7524727" y="30174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1" name="r2_o10629"/>
          <p:cNvSpPr/>
          <p:nvPr/>
        </p:nvSpPr>
        <p:spPr>
          <a:xfrm>
            <a:off x="7524727" y="30174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2" name="r2_o10630"/>
          <p:cNvSpPr/>
          <p:nvPr/>
        </p:nvSpPr>
        <p:spPr>
          <a:xfrm>
            <a:off x="7348854" y="301895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3" name="r2_o10631"/>
          <p:cNvSpPr/>
          <p:nvPr/>
        </p:nvSpPr>
        <p:spPr>
          <a:xfrm>
            <a:off x="7352935" y="302260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4" name="r2_o10632"/>
          <p:cNvSpPr/>
          <p:nvPr/>
        </p:nvSpPr>
        <p:spPr>
          <a:xfrm>
            <a:off x="7352935" y="302260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5" name="r2_o10633"/>
          <p:cNvSpPr/>
          <p:nvPr/>
        </p:nvSpPr>
        <p:spPr>
          <a:xfrm>
            <a:off x="7456328" y="302693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6" name="r2_o10634"/>
          <p:cNvSpPr/>
          <p:nvPr/>
        </p:nvSpPr>
        <p:spPr>
          <a:xfrm>
            <a:off x="7460409" y="303058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7" name="r2_o10635"/>
          <p:cNvSpPr/>
          <p:nvPr/>
        </p:nvSpPr>
        <p:spPr>
          <a:xfrm>
            <a:off x="7460409" y="303058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8" name="r2_o10636"/>
          <p:cNvSpPr/>
          <p:nvPr/>
        </p:nvSpPr>
        <p:spPr>
          <a:xfrm>
            <a:off x="7563796" y="303491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39" name="r2_o10637"/>
          <p:cNvSpPr/>
          <p:nvPr/>
        </p:nvSpPr>
        <p:spPr>
          <a:xfrm>
            <a:off x="7567877" y="303856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0" name="r2_o10638"/>
          <p:cNvSpPr/>
          <p:nvPr/>
        </p:nvSpPr>
        <p:spPr>
          <a:xfrm>
            <a:off x="7567877" y="303856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1" name="r2_o10639"/>
          <p:cNvSpPr/>
          <p:nvPr/>
        </p:nvSpPr>
        <p:spPr>
          <a:xfrm>
            <a:off x="7582162" y="305182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2" name="r2_o10640"/>
          <p:cNvSpPr/>
          <p:nvPr/>
        </p:nvSpPr>
        <p:spPr>
          <a:xfrm>
            <a:off x="7584774" y="305415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3" name="r2_o10641"/>
          <p:cNvSpPr/>
          <p:nvPr/>
        </p:nvSpPr>
        <p:spPr>
          <a:xfrm>
            <a:off x="7584774" y="305415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4" name="r2_o10642"/>
          <p:cNvSpPr/>
          <p:nvPr/>
        </p:nvSpPr>
        <p:spPr>
          <a:xfrm>
            <a:off x="7327686" y="305325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5" name="r2_o10643"/>
          <p:cNvSpPr/>
          <p:nvPr/>
        </p:nvSpPr>
        <p:spPr>
          <a:xfrm>
            <a:off x="7331767" y="305689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6" name="r2_o10644"/>
          <p:cNvSpPr/>
          <p:nvPr/>
        </p:nvSpPr>
        <p:spPr>
          <a:xfrm>
            <a:off x="7331767" y="305689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7" name="r2_o10645"/>
          <p:cNvSpPr/>
          <p:nvPr/>
        </p:nvSpPr>
        <p:spPr>
          <a:xfrm>
            <a:off x="7435160" y="306123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8" name="r2_o10646"/>
          <p:cNvSpPr/>
          <p:nvPr/>
        </p:nvSpPr>
        <p:spPr>
          <a:xfrm>
            <a:off x="7439241" y="306487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49" name="r2_o10647"/>
          <p:cNvSpPr/>
          <p:nvPr/>
        </p:nvSpPr>
        <p:spPr>
          <a:xfrm>
            <a:off x="7439241" y="306487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0" name="r2_o10648"/>
          <p:cNvSpPr/>
          <p:nvPr/>
        </p:nvSpPr>
        <p:spPr>
          <a:xfrm>
            <a:off x="7263368" y="306641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1" name="r2_o10649"/>
          <p:cNvSpPr/>
          <p:nvPr/>
        </p:nvSpPr>
        <p:spPr>
          <a:xfrm>
            <a:off x="7267449" y="307005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2" name="r2_o10650"/>
          <p:cNvSpPr/>
          <p:nvPr/>
        </p:nvSpPr>
        <p:spPr>
          <a:xfrm>
            <a:off x="7267449" y="307005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3" name="r2_o10651"/>
          <p:cNvSpPr/>
          <p:nvPr/>
        </p:nvSpPr>
        <p:spPr>
          <a:xfrm>
            <a:off x="7281734" y="308332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4" name="r2_o10652"/>
          <p:cNvSpPr/>
          <p:nvPr/>
        </p:nvSpPr>
        <p:spPr>
          <a:xfrm>
            <a:off x="7284346" y="308565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5" name="r2_o10653"/>
          <p:cNvSpPr/>
          <p:nvPr/>
        </p:nvSpPr>
        <p:spPr>
          <a:xfrm>
            <a:off x="7284346" y="308565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6" name="r2_o10654"/>
          <p:cNvSpPr/>
          <p:nvPr/>
        </p:nvSpPr>
        <p:spPr>
          <a:xfrm>
            <a:off x="7542628" y="306921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7" name="r2_o10655"/>
          <p:cNvSpPr/>
          <p:nvPr/>
        </p:nvSpPr>
        <p:spPr>
          <a:xfrm>
            <a:off x="7546709" y="307285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8" name="r2_o10656"/>
          <p:cNvSpPr/>
          <p:nvPr/>
        </p:nvSpPr>
        <p:spPr>
          <a:xfrm>
            <a:off x="7546709" y="307285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59" name="r2_o10657"/>
          <p:cNvSpPr/>
          <p:nvPr/>
        </p:nvSpPr>
        <p:spPr>
          <a:xfrm>
            <a:off x="7560994" y="308612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0" name="r2_o10658"/>
          <p:cNvSpPr/>
          <p:nvPr/>
        </p:nvSpPr>
        <p:spPr>
          <a:xfrm>
            <a:off x="7563606" y="308845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1" name="r2_o10659"/>
          <p:cNvSpPr/>
          <p:nvPr/>
        </p:nvSpPr>
        <p:spPr>
          <a:xfrm>
            <a:off x="7563606" y="308845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2" name="r2_o10660"/>
          <p:cNvSpPr/>
          <p:nvPr/>
        </p:nvSpPr>
        <p:spPr>
          <a:xfrm>
            <a:off x="7370836" y="307439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3" name="r2_o10661"/>
          <p:cNvSpPr/>
          <p:nvPr/>
        </p:nvSpPr>
        <p:spPr>
          <a:xfrm>
            <a:off x="7374917" y="307803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4" name="r2_o10662"/>
          <p:cNvSpPr/>
          <p:nvPr/>
        </p:nvSpPr>
        <p:spPr>
          <a:xfrm>
            <a:off x="7374917" y="307803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5" name="r2_o10663"/>
          <p:cNvSpPr/>
          <p:nvPr/>
        </p:nvSpPr>
        <p:spPr>
          <a:xfrm>
            <a:off x="7478310" y="308237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6" name="r2_o10664"/>
          <p:cNvSpPr/>
          <p:nvPr/>
        </p:nvSpPr>
        <p:spPr>
          <a:xfrm>
            <a:off x="7482391" y="308601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7" name="r2_o10665"/>
          <p:cNvSpPr/>
          <p:nvPr/>
        </p:nvSpPr>
        <p:spPr>
          <a:xfrm>
            <a:off x="7482391" y="308601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8" name="r2_o10666"/>
          <p:cNvSpPr/>
          <p:nvPr/>
        </p:nvSpPr>
        <p:spPr>
          <a:xfrm>
            <a:off x="7242200" y="310071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69" name="r2_o10667"/>
          <p:cNvSpPr/>
          <p:nvPr/>
        </p:nvSpPr>
        <p:spPr>
          <a:xfrm>
            <a:off x="7246281" y="310435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0" name="r2_o10668"/>
          <p:cNvSpPr/>
          <p:nvPr/>
        </p:nvSpPr>
        <p:spPr>
          <a:xfrm>
            <a:off x="7246281" y="310435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1" name="r2_o10669"/>
          <p:cNvSpPr/>
          <p:nvPr/>
        </p:nvSpPr>
        <p:spPr>
          <a:xfrm>
            <a:off x="7260566" y="311762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2" name="r2_o10670"/>
          <p:cNvSpPr/>
          <p:nvPr/>
        </p:nvSpPr>
        <p:spPr>
          <a:xfrm>
            <a:off x="7263178" y="311995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3" name="r2_o10671"/>
          <p:cNvSpPr/>
          <p:nvPr/>
        </p:nvSpPr>
        <p:spPr>
          <a:xfrm>
            <a:off x="7263178" y="311995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4" name="r2_o10672"/>
          <p:cNvSpPr/>
          <p:nvPr/>
        </p:nvSpPr>
        <p:spPr>
          <a:xfrm>
            <a:off x="7349668" y="310869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5" name="r2_o10673"/>
          <p:cNvSpPr/>
          <p:nvPr/>
        </p:nvSpPr>
        <p:spPr>
          <a:xfrm>
            <a:off x="7353749" y="311233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6" name="r2_o10674"/>
          <p:cNvSpPr/>
          <p:nvPr/>
        </p:nvSpPr>
        <p:spPr>
          <a:xfrm>
            <a:off x="7353749" y="311233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7" name="r2_o10675"/>
          <p:cNvSpPr/>
          <p:nvPr/>
        </p:nvSpPr>
        <p:spPr>
          <a:xfrm>
            <a:off x="7457142" y="311667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8" name="r2_o10676"/>
          <p:cNvSpPr/>
          <p:nvPr/>
        </p:nvSpPr>
        <p:spPr>
          <a:xfrm>
            <a:off x="7461223" y="312031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79" name="r2_o10677"/>
          <p:cNvSpPr/>
          <p:nvPr/>
        </p:nvSpPr>
        <p:spPr>
          <a:xfrm>
            <a:off x="7461223" y="312031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0" name="r2_o10678"/>
          <p:cNvSpPr/>
          <p:nvPr/>
        </p:nvSpPr>
        <p:spPr>
          <a:xfrm>
            <a:off x="7285350" y="312185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1" name="r2_o10679"/>
          <p:cNvSpPr/>
          <p:nvPr/>
        </p:nvSpPr>
        <p:spPr>
          <a:xfrm>
            <a:off x="7289431" y="312549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2" name="r2_o10680"/>
          <p:cNvSpPr/>
          <p:nvPr/>
        </p:nvSpPr>
        <p:spPr>
          <a:xfrm>
            <a:off x="7289431" y="312549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3" name="r2_o10681"/>
          <p:cNvSpPr/>
          <p:nvPr/>
        </p:nvSpPr>
        <p:spPr>
          <a:xfrm>
            <a:off x="7392824" y="312983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4" name="r2_o10682"/>
          <p:cNvSpPr/>
          <p:nvPr/>
        </p:nvSpPr>
        <p:spPr>
          <a:xfrm>
            <a:off x="7396905" y="313347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5" name="r2_o10683"/>
          <p:cNvSpPr/>
          <p:nvPr/>
        </p:nvSpPr>
        <p:spPr>
          <a:xfrm>
            <a:off x="7396905" y="313347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6" name="r2_o10684"/>
          <p:cNvSpPr/>
          <p:nvPr/>
        </p:nvSpPr>
        <p:spPr>
          <a:xfrm>
            <a:off x="7500292" y="313780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7" name="r2_o10685"/>
          <p:cNvSpPr/>
          <p:nvPr/>
        </p:nvSpPr>
        <p:spPr>
          <a:xfrm>
            <a:off x="7504373" y="314145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8" name="r2_o10686"/>
          <p:cNvSpPr/>
          <p:nvPr/>
        </p:nvSpPr>
        <p:spPr>
          <a:xfrm>
            <a:off x="7504373" y="314145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89" name="r2_o10687"/>
          <p:cNvSpPr/>
          <p:nvPr/>
        </p:nvSpPr>
        <p:spPr>
          <a:xfrm>
            <a:off x="7518658" y="315471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0" name="r2_o10688"/>
          <p:cNvSpPr/>
          <p:nvPr/>
        </p:nvSpPr>
        <p:spPr>
          <a:xfrm>
            <a:off x="7521270" y="315704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1" name="r2_o10689"/>
          <p:cNvSpPr/>
          <p:nvPr/>
        </p:nvSpPr>
        <p:spPr>
          <a:xfrm>
            <a:off x="7521270" y="315704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2" name="r2_o10690"/>
          <p:cNvSpPr/>
          <p:nvPr/>
        </p:nvSpPr>
        <p:spPr>
          <a:xfrm>
            <a:off x="7264182" y="315614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3" name="r2_o10691"/>
          <p:cNvSpPr/>
          <p:nvPr/>
        </p:nvSpPr>
        <p:spPr>
          <a:xfrm>
            <a:off x="7268263" y="315979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4" name="r2_o10692"/>
          <p:cNvSpPr/>
          <p:nvPr/>
        </p:nvSpPr>
        <p:spPr>
          <a:xfrm>
            <a:off x="7268263" y="315979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5" name="r2_o10693"/>
          <p:cNvSpPr/>
          <p:nvPr/>
        </p:nvSpPr>
        <p:spPr>
          <a:xfrm>
            <a:off x="7371656" y="316412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6" name="r2_o10694"/>
          <p:cNvSpPr/>
          <p:nvPr/>
        </p:nvSpPr>
        <p:spPr>
          <a:xfrm>
            <a:off x="7375737" y="316777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7" name="r2_o10695"/>
          <p:cNvSpPr/>
          <p:nvPr/>
        </p:nvSpPr>
        <p:spPr>
          <a:xfrm>
            <a:off x="7375737" y="316777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8" name="r2_o10696"/>
          <p:cNvSpPr/>
          <p:nvPr/>
        </p:nvSpPr>
        <p:spPr>
          <a:xfrm>
            <a:off x="7199864" y="316930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99" name="r2_o10697"/>
          <p:cNvSpPr/>
          <p:nvPr/>
        </p:nvSpPr>
        <p:spPr>
          <a:xfrm>
            <a:off x="7203946" y="317295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0" name="r2_o10698"/>
          <p:cNvSpPr/>
          <p:nvPr/>
        </p:nvSpPr>
        <p:spPr>
          <a:xfrm>
            <a:off x="7203946" y="317295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1" name="r2_o10699"/>
          <p:cNvSpPr/>
          <p:nvPr/>
        </p:nvSpPr>
        <p:spPr>
          <a:xfrm>
            <a:off x="7218230" y="318621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2" name="r2_o10700"/>
          <p:cNvSpPr/>
          <p:nvPr/>
        </p:nvSpPr>
        <p:spPr>
          <a:xfrm>
            <a:off x="7220842" y="318854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3" name="r2_o10701"/>
          <p:cNvSpPr/>
          <p:nvPr/>
        </p:nvSpPr>
        <p:spPr>
          <a:xfrm>
            <a:off x="7220842" y="318854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4" name="r2_o10702"/>
          <p:cNvSpPr/>
          <p:nvPr/>
        </p:nvSpPr>
        <p:spPr>
          <a:xfrm>
            <a:off x="7479124" y="317210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5" name="r2_o10703"/>
          <p:cNvSpPr/>
          <p:nvPr/>
        </p:nvSpPr>
        <p:spPr>
          <a:xfrm>
            <a:off x="7483205" y="317575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6" name="r2_o10704"/>
          <p:cNvSpPr/>
          <p:nvPr/>
        </p:nvSpPr>
        <p:spPr>
          <a:xfrm>
            <a:off x="7483205" y="317575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7" name="r2_o10705"/>
          <p:cNvSpPr/>
          <p:nvPr/>
        </p:nvSpPr>
        <p:spPr>
          <a:xfrm>
            <a:off x="7497490" y="318901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8" name="r2_o10706"/>
          <p:cNvSpPr/>
          <p:nvPr/>
        </p:nvSpPr>
        <p:spPr>
          <a:xfrm>
            <a:off x="7500102" y="319134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09" name="r2_o10707"/>
          <p:cNvSpPr/>
          <p:nvPr/>
        </p:nvSpPr>
        <p:spPr>
          <a:xfrm>
            <a:off x="7500102" y="319134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0" name="r2_o10708"/>
          <p:cNvSpPr/>
          <p:nvPr/>
        </p:nvSpPr>
        <p:spPr>
          <a:xfrm>
            <a:off x="7307332" y="317728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1" name="r2_o10709"/>
          <p:cNvSpPr/>
          <p:nvPr/>
        </p:nvSpPr>
        <p:spPr>
          <a:xfrm>
            <a:off x="7311413" y="318093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2" name="r2_o10710"/>
          <p:cNvSpPr/>
          <p:nvPr/>
        </p:nvSpPr>
        <p:spPr>
          <a:xfrm>
            <a:off x="7311413" y="318093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3" name="r2_o10711"/>
          <p:cNvSpPr/>
          <p:nvPr/>
        </p:nvSpPr>
        <p:spPr>
          <a:xfrm>
            <a:off x="7414806" y="318526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4" name="r2_o10712"/>
          <p:cNvSpPr/>
          <p:nvPr/>
        </p:nvSpPr>
        <p:spPr>
          <a:xfrm>
            <a:off x="7418887" y="318890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5" name="r2_o10713"/>
          <p:cNvSpPr/>
          <p:nvPr/>
        </p:nvSpPr>
        <p:spPr>
          <a:xfrm>
            <a:off x="7418887" y="318890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6" name="r2_o10714"/>
          <p:cNvSpPr/>
          <p:nvPr/>
        </p:nvSpPr>
        <p:spPr>
          <a:xfrm>
            <a:off x="7178696" y="320360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7" name="r2_o10715"/>
          <p:cNvSpPr/>
          <p:nvPr/>
        </p:nvSpPr>
        <p:spPr>
          <a:xfrm>
            <a:off x="7182778" y="320724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8" name="r2_o10716"/>
          <p:cNvSpPr/>
          <p:nvPr/>
        </p:nvSpPr>
        <p:spPr>
          <a:xfrm>
            <a:off x="7182778" y="320724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19" name="r2_o10717"/>
          <p:cNvSpPr/>
          <p:nvPr/>
        </p:nvSpPr>
        <p:spPr>
          <a:xfrm>
            <a:off x="7197062" y="322051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0" name="r2_o10718"/>
          <p:cNvSpPr/>
          <p:nvPr/>
        </p:nvSpPr>
        <p:spPr>
          <a:xfrm>
            <a:off x="7199674" y="322284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1" name="r2_o10719"/>
          <p:cNvSpPr/>
          <p:nvPr/>
        </p:nvSpPr>
        <p:spPr>
          <a:xfrm>
            <a:off x="7199674" y="322284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2" name="r2_o10720"/>
          <p:cNvSpPr/>
          <p:nvPr/>
        </p:nvSpPr>
        <p:spPr>
          <a:xfrm>
            <a:off x="7286164" y="321158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3" name="r2_o10721"/>
          <p:cNvSpPr/>
          <p:nvPr/>
        </p:nvSpPr>
        <p:spPr>
          <a:xfrm>
            <a:off x="7290245" y="321522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4" name="r2_o10722"/>
          <p:cNvSpPr/>
          <p:nvPr/>
        </p:nvSpPr>
        <p:spPr>
          <a:xfrm>
            <a:off x="7290245" y="321522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5" name="r2_o10723"/>
          <p:cNvSpPr/>
          <p:nvPr/>
        </p:nvSpPr>
        <p:spPr>
          <a:xfrm>
            <a:off x="7393638" y="321956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6" name="r2_o10724"/>
          <p:cNvSpPr/>
          <p:nvPr/>
        </p:nvSpPr>
        <p:spPr>
          <a:xfrm>
            <a:off x="7397719" y="322320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7" name="r2_o10725"/>
          <p:cNvSpPr/>
          <p:nvPr/>
        </p:nvSpPr>
        <p:spPr>
          <a:xfrm>
            <a:off x="7397719" y="322320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8" name="r2_o10726"/>
          <p:cNvSpPr/>
          <p:nvPr/>
        </p:nvSpPr>
        <p:spPr>
          <a:xfrm>
            <a:off x="7221846" y="322474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29" name="r2_o10727"/>
          <p:cNvSpPr/>
          <p:nvPr/>
        </p:nvSpPr>
        <p:spPr>
          <a:xfrm>
            <a:off x="7225928" y="322838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0" name="r2_o10728"/>
          <p:cNvSpPr/>
          <p:nvPr/>
        </p:nvSpPr>
        <p:spPr>
          <a:xfrm>
            <a:off x="7225928" y="322838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1" name="r2_o10729"/>
          <p:cNvSpPr/>
          <p:nvPr/>
        </p:nvSpPr>
        <p:spPr>
          <a:xfrm>
            <a:off x="7329320" y="323272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2" name="r2_o10730"/>
          <p:cNvSpPr/>
          <p:nvPr/>
        </p:nvSpPr>
        <p:spPr>
          <a:xfrm>
            <a:off x="7333402" y="323636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3" name="r2_o10731"/>
          <p:cNvSpPr/>
          <p:nvPr/>
        </p:nvSpPr>
        <p:spPr>
          <a:xfrm>
            <a:off x="7333402" y="323636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4" name="r2_o10732"/>
          <p:cNvSpPr/>
          <p:nvPr/>
        </p:nvSpPr>
        <p:spPr>
          <a:xfrm>
            <a:off x="7436788" y="324070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5" name="r2_o10733"/>
          <p:cNvSpPr/>
          <p:nvPr/>
        </p:nvSpPr>
        <p:spPr>
          <a:xfrm>
            <a:off x="7440869" y="324434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6" name="r2_o10734"/>
          <p:cNvSpPr/>
          <p:nvPr/>
        </p:nvSpPr>
        <p:spPr>
          <a:xfrm>
            <a:off x="7440869" y="324434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7" name="r2_o10735"/>
          <p:cNvSpPr/>
          <p:nvPr/>
        </p:nvSpPr>
        <p:spPr>
          <a:xfrm>
            <a:off x="7455154" y="325760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8" name="r2_o10736"/>
          <p:cNvSpPr/>
          <p:nvPr/>
        </p:nvSpPr>
        <p:spPr>
          <a:xfrm>
            <a:off x="7457766" y="325994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39" name="r2_o10737"/>
          <p:cNvSpPr/>
          <p:nvPr/>
        </p:nvSpPr>
        <p:spPr>
          <a:xfrm>
            <a:off x="7457766" y="325994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0" name="r2_o10738"/>
          <p:cNvSpPr/>
          <p:nvPr/>
        </p:nvSpPr>
        <p:spPr>
          <a:xfrm>
            <a:off x="7200678" y="325904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1" name="r2_o10739"/>
          <p:cNvSpPr/>
          <p:nvPr/>
        </p:nvSpPr>
        <p:spPr>
          <a:xfrm>
            <a:off x="7204760" y="326268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2" name="r2_o10740"/>
          <p:cNvSpPr/>
          <p:nvPr/>
        </p:nvSpPr>
        <p:spPr>
          <a:xfrm>
            <a:off x="7204760" y="326268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3" name="r2_o10741"/>
          <p:cNvSpPr/>
          <p:nvPr/>
        </p:nvSpPr>
        <p:spPr>
          <a:xfrm>
            <a:off x="7308152" y="326702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4" name="r2_o10742"/>
          <p:cNvSpPr/>
          <p:nvPr/>
        </p:nvSpPr>
        <p:spPr>
          <a:xfrm>
            <a:off x="7312234" y="327066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5" name="r2_o10743"/>
          <p:cNvSpPr/>
          <p:nvPr/>
        </p:nvSpPr>
        <p:spPr>
          <a:xfrm>
            <a:off x="7312234" y="327066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6" name="r2_o10744"/>
          <p:cNvSpPr/>
          <p:nvPr/>
        </p:nvSpPr>
        <p:spPr>
          <a:xfrm>
            <a:off x="7136360" y="327219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7" name="r2_o10745"/>
          <p:cNvSpPr/>
          <p:nvPr/>
        </p:nvSpPr>
        <p:spPr>
          <a:xfrm>
            <a:off x="7140442" y="327584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8" name="r2_o10746"/>
          <p:cNvSpPr/>
          <p:nvPr/>
        </p:nvSpPr>
        <p:spPr>
          <a:xfrm>
            <a:off x="7140442" y="327584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49" name="r2_o10747"/>
          <p:cNvSpPr/>
          <p:nvPr/>
        </p:nvSpPr>
        <p:spPr>
          <a:xfrm>
            <a:off x="7154726" y="328910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0" name="r2_o10748"/>
          <p:cNvSpPr/>
          <p:nvPr/>
        </p:nvSpPr>
        <p:spPr>
          <a:xfrm>
            <a:off x="7157338" y="329144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1" name="r2_o10749"/>
          <p:cNvSpPr/>
          <p:nvPr/>
        </p:nvSpPr>
        <p:spPr>
          <a:xfrm>
            <a:off x="7157338" y="329144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2" name="r2_o10750"/>
          <p:cNvSpPr/>
          <p:nvPr/>
        </p:nvSpPr>
        <p:spPr>
          <a:xfrm>
            <a:off x="7415620" y="327499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3" name="r2_o10751"/>
          <p:cNvSpPr/>
          <p:nvPr/>
        </p:nvSpPr>
        <p:spPr>
          <a:xfrm>
            <a:off x="7419701" y="327864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4" name="r2_o10752"/>
          <p:cNvSpPr/>
          <p:nvPr/>
        </p:nvSpPr>
        <p:spPr>
          <a:xfrm>
            <a:off x="7419701" y="327864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5" name="r2_o10753"/>
          <p:cNvSpPr/>
          <p:nvPr/>
        </p:nvSpPr>
        <p:spPr>
          <a:xfrm>
            <a:off x="7433986" y="329190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6" name="r2_o10754"/>
          <p:cNvSpPr/>
          <p:nvPr/>
        </p:nvSpPr>
        <p:spPr>
          <a:xfrm>
            <a:off x="7436598" y="329423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7" name="r2_o10755"/>
          <p:cNvSpPr/>
          <p:nvPr/>
        </p:nvSpPr>
        <p:spPr>
          <a:xfrm>
            <a:off x="7436598" y="329423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8" name="r2_o10756"/>
          <p:cNvSpPr/>
          <p:nvPr/>
        </p:nvSpPr>
        <p:spPr>
          <a:xfrm>
            <a:off x="7243828" y="328017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59" name="r2_o10757"/>
          <p:cNvSpPr/>
          <p:nvPr/>
        </p:nvSpPr>
        <p:spPr>
          <a:xfrm>
            <a:off x="7247910" y="328382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0" name="r2_o10758"/>
          <p:cNvSpPr/>
          <p:nvPr/>
        </p:nvSpPr>
        <p:spPr>
          <a:xfrm>
            <a:off x="7247910" y="328382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1" name="r2_o10759"/>
          <p:cNvSpPr/>
          <p:nvPr/>
        </p:nvSpPr>
        <p:spPr>
          <a:xfrm>
            <a:off x="7351302" y="328815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2" name="r2_o10760"/>
          <p:cNvSpPr/>
          <p:nvPr/>
        </p:nvSpPr>
        <p:spPr>
          <a:xfrm>
            <a:off x="7355384" y="329180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3" name="r2_o10761"/>
          <p:cNvSpPr/>
          <p:nvPr/>
        </p:nvSpPr>
        <p:spPr>
          <a:xfrm>
            <a:off x="7355384" y="329180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4" name="r2_o10762"/>
          <p:cNvSpPr/>
          <p:nvPr/>
        </p:nvSpPr>
        <p:spPr>
          <a:xfrm>
            <a:off x="7115192" y="330649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5" name="r2_o10763"/>
          <p:cNvSpPr/>
          <p:nvPr/>
        </p:nvSpPr>
        <p:spPr>
          <a:xfrm>
            <a:off x="7119274" y="331014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6" name="r2_o10764"/>
          <p:cNvSpPr/>
          <p:nvPr/>
        </p:nvSpPr>
        <p:spPr>
          <a:xfrm>
            <a:off x="7119274" y="331014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7" name="r2_o10765"/>
          <p:cNvSpPr/>
          <p:nvPr/>
        </p:nvSpPr>
        <p:spPr>
          <a:xfrm>
            <a:off x="7133558" y="332340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8" name="r2_o10766"/>
          <p:cNvSpPr/>
          <p:nvPr/>
        </p:nvSpPr>
        <p:spPr>
          <a:xfrm>
            <a:off x="7136170" y="332573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69" name="r2_o10767"/>
          <p:cNvSpPr/>
          <p:nvPr/>
        </p:nvSpPr>
        <p:spPr>
          <a:xfrm>
            <a:off x="7136170" y="332573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0" name="r2_o10768"/>
          <p:cNvSpPr/>
          <p:nvPr/>
        </p:nvSpPr>
        <p:spPr>
          <a:xfrm>
            <a:off x="7222660" y="331447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1" name="r2_o10769"/>
          <p:cNvSpPr/>
          <p:nvPr/>
        </p:nvSpPr>
        <p:spPr>
          <a:xfrm>
            <a:off x="7226742" y="331812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2" name="r2_o10770"/>
          <p:cNvSpPr/>
          <p:nvPr/>
        </p:nvSpPr>
        <p:spPr>
          <a:xfrm>
            <a:off x="7226742" y="331812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3" name="r2_o10771"/>
          <p:cNvSpPr/>
          <p:nvPr/>
        </p:nvSpPr>
        <p:spPr>
          <a:xfrm>
            <a:off x="7330134" y="332245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4" name="r2_o10772"/>
          <p:cNvSpPr/>
          <p:nvPr/>
        </p:nvSpPr>
        <p:spPr>
          <a:xfrm>
            <a:off x="7334216" y="332609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5" name="r2_o10773"/>
          <p:cNvSpPr/>
          <p:nvPr/>
        </p:nvSpPr>
        <p:spPr>
          <a:xfrm>
            <a:off x="7334216" y="332609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6" name="r2_o10774"/>
          <p:cNvSpPr/>
          <p:nvPr/>
        </p:nvSpPr>
        <p:spPr>
          <a:xfrm>
            <a:off x="7348500" y="333936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7" name="r2_o10775"/>
          <p:cNvSpPr/>
          <p:nvPr/>
        </p:nvSpPr>
        <p:spPr>
          <a:xfrm>
            <a:off x="7351112" y="334169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8" name="r2_o10776"/>
          <p:cNvSpPr/>
          <p:nvPr/>
        </p:nvSpPr>
        <p:spPr>
          <a:xfrm>
            <a:off x="7351112" y="334169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79" name="r2_o10777"/>
          <p:cNvSpPr/>
          <p:nvPr/>
        </p:nvSpPr>
        <p:spPr>
          <a:xfrm>
            <a:off x="7158342" y="332763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0" name="r2_o10778"/>
          <p:cNvSpPr/>
          <p:nvPr/>
        </p:nvSpPr>
        <p:spPr>
          <a:xfrm>
            <a:off x="7162424" y="333127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1" name="r2_o10779"/>
          <p:cNvSpPr/>
          <p:nvPr/>
        </p:nvSpPr>
        <p:spPr>
          <a:xfrm>
            <a:off x="7162424" y="333127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2" name="r2_o10780"/>
          <p:cNvSpPr/>
          <p:nvPr/>
        </p:nvSpPr>
        <p:spPr>
          <a:xfrm>
            <a:off x="7176708" y="334454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3" name="r2_o10781"/>
          <p:cNvSpPr/>
          <p:nvPr/>
        </p:nvSpPr>
        <p:spPr>
          <a:xfrm>
            <a:off x="7179320" y="334687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4" name="r2_o10782"/>
          <p:cNvSpPr/>
          <p:nvPr/>
        </p:nvSpPr>
        <p:spPr>
          <a:xfrm>
            <a:off x="7179320" y="334687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5" name="r2_o10783"/>
          <p:cNvSpPr/>
          <p:nvPr/>
        </p:nvSpPr>
        <p:spPr>
          <a:xfrm>
            <a:off x="7265816" y="333561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6" name="r2_o10784"/>
          <p:cNvSpPr/>
          <p:nvPr/>
        </p:nvSpPr>
        <p:spPr>
          <a:xfrm>
            <a:off x="7269898" y="333925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7" name="r2_o10785"/>
          <p:cNvSpPr/>
          <p:nvPr/>
        </p:nvSpPr>
        <p:spPr>
          <a:xfrm>
            <a:off x="7269898" y="333925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8" name="r2_o10786"/>
          <p:cNvSpPr/>
          <p:nvPr/>
        </p:nvSpPr>
        <p:spPr>
          <a:xfrm>
            <a:off x="7284182" y="335252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89" name="r2_o10787"/>
          <p:cNvSpPr/>
          <p:nvPr/>
        </p:nvSpPr>
        <p:spPr>
          <a:xfrm>
            <a:off x="7286794" y="335485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90" name="r2_o10788"/>
          <p:cNvSpPr/>
          <p:nvPr/>
        </p:nvSpPr>
        <p:spPr>
          <a:xfrm>
            <a:off x="7286794" y="335485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91" name="r2_o10789"/>
          <p:cNvSpPr/>
          <p:nvPr/>
        </p:nvSpPr>
        <p:spPr>
          <a:xfrm flipV="1">
            <a:off x="8276582" y="3100952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2" name="r2_o10790"/>
          <p:cNvSpPr/>
          <p:nvPr/>
        </p:nvSpPr>
        <p:spPr>
          <a:xfrm>
            <a:off x="8062605" y="3273759"/>
            <a:ext cx="83274" cy="230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3" name="r2_o10791"/>
          <p:cNvSpPr/>
          <p:nvPr/>
        </p:nvSpPr>
        <p:spPr>
          <a:xfrm flipH="1" flipV="1">
            <a:off x="7896071" y="3227581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4" name="r2_o10792"/>
          <p:cNvSpPr/>
          <p:nvPr/>
        </p:nvSpPr>
        <p:spPr>
          <a:xfrm flipH="1" flipV="1">
            <a:off x="8150519" y="3135465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5" name="r2_o10793"/>
          <p:cNvSpPr/>
          <p:nvPr/>
        </p:nvSpPr>
        <p:spPr>
          <a:xfrm flipV="1">
            <a:off x="8024457" y="3112376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6" name="r2_o10794"/>
          <p:cNvSpPr/>
          <p:nvPr/>
        </p:nvSpPr>
        <p:spPr>
          <a:xfrm>
            <a:off x="8324024" y="2939568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7" name="r2_o10795"/>
          <p:cNvSpPr/>
          <p:nvPr/>
        </p:nvSpPr>
        <p:spPr>
          <a:xfrm flipH="1" flipV="1">
            <a:off x="8531037" y="3037641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8" name="r2_o10796"/>
          <p:cNvSpPr/>
          <p:nvPr/>
        </p:nvSpPr>
        <p:spPr>
          <a:xfrm flipH="1" flipV="1">
            <a:off x="8533353" y="2956945"/>
            <a:ext cx="40479" cy="5189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799" name="r2_o10797"/>
          <p:cNvSpPr/>
          <p:nvPr/>
        </p:nvSpPr>
        <p:spPr>
          <a:xfrm flipH="1" flipV="1">
            <a:off x="8274265" y="3210449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0" name="r2_o10798"/>
          <p:cNvSpPr/>
          <p:nvPr/>
        </p:nvSpPr>
        <p:spPr>
          <a:xfrm flipH="1" flipV="1">
            <a:off x="8400328" y="3204737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1" name="r2_o10799"/>
          <p:cNvSpPr/>
          <p:nvPr/>
        </p:nvSpPr>
        <p:spPr>
          <a:xfrm>
            <a:off x="8321700" y="3020260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2" name="r2_o10800"/>
          <p:cNvSpPr/>
          <p:nvPr/>
        </p:nvSpPr>
        <p:spPr>
          <a:xfrm>
            <a:off x="8193315" y="3106664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3" name="r2_o10801"/>
          <p:cNvSpPr/>
          <p:nvPr/>
        </p:nvSpPr>
        <p:spPr>
          <a:xfrm>
            <a:off x="8447763" y="3014548"/>
            <a:ext cx="83274" cy="230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4" name="r2_o10802"/>
          <p:cNvSpPr/>
          <p:nvPr/>
        </p:nvSpPr>
        <p:spPr>
          <a:xfrm flipV="1">
            <a:off x="8528713" y="3089532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5" name="r2_o10803"/>
          <p:cNvSpPr/>
          <p:nvPr/>
        </p:nvSpPr>
        <p:spPr>
          <a:xfrm>
            <a:off x="8060289" y="3354456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6" name="r2_o10804"/>
          <p:cNvSpPr/>
          <p:nvPr/>
        </p:nvSpPr>
        <p:spPr>
          <a:xfrm>
            <a:off x="8314737" y="3262340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7" name="r2_o10805"/>
          <p:cNvSpPr/>
          <p:nvPr/>
        </p:nvSpPr>
        <p:spPr>
          <a:xfrm>
            <a:off x="8445446" y="3095244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8" name="r2_o10806"/>
          <p:cNvSpPr/>
          <p:nvPr/>
        </p:nvSpPr>
        <p:spPr>
          <a:xfrm>
            <a:off x="8319377" y="3100952"/>
            <a:ext cx="83274" cy="230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09" name="r2_o10807"/>
          <p:cNvSpPr/>
          <p:nvPr/>
        </p:nvSpPr>
        <p:spPr>
          <a:xfrm>
            <a:off x="8571509" y="3089532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0" name="r2_o10808"/>
          <p:cNvSpPr/>
          <p:nvPr/>
        </p:nvSpPr>
        <p:spPr>
          <a:xfrm flipV="1">
            <a:off x="8531037" y="3008840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1" name="r2_o10809"/>
          <p:cNvSpPr/>
          <p:nvPr/>
        </p:nvSpPr>
        <p:spPr>
          <a:xfrm flipV="1">
            <a:off x="8022134" y="3193068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2" name="r2_o10810"/>
          <p:cNvSpPr/>
          <p:nvPr/>
        </p:nvSpPr>
        <p:spPr>
          <a:xfrm flipV="1">
            <a:off x="8402651" y="3095244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3" name="r2_o10811"/>
          <p:cNvSpPr/>
          <p:nvPr/>
        </p:nvSpPr>
        <p:spPr>
          <a:xfrm flipV="1">
            <a:off x="8148196" y="3187355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4" name="r2_o10812"/>
          <p:cNvSpPr/>
          <p:nvPr/>
        </p:nvSpPr>
        <p:spPr>
          <a:xfrm flipH="1" flipV="1">
            <a:off x="8276582" y="3129753"/>
            <a:ext cx="40479" cy="5189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5" name="r2_o10813"/>
          <p:cNvSpPr/>
          <p:nvPr/>
        </p:nvSpPr>
        <p:spPr>
          <a:xfrm flipV="1">
            <a:off x="8269618" y="3343032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6" name="r2_o10814"/>
          <p:cNvSpPr/>
          <p:nvPr/>
        </p:nvSpPr>
        <p:spPr>
          <a:xfrm flipV="1">
            <a:off x="8278905" y="3020260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7" name="r2_o10815"/>
          <p:cNvSpPr/>
          <p:nvPr/>
        </p:nvSpPr>
        <p:spPr>
          <a:xfrm>
            <a:off x="8067252" y="3112376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8" name="r2_o10816"/>
          <p:cNvSpPr/>
          <p:nvPr/>
        </p:nvSpPr>
        <p:spPr>
          <a:xfrm flipV="1">
            <a:off x="7896071" y="3198780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19" name="r2_o10817"/>
          <p:cNvSpPr/>
          <p:nvPr/>
        </p:nvSpPr>
        <p:spPr>
          <a:xfrm>
            <a:off x="8573832" y="3008840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0" name="r2_o10818"/>
          <p:cNvSpPr/>
          <p:nvPr/>
        </p:nvSpPr>
        <p:spPr>
          <a:xfrm flipH="1" flipV="1">
            <a:off x="8281229" y="2968369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1" name="r2_o10819"/>
          <p:cNvSpPr/>
          <p:nvPr/>
        </p:nvSpPr>
        <p:spPr>
          <a:xfrm flipH="1" flipV="1">
            <a:off x="8152843" y="3054773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2" name="r2_o10820"/>
          <p:cNvSpPr/>
          <p:nvPr/>
        </p:nvSpPr>
        <p:spPr>
          <a:xfrm>
            <a:off x="8064929" y="3193068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3" name="r2_o10821"/>
          <p:cNvSpPr/>
          <p:nvPr/>
        </p:nvSpPr>
        <p:spPr>
          <a:xfrm>
            <a:off x="8190991" y="3187355"/>
            <a:ext cx="83274" cy="23094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4" name="r2_o10822"/>
          <p:cNvSpPr/>
          <p:nvPr/>
        </p:nvSpPr>
        <p:spPr>
          <a:xfrm>
            <a:off x="8188675" y="3268052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5" name="r2_o10823"/>
          <p:cNvSpPr/>
          <p:nvPr/>
        </p:nvSpPr>
        <p:spPr>
          <a:xfrm flipH="1" flipV="1">
            <a:off x="8022134" y="3221869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6" name="r2_o10824"/>
          <p:cNvSpPr/>
          <p:nvPr/>
        </p:nvSpPr>
        <p:spPr>
          <a:xfrm flipV="1">
            <a:off x="8150519" y="3106664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7" name="r2_o10825"/>
          <p:cNvSpPr/>
          <p:nvPr/>
        </p:nvSpPr>
        <p:spPr>
          <a:xfrm flipV="1">
            <a:off x="8281229" y="2939568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8" name="r2_o10826"/>
          <p:cNvSpPr/>
          <p:nvPr/>
        </p:nvSpPr>
        <p:spPr>
          <a:xfrm flipH="1" flipV="1">
            <a:off x="8145879" y="3296853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29" name="r2_o10827"/>
          <p:cNvSpPr/>
          <p:nvPr/>
        </p:nvSpPr>
        <p:spPr>
          <a:xfrm flipV="1">
            <a:off x="8019810" y="3273759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0" name="r2_o10828"/>
          <p:cNvSpPr/>
          <p:nvPr/>
        </p:nvSpPr>
        <p:spPr>
          <a:xfrm flipH="1" flipV="1">
            <a:off x="8271942" y="3291141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1" name="r2_o10829"/>
          <p:cNvSpPr/>
          <p:nvPr/>
        </p:nvSpPr>
        <p:spPr>
          <a:xfrm>
            <a:off x="7936543" y="3279471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2" name="r2_o10830"/>
          <p:cNvSpPr/>
          <p:nvPr/>
        </p:nvSpPr>
        <p:spPr>
          <a:xfrm flipH="1" flipV="1">
            <a:off x="8019810" y="3302561"/>
            <a:ext cx="40479" cy="5189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3" name="r2_o10831"/>
          <p:cNvSpPr/>
          <p:nvPr/>
        </p:nvSpPr>
        <p:spPr>
          <a:xfrm flipV="1">
            <a:off x="8143556" y="3348744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4" name="r2_o10832"/>
          <p:cNvSpPr/>
          <p:nvPr/>
        </p:nvSpPr>
        <p:spPr>
          <a:xfrm flipV="1">
            <a:off x="8398004" y="3256628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5" name="r2_o10833"/>
          <p:cNvSpPr/>
          <p:nvPr/>
        </p:nvSpPr>
        <p:spPr>
          <a:xfrm flipH="1" flipV="1">
            <a:off x="8528713" y="3118333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6" name="r2_o10834"/>
          <p:cNvSpPr/>
          <p:nvPr/>
        </p:nvSpPr>
        <p:spPr>
          <a:xfrm flipH="1" flipV="1">
            <a:off x="8148196" y="3216157"/>
            <a:ext cx="40479" cy="5189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7" name="r2_o10835"/>
          <p:cNvSpPr/>
          <p:nvPr/>
        </p:nvSpPr>
        <p:spPr>
          <a:xfrm flipV="1">
            <a:off x="8152843" y="3025972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8" name="r2_o10836"/>
          <p:cNvSpPr/>
          <p:nvPr/>
        </p:nvSpPr>
        <p:spPr>
          <a:xfrm flipH="1" flipV="1">
            <a:off x="8404967" y="3043349"/>
            <a:ext cx="40479" cy="51895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39" name="r2_o10837"/>
          <p:cNvSpPr/>
          <p:nvPr/>
        </p:nvSpPr>
        <p:spPr>
          <a:xfrm flipH="1" flipV="1">
            <a:off x="8402651" y="3124045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0" name="r2_o10838"/>
          <p:cNvSpPr/>
          <p:nvPr/>
        </p:nvSpPr>
        <p:spPr>
          <a:xfrm flipV="1">
            <a:off x="8654776" y="3083820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1" name="r2_o10839"/>
          <p:cNvSpPr/>
          <p:nvPr/>
        </p:nvSpPr>
        <p:spPr>
          <a:xfrm flipH="1" flipV="1">
            <a:off x="8407291" y="2962657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2" name="r2_o10840"/>
          <p:cNvSpPr/>
          <p:nvPr/>
        </p:nvSpPr>
        <p:spPr>
          <a:xfrm flipV="1">
            <a:off x="8145879" y="3268052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3" name="r2_o10841"/>
          <p:cNvSpPr/>
          <p:nvPr/>
        </p:nvSpPr>
        <p:spPr>
          <a:xfrm flipV="1">
            <a:off x="8274265" y="3181648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4" name="r2_o10842"/>
          <p:cNvSpPr/>
          <p:nvPr/>
        </p:nvSpPr>
        <p:spPr>
          <a:xfrm>
            <a:off x="8186351" y="3348744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5" name="r2_o10843"/>
          <p:cNvSpPr/>
          <p:nvPr/>
        </p:nvSpPr>
        <p:spPr>
          <a:xfrm flipH="1" flipV="1">
            <a:off x="8278905" y="3049061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6" name="r2_o10844"/>
          <p:cNvSpPr/>
          <p:nvPr/>
        </p:nvSpPr>
        <p:spPr>
          <a:xfrm flipV="1">
            <a:off x="8271942" y="3262340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7" name="r2_o10845"/>
          <p:cNvSpPr/>
          <p:nvPr/>
        </p:nvSpPr>
        <p:spPr>
          <a:xfrm flipV="1">
            <a:off x="8407291" y="2933856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8" name="r2_o10846"/>
          <p:cNvSpPr/>
          <p:nvPr/>
        </p:nvSpPr>
        <p:spPr>
          <a:xfrm>
            <a:off x="8317060" y="3181648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49" name="r2_o10847"/>
          <p:cNvSpPr/>
          <p:nvPr/>
        </p:nvSpPr>
        <p:spPr>
          <a:xfrm flipH="1" flipV="1">
            <a:off x="8657099" y="3031929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0" name="r2_o10848"/>
          <p:cNvSpPr/>
          <p:nvPr/>
        </p:nvSpPr>
        <p:spPr>
          <a:xfrm flipH="1" flipV="1">
            <a:off x="8024457" y="3141177"/>
            <a:ext cx="40472" cy="5189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1" name="r2_o10849"/>
          <p:cNvSpPr/>
          <p:nvPr/>
        </p:nvSpPr>
        <p:spPr>
          <a:xfrm flipV="1">
            <a:off x="8404967" y="3014548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2" name="r2_o10850"/>
          <p:cNvSpPr/>
          <p:nvPr/>
        </p:nvSpPr>
        <p:spPr>
          <a:xfrm flipV="1">
            <a:off x="8526390" y="3170224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3" name="r2_o10851"/>
          <p:cNvSpPr/>
          <p:nvPr/>
        </p:nvSpPr>
        <p:spPr>
          <a:xfrm>
            <a:off x="7938866" y="3198780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4" name="r2_o10852"/>
          <p:cNvSpPr/>
          <p:nvPr/>
        </p:nvSpPr>
        <p:spPr>
          <a:xfrm>
            <a:off x="8450086" y="2933856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5" name="r2_o10853"/>
          <p:cNvSpPr/>
          <p:nvPr/>
        </p:nvSpPr>
        <p:spPr>
          <a:xfrm>
            <a:off x="8443123" y="3175936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6" name="r2_o10854"/>
          <p:cNvSpPr/>
          <p:nvPr/>
        </p:nvSpPr>
        <p:spPr>
          <a:xfrm flipV="1">
            <a:off x="8400328" y="3175936"/>
            <a:ext cx="42795" cy="28801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7" name="r2_o10855"/>
          <p:cNvSpPr/>
          <p:nvPr/>
        </p:nvSpPr>
        <p:spPr>
          <a:xfrm>
            <a:off x="8195638" y="3025972"/>
            <a:ext cx="83267" cy="23089"/>
          </a:xfrm>
          <a:prstGeom prst="line">
            <a:avLst/>
          </a:prstGeom>
          <a:noFill/>
          <a:ln w="17780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0858" name="r2_o10856"/>
          <p:cNvSpPr/>
          <p:nvPr/>
        </p:nvSpPr>
        <p:spPr>
          <a:xfrm>
            <a:off x="8435510" y="291928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59" name="r2_o10857"/>
          <p:cNvSpPr/>
          <p:nvPr/>
        </p:nvSpPr>
        <p:spPr>
          <a:xfrm>
            <a:off x="8439591" y="292292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0" name="r2_o10858"/>
          <p:cNvSpPr/>
          <p:nvPr/>
        </p:nvSpPr>
        <p:spPr>
          <a:xfrm>
            <a:off x="8439591" y="292292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1" name="r2_o10859"/>
          <p:cNvSpPr/>
          <p:nvPr/>
        </p:nvSpPr>
        <p:spPr>
          <a:xfrm>
            <a:off x="8453876" y="293618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2" name="r2_o10860"/>
          <p:cNvSpPr/>
          <p:nvPr/>
        </p:nvSpPr>
        <p:spPr>
          <a:xfrm>
            <a:off x="8456488" y="293852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3" name="r2_o10861"/>
          <p:cNvSpPr/>
          <p:nvPr/>
        </p:nvSpPr>
        <p:spPr>
          <a:xfrm>
            <a:off x="8456488" y="293852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4" name="r2_o10862"/>
          <p:cNvSpPr/>
          <p:nvPr/>
        </p:nvSpPr>
        <p:spPr>
          <a:xfrm>
            <a:off x="8309448" y="292499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5" name="r2_o10863"/>
          <p:cNvSpPr/>
          <p:nvPr/>
        </p:nvSpPr>
        <p:spPr>
          <a:xfrm>
            <a:off x="8313529" y="292863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6" name="r2_o10864"/>
          <p:cNvSpPr/>
          <p:nvPr/>
        </p:nvSpPr>
        <p:spPr>
          <a:xfrm>
            <a:off x="8313529" y="292863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7" name="r2_o10865"/>
          <p:cNvSpPr/>
          <p:nvPr/>
        </p:nvSpPr>
        <p:spPr>
          <a:xfrm>
            <a:off x="8327814" y="294190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8" name="r2_o10866"/>
          <p:cNvSpPr/>
          <p:nvPr/>
        </p:nvSpPr>
        <p:spPr>
          <a:xfrm>
            <a:off x="8330426" y="294423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69" name="r2_o10867"/>
          <p:cNvSpPr/>
          <p:nvPr/>
        </p:nvSpPr>
        <p:spPr>
          <a:xfrm>
            <a:off x="8330426" y="294423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0" name="r2_o10868"/>
          <p:cNvSpPr/>
          <p:nvPr/>
        </p:nvSpPr>
        <p:spPr>
          <a:xfrm>
            <a:off x="8518777" y="294236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1" name="r2_o10869"/>
          <p:cNvSpPr/>
          <p:nvPr/>
        </p:nvSpPr>
        <p:spPr>
          <a:xfrm>
            <a:off x="8522858" y="294601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2" name="r2_o10870"/>
          <p:cNvSpPr/>
          <p:nvPr/>
        </p:nvSpPr>
        <p:spPr>
          <a:xfrm>
            <a:off x="8522858" y="294601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3" name="r2_o10871"/>
          <p:cNvSpPr/>
          <p:nvPr/>
        </p:nvSpPr>
        <p:spPr>
          <a:xfrm>
            <a:off x="8537143" y="295927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4" name="r2_o10872"/>
          <p:cNvSpPr/>
          <p:nvPr/>
        </p:nvSpPr>
        <p:spPr>
          <a:xfrm>
            <a:off x="8539755" y="296160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5" name="r2_o10873"/>
          <p:cNvSpPr/>
          <p:nvPr/>
        </p:nvSpPr>
        <p:spPr>
          <a:xfrm>
            <a:off x="8539755" y="296160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6" name="r2_o10874"/>
          <p:cNvSpPr/>
          <p:nvPr/>
        </p:nvSpPr>
        <p:spPr>
          <a:xfrm>
            <a:off x="8392715" y="294808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7" name="r2_o10875"/>
          <p:cNvSpPr/>
          <p:nvPr/>
        </p:nvSpPr>
        <p:spPr>
          <a:xfrm>
            <a:off x="8396796" y="295172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8" name="r2_o10876"/>
          <p:cNvSpPr/>
          <p:nvPr/>
        </p:nvSpPr>
        <p:spPr>
          <a:xfrm>
            <a:off x="8396796" y="295172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79" name="r2_o10877"/>
          <p:cNvSpPr/>
          <p:nvPr/>
        </p:nvSpPr>
        <p:spPr>
          <a:xfrm>
            <a:off x="8266653" y="295379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0" name="r2_o10878"/>
          <p:cNvSpPr/>
          <p:nvPr/>
        </p:nvSpPr>
        <p:spPr>
          <a:xfrm>
            <a:off x="8270734" y="295743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1" name="r2_o10879"/>
          <p:cNvSpPr/>
          <p:nvPr/>
        </p:nvSpPr>
        <p:spPr>
          <a:xfrm>
            <a:off x="8270734" y="295743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2" name="r2_o10880"/>
          <p:cNvSpPr/>
          <p:nvPr/>
        </p:nvSpPr>
        <p:spPr>
          <a:xfrm>
            <a:off x="8285018" y="297070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3" name="r2_o10881"/>
          <p:cNvSpPr/>
          <p:nvPr/>
        </p:nvSpPr>
        <p:spPr>
          <a:xfrm>
            <a:off x="8287630" y="297303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4" name="r2_o10882"/>
          <p:cNvSpPr/>
          <p:nvPr/>
        </p:nvSpPr>
        <p:spPr>
          <a:xfrm>
            <a:off x="8287630" y="297303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5" name="r2_o10883"/>
          <p:cNvSpPr/>
          <p:nvPr/>
        </p:nvSpPr>
        <p:spPr>
          <a:xfrm>
            <a:off x="8559256" y="299426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6" name="r2_o10884"/>
          <p:cNvSpPr/>
          <p:nvPr/>
        </p:nvSpPr>
        <p:spPr>
          <a:xfrm>
            <a:off x="8563337" y="299790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7" name="r2_o10885"/>
          <p:cNvSpPr/>
          <p:nvPr/>
        </p:nvSpPr>
        <p:spPr>
          <a:xfrm>
            <a:off x="8563337" y="299790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8" name="r2_o10886"/>
          <p:cNvSpPr/>
          <p:nvPr/>
        </p:nvSpPr>
        <p:spPr>
          <a:xfrm>
            <a:off x="8433187" y="299997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89" name="r2_o10887"/>
          <p:cNvSpPr/>
          <p:nvPr/>
        </p:nvSpPr>
        <p:spPr>
          <a:xfrm>
            <a:off x="8437268" y="300361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0" name="r2_o10888"/>
          <p:cNvSpPr/>
          <p:nvPr/>
        </p:nvSpPr>
        <p:spPr>
          <a:xfrm>
            <a:off x="8437268" y="300361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1" name="r2_o10889"/>
          <p:cNvSpPr/>
          <p:nvPr/>
        </p:nvSpPr>
        <p:spPr>
          <a:xfrm>
            <a:off x="8307124" y="300568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2" name="r2_o10890"/>
          <p:cNvSpPr/>
          <p:nvPr/>
        </p:nvSpPr>
        <p:spPr>
          <a:xfrm>
            <a:off x="8311206" y="300932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3" name="r2_o10891"/>
          <p:cNvSpPr/>
          <p:nvPr/>
        </p:nvSpPr>
        <p:spPr>
          <a:xfrm>
            <a:off x="8311206" y="300932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4" name="r2_o10892"/>
          <p:cNvSpPr/>
          <p:nvPr/>
        </p:nvSpPr>
        <p:spPr>
          <a:xfrm>
            <a:off x="8181062" y="301139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5" name="r2_o10893"/>
          <p:cNvSpPr/>
          <p:nvPr/>
        </p:nvSpPr>
        <p:spPr>
          <a:xfrm>
            <a:off x="8185143" y="301504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6" name="r2_o10894"/>
          <p:cNvSpPr/>
          <p:nvPr/>
        </p:nvSpPr>
        <p:spPr>
          <a:xfrm>
            <a:off x="8185143" y="301504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7" name="r2_o10895"/>
          <p:cNvSpPr/>
          <p:nvPr/>
        </p:nvSpPr>
        <p:spPr>
          <a:xfrm>
            <a:off x="8199428" y="302830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8" name="r2_o10896"/>
          <p:cNvSpPr/>
          <p:nvPr/>
        </p:nvSpPr>
        <p:spPr>
          <a:xfrm>
            <a:off x="8202040" y="303063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99" name="r2_o10897"/>
          <p:cNvSpPr/>
          <p:nvPr/>
        </p:nvSpPr>
        <p:spPr>
          <a:xfrm>
            <a:off x="8202040" y="303063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0" name="r2_o10898"/>
          <p:cNvSpPr/>
          <p:nvPr/>
        </p:nvSpPr>
        <p:spPr>
          <a:xfrm>
            <a:off x="8642523" y="301735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1" name="r2_o10899"/>
          <p:cNvSpPr/>
          <p:nvPr/>
        </p:nvSpPr>
        <p:spPr>
          <a:xfrm>
            <a:off x="8646604" y="302099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2" name="r2_o10900"/>
          <p:cNvSpPr/>
          <p:nvPr/>
        </p:nvSpPr>
        <p:spPr>
          <a:xfrm>
            <a:off x="8646604" y="302099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3" name="r2_o10901"/>
          <p:cNvSpPr/>
          <p:nvPr/>
        </p:nvSpPr>
        <p:spPr>
          <a:xfrm>
            <a:off x="8660889" y="303426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4" name="r2_o10902"/>
          <p:cNvSpPr/>
          <p:nvPr/>
        </p:nvSpPr>
        <p:spPr>
          <a:xfrm>
            <a:off x="8663501" y="303659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5" name="r2_o10903"/>
          <p:cNvSpPr/>
          <p:nvPr/>
        </p:nvSpPr>
        <p:spPr>
          <a:xfrm>
            <a:off x="8663501" y="303659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6" name="r2_o10904"/>
          <p:cNvSpPr/>
          <p:nvPr/>
        </p:nvSpPr>
        <p:spPr>
          <a:xfrm>
            <a:off x="8516461" y="302306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7" name="r2_o10905"/>
          <p:cNvSpPr/>
          <p:nvPr/>
        </p:nvSpPr>
        <p:spPr>
          <a:xfrm>
            <a:off x="8520542" y="302670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8" name="r2_o10906"/>
          <p:cNvSpPr/>
          <p:nvPr/>
        </p:nvSpPr>
        <p:spPr>
          <a:xfrm>
            <a:off x="8520542" y="302670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09" name="r2_o10907"/>
          <p:cNvSpPr/>
          <p:nvPr/>
        </p:nvSpPr>
        <p:spPr>
          <a:xfrm>
            <a:off x="8390391" y="302877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0" name="r2_o10908"/>
          <p:cNvSpPr/>
          <p:nvPr/>
        </p:nvSpPr>
        <p:spPr>
          <a:xfrm>
            <a:off x="8394473" y="303241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1" name="r2_o10909"/>
          <p:cNvSpPr/>
          <p:nvPr/>
        </p:nvSpPr>
        <p:spPr>
          <a:xfrm>
            <a:off x="8394473" y="303241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2" name="r2_o10910"/>
          <p:cNvSpPr/>
          <p:nvPr/>
        </p:nvSpPr>
        <p:spPr>
          <a:xfrm>
            <a:off x="8264329" y="303448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3" name="r2_o10911"/>
          <p:cNvSpPr/>
          <p:nvPr/>
        </p:nvSpPr>
        <p:spPr>
          <a:xfrm>
            <a:off x="8268410" y="303812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4" name="r2_o10912"/>
          <p:cNvSpPr/>
          <p:nvPr/>
        </p:nvSpPr>
        <p:spPr>
          <a:xfrm>
            <a:off x="8268410" y="303812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5" name="r2_o10913"/>
          <p:cNvSpPr/>
          <p:nvPr/>
        </p:nvSpPr>
        <p:spPr>
          <a:xfrm>
            <a:off x="8138267" y="304019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6" name="r2_o10914"/>
          <p:cNvSpPr/>
          <p:nvPr/>
        </p:nvSpPr>
        <p:spPr>
          <a:xfrm>
            <a:off x="8142348" y="304384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7" name="r2_o10915"/>
          <p:cNvSpPr/>
          <p:nvPr/>
        </p:nvSpPr>
        <p:spPr>
          <a:xfrm>
            <a:off x="8142348" y="304384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8" name="r2_o10916"/>
          <p:cNvSpPr/>
          <p:nvPr/>
        </p:nvSpPr>
        <p:spPr>
          <a:xfrm>
            <a:off x="8156633" y="305710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19" name="r2_o10917"/>
          <p:cNvSpPr/>
          <p:nvPr/>
        </p:nvSpPr>
        <p:spPr>
          <a:xfrm>
            <a:off x="8159245" y="305943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0" name="r2_o10918"/>
          <p:cNvSpPr/>
          <p:nvPr/>
        </p:nvSpPr>
        <p:spPr>
          <a:xfrm>
            <a:off x="8159245" y="305943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1" name="r2_o10919"/>
          <p:cNvSpPr/>
          <p:nvPr/>
        </p:nvSpPr>
        <p:spPr>
          <a:xfrm>
            <a:off x="8682995" y="306924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2" name="r2_o10920"/>
          <p:cNvSpPr/>
          <p:nvPr/>
        </p:nvSpPr>
        <p:spPr>
          <a:xfrm>
            <a:off x="8687076" y="307288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3" name="r2_o10921"/>
          <p:cNvSpPr/>
          <p:nvPr/>
        </p:nvSpPr>
        <p:spPr>
          <a:xfrm>
            <a:off x="8687076" y="307288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4" name="r2_o10922"/>
          <p:cNvSpPr/>
          <p:nvPr/>
        </p:nvSpPr>
        <p:spPr>
          <a:xfrm>
            <a:off x="8701361" y="308615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5" name="r2_o10923"/>
          <p:cNvSpPr/>
          <p:nvPr/>
        </p:nvSpPr>
        <p:spPr>
          <a:xfrm>
            <a:off x="8703973" y="308848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6" name="r2_o10924"/>
          <p:cNvSpPr/>
          <p:nvPr/>
        </p:nvSpPr>
        <p:spPr>
          <a:xfrm>
            <a:off x="8703973" y="308848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7" name="r2_o10925"/>
          <p:cNvSpPr/>
          <p:nvPr/>
        </p:nvSpPr>
        <p:spPr>
          <a:xfrm>
            <a:off x="8556933" y="307495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8" name="r2_o10926"/>
          <p:cNvSpPr/>
          <p:nvPr/>
        </p:nvSpPr>
        <p:spPr>
          <a:xfrm>
            <a:off x="8561014" y="307860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29" name="r2_o10927"/>
          <p:cNvSpPr/>
          <p:nvPr/>
        </p:nvSpPr>
        <p:spPr>
          <a:xfrm>
            <a:off x="8561014" y="307860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0" name="r2_o10928"/>
          <p:cNvSpPr/>
          <p:nvPr/>
        </p:nvSpPr>
        <p:spPr>
          <a:xfrm>
            <a:off x="8430870" y="308066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1" name="r2_o10929"/>
          <p:cNvSpPr/>
          <p:nvPr/>
        </p:nvSpPr>
        <p:spPr>
          <a:xfrm>
            <a:off x="8434952" y="308431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2" name="r2_o10930"/>
          <p:cNvSpPr/>
          <p:nvPr/>
        </p:nvSpPr>
        <p:spPr>
          <a:xfrm>
            <a:off x="8434952" y="308431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3" name="r2_o10931"/>
          <p:cNvSpPr/>
          <p:nvPr/>
        </p:nvSpPr>
        <p:spPr>
          <a:xfrm>
            <a:off x="8304801" y="308637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4" name="r2_o10932"/>
          <p:cNvSpPr/>
          <p:nvPr/>
        </p:nvSpPr>
        <p:spPr>
          <a:xfrm>
            <a:off x="8308882" y="309002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5" name="r2_o10933"/>
          <p:cNvSpPr/>
          <p:nvPr/>
        </p:nvSpPr>
        <p:spPr>
          <a:xfrm>
            <a:off x="8308882" y="309002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6" name="r2_o10934"/>
          <p:cNvSpPr/>
          <p:nvPr/>
        </p:nvSpPr>
        <p:spPr>
          <a:xfrm>
            <a:off x="8178739" y="309208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7" name="r2_o10935"/>
          <p:cNvSpPr/>
          <p:nvPr/>
        </p:nvSpPr>
        <p:spPr>
          <a:xfrm>
            <a:off x="8182820" y="309573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8" name="r2_o10936"/>
          <p:cNvSpPr/>
          <p:nvPr/>
        </p:nvSpPr>
        <p:spPr>
          <a:xfrm>
            <a:off x="8182820" y="309573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39" name="r2_o10937"/>
          <p:cNvSpPr/>
          <p:nvPr/>
        </p:nvSpPr>
        <p:spPr>
          <a:xfrm>
            <a:off x="8052676" y="309780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0" name="r2_o10938"/>
          <p:cNvSpPr/>
          <p:nvPr/>
        </p:nvSpPr>
        <p:spPr>
          <a:xfrm>
            <a:off x="8056758" y="310144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1" name="r2_o10939"/>
          <p:cNvSpPr/>
          <p:nvPr/>
        </p:nvSpPr>
        <p:spPr>
          <a:xfrm>
            <a:off x="8056758" y="310144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2" name="r2_o10940"/>
          <p:cNvSpPr/>
          <p:nvPr/>
        </p:nvSpPr>
        <p:spPr>
          <a:xfrm>
            <a:off x="8071042" y="311470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3" name="r2_o10941"/>
          <p:cNvSpPr/>
          <p:nvPr/>
        </p:nvSpPr>
        <p:spPr>
          <a:xfrm>
            <a:off x="8073654" y="311704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4" name="r2_o10942"/>
          <p:cNvSpPr/>
          <p:nvPr/>
        </p:nvSpPr>
        <p:spPr>
          <a:xfrm>
            <a:off x="8073654" y="311704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5" name="r2_o10943"/>
          <p:cNvSpPr/>
          <p:nvPr/>
        </p:nvSpPr>
        <p:spPr>
          <a:xfrm>
            <a:off x="8640200" y="309804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6" name="r2_o10944"/>
          <p:cNvSpPr/>
          <p:nvPr/>
        </p:nvSpPr>
        <p:spPr>
          <a:xfrm>
            <a:off x="8644281" y="310168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7" name="r2_o10945"/>
          <p:cNvSpPr/>
          <p:nvPr/>
        </p:nvSpPr>
        <p:spPr>
          <a:xfrm>
            <a:off x="8644281" y="310168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8" name="r2_o10946"/>
          <p:cNvSpPr/>
          <p:nvPr/>
        </p:nvSpPr>
        <p:spPr>
          <a:xfrm>
            <a:off x="8658565" y="311495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49" name="r2_o10947"/>
          <p:cNvSpPr/>
          <p:nvPr/>
        </p:nvSpPr>
        <p:spPr>
          <a:xfrm>
            <a:off x="8661177" y="311728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0" name="r2_o10948"/>
          <p:cNvSpPr/>
          <p:nvPr/>
        </p:nvSpPr>
        <p:spPr>
          <a:xfrm>
            <a:off x="8661177" y="311728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1" name="r2_o10949"/>
          <p:cNvSpPr/>
          <p:nvPr/>
        </p:nvSpPr>
        <p:spPr>
          <a:xfrm>
            <a:off x="8514137" y="310375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2" name="r2_o10950"/>
          <p:cNvSpPr/>
          <p:nvPr/>
        </p:nvSpPr>
        <p:spPr>
          <a:xfrm>
            <a:off x="8518219" y="310740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3" name="r2_o10951"/>
          <p:cNvSpPr/>
          <p:nvPr/>
        </p:nvSpPr>
        <p:spPr>
          <a:xfrm>
            <a:off x="8518219" y="310740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4" name="r2_o10952"/>
          <p:cNvSpPr/>
          <p:nvPr/>
        </p:nvSpPr>
        <p:spPr>
          <a:xfrm>
            <a:off x="8388075" y="310946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5" name="r2_o10953"/>
          <p:cNvSpPr/>
          <p:nvPr/>
        </p:nvSpPr>
        <p:spPr>
          <a:xfrm>
            <a:off x="8392156" y="311311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6" name="r2_o10954"/>
          <p:cNvSpPr/>
          <p:nvPr/>
        </p:nvSpPr>
        <p:spPr>
          <a:xfrm>
            <a:off x="8392156" y="311311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7" name="r2_o10955"/>
          <p:cNvSpPr/>
          <p:nvPr/>
        </p:nvSpPr>
        <p:spPr>
          <a:xfrm>
            <a:off x="8262006" y="311517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8" name="r2_o10956"/>
          <p:cNvSpPr/>
          <p:nvPr/>
        </p:nvSpPr>
        <p:spPr>
          <a:xfrm>
            <a:off x="8266087" y="311882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59" name="r2_o10957"/>
          <p:cNvSpPr/>
          <p:nvPr/>
        </p:nvSpPr>
        <p:spPr>
          <a:xfrm>
            <a:off x="8266087" y="311882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0" name="r2_o10958"/>
          <p:cNvSpPr/>
          <p:nvPr/>
        </p:nvSpPr>
        <p:spPr>
          <a:xfrm>
            <a:off x="8135943" y="312088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1" name="r2_o10959"/>
          <p:cNvSpPr/>
          <p:nvPr/>
        </p:nvSpPr>
        <p:spPr>
          <a:xfrm>
            <a:off x="8140025" y="312453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2" name="r2_o10960"/>
          <p:cNvSpPr/>
          <p:nvPr/>
        </p:nvSpPr>
        <p:spPr>
          <a:xfrm>
            <a:off x="8140025" y="312453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3" name="r2_o10961"/>
          <p:cNvSpPr/>
          <p:nvPr/>
        </p:nvSpPr>
        <p:spPr>
          <a:xfrm>
            <a:off x="8009881" y="312660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4" name="r2_o10962"/>
          <p:cNvSpPr/>
          <p:nvPr/>
        </p:nvSpPr>
        <p:spPr>
          <a:xfrm>
            <a:off x="8013962" y="313024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5" name="r2_o10963"/>
          <p:cNvSpPr/>
          <p:nvPr/>
        </p:nvSpPr>
        <p:spPr>
          <a:xfrm>
            <a:off x="8013962" y="313024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6" name="r2_o10964"/>
          <p:cNvSpPr/>
          <p:nvPr/>
        </p:nvSpPr>
        <p:spPr>
          <a:xfrm>
            <a:off x="8028247" y="3143509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7" name="r2_o10965"/>
          <p:cNvSpPr/>
          <p:nvPr/>
        </p:nvSpPr>
        <p:spPr>
          <a:xfrm>
            <a:off x="8030859" y="3145841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8" name="r2_o10966"/>
          <p:cNvSpPr/>
          <p:nvPr/>
        </p:nvSpPr>
        <p:spPr>
          <a:xfrm>
            <a:off x="8030859" y="3145841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69" name="r2_o10967"/>
          <p:cNvSpPr/>
          <p:nvPr/>
        </p:nvSpPr>
        <p:spPr>
          <a:xfrm>
            <a:off x="8554609" y="315564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0" name="r2_o10968"/>
          <p:cNvSpPr/>
          <p:nvPr/>
        </p:nvSpPr>
        <p:spPr>
          <a:xfrm>
            <a:off x="8558690" y="315929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1" name="r2_o10969"/>
          <p:cNvSpPr/>
          <p:nvPr/>
        </p:nvSpPr>
        <p:spPr>
          <a:xfrm>
            <a:off x="8558690" y="315929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2" name="r2_o10970"/>
          <p:cNvSpPr/>
          <p:nvPr/>
        </p:nvSpPr>
        <p:spPr>
          <a:xfrm>
            <a:off x="8572975" y="3172556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3" name="r2_o10971"/>
          <p:cNvSpPr/>
          <p:nvPr/>
        </p:nvSpPr>
        <p:spPr>
          <a:xfrm>
            <a:off x="8575587" y="3174888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4" name="r2_o10972"/>
          <p:cNvSpPr/>
          <p:nvPr/>
        </p:nvSpPr>
        <p:spPr>
          <a:xfrm>
            <a:off x="8575587" y="3174888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5" name="r2_o10973"/>
          <p:cNvSpPr/>
          <p:nvPr/>
        </p:nvSpPr>
        <p:spPr>
          <a:xfrm>
            <a:off x="8428547" y="316136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6" name="r2_o10974"/>
          <p:cNvSpPr/>
          <p:nvPr/>
        </p:nvSpPr>
        <p:spPr>
          <a:xfrm>
            <a:off x="8432628" y="316500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7" name="r2_o10975"/>
          <p:cNvSpPr/>
          <p:nvPr/>
        </p:nvSpPr>
        <p:spPr>
          <a:xfrm>
            <a:off x="8432628" y="316500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8" name="r2_o10976"/>
          <p:cNvSpPr/>
          <p:nvPr/>
        </p:nvSpPr>
        <p:spPr>
          <a:xfrm>
            <a:off x="8302485" y="316707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79" name="r2_o10977"/>
          <p:cNvSpPr/>
          <p:nvPr/>
        </p:nvSpPr>
        <p:spPr>
          <a:xfrm>
            <a:off x="8306566" y="317071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0" name="r2_o10978"/>
          <p:cNvSpPr/>
          <p:nvPr/>
        </p:nvSpPr>
        <p:spPr>
          <a:xfrm>
            <a:off x="8306566" y="317071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1" name="r2_o10979"/>
          <p:cNvSpPr/>
          <p:nvPr/>
        </p:nvSpPr>
        <p:spPr>
          <a:xfrm>
            <a:off x="8176415" y="317277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2" name="r2_o10980"/>
          <p:cNvSpPr/>
          <p:nvPr/>
        </p:nvSpPr>
        <p:spPr>
          <a:xfrm>
            <a:off x="8180496" y="317642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3" name="r2_o10981"/>
          <p:cNvSpPr/>
          <p:nvPr/>
        </p:nvSpPr>
        <p:spPr>
          <a:xfrm>
            <a:off x="8180496" y="317642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4" name="r2_o10982"/>
          <p:cNvSpPr/>
          <p:nvPr/>
        </p:nvSpPr>
        <p:spPr>
          <a:xfrm>
            <a:off x="8050353" y="317849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5" name="r2_o10983"/>
          <p:cNvSpPr/>
          <p:nvPr/>
        </p:nvSpPr>
        <p:spPr>
          <a:xfrm>
            <a:off x="8054434" y="318213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6" name="r2_o10984"/>
          <p:cNvSpPr/>
          <p:nvPr/>
        </p:nvSpPr>
        <p:spPr>
          <a:xfrm>
            <a:off x="8054434" y="318213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7" name="r2_o10985"/>
          <p:cNvSpPr/>
          <p:nvPr/>
        </p:nvSpPr>
        <p:spPr>
          <a:xfrm>
            <a:off x="7924291" y="318420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8" name="r2_o10986"/>
          <p:cNvSpPr/>
          <p:nvPr/>
        </p:nvSpPr>
        <p:spPr>
          <a:xfrm>
            <a:off x="7928372" y="318784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89" name="r2_o10987"/>
          <p:cNvSpPr/>
          <p:nvPr/>
        </p:nvSpPr>
        <p:spPr>
          <a:xfrm>
            <a:off x="7928372" y="318784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0" name="r2_o10988"/>
          <p:cNvSpPr/>
          <p:nvPr/>
        </p:nvSpPr>
        <p:spPr>
          <a:xfrm>
            <a:off x="7942656" y="3201112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1" name="r2_o10989"/>
          <p:cNvSpPr/>
          <p:nvPr/>
        </p:nvSpPr>
        <p:spPr>
          <a:xfrm>
            <a:off x="7945268" y="3203444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2" name="r2_o10990"/>
          <p:cNvSpPr/>
          <p:nvPr/>
        </p:nvSpPr>
        <p:spPr>
          <a:xfrm>
            <a:off x="7945268" y="3203444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3" name="r2_o10991"/>
          <p:cNvSpPr/>
          <p:nvPr/>
        </p:nvSpPr>
        <p:spPr>
          <a:xfrm>
            <a:off x="8511814" y="318444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4" name="r2_o10992"/>
          <p:cNvSpPr/>
          <p:nvPr/>
        </p:nvSpPr>
        <p:spPr>
          <a:xfrm>
            <a:off x="8515895" y="318809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5" name="r2_o10993"/>
          <p:cNvSpPr/>
          <p:nvPr/>
        </p:nvSpPr>
        <p:spPr>
          <a:xfrm>
            <a:off x="8515895" y="318809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6" name="r2_o10994"/>
          <p:cNvSpPr/>
          <p:nvPr/>
        </p:nvSpPr>
        <p:spPr>
          <a:xfrm>
            <a:off x="8530180" y="320135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7" name="r2_o10995"/>
          <p:cNvSpPr/>
          <p:nvPr/>
        </p:nvSpPr>
        <p:spPr>
          <a:xfrm>
            <a:off x="8532792" y="320368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8" name="r2_o10996"/>
          <p:cNvSpPr/>
          <p:nvPr/>
        </p:nvSpPr>
        <p:spPr>
          <a:xfrm>
            <a:off x="8532792" y="320368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99" name="r2_o10997"/>
          <p:cNvSpPr/>
          <p:nvPr/>
        </p:nvSpPr>
        <p:spPr>
          <a:xfrm>
            <a:off x="8385752" y="319016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0" name="r2_o10998"/>
          <p:cNvSpPr/>
          <p:nvPr/>
        </p:nvSpPr>
        <p:spPr>
          <a:xfrm>
            <a:off x="8389833" y="319380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1" name="r2_o10999"/>
          <p:cNvSpPr/>
          <p:nvPr/>
        </p:nvSpPr>
        <p:spPr>
          <a:xfrm>
            <a:off x="8389833" y="319380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2" name="r2_o11000"/>
          <p:cNvSpPr/>
          <p:nvPr/>
        </p:nvSpPr>
        <p:spPr>
          <a:xfrm>
            <a:off x="8259689" y="319587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3" name="r2_o11001"/>
          <p:cNvSpPr/>
          <p:nvPr/>
        </p:nvSpPr>
        <p:spPr>
          <a:xfrm>
            <a:off x="8263771" y="319951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4" name="r2_o11002"/>
          <p:cNvSpPr/>
          <p:nvPr/>
        </p:nvSpPr>
        <p:spPr>
          <a:xfrm>
            <a:off x="8263771" y="319951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5" name="r2_o11003"/>
          <p:cNvSpPr/>
          <p:nvPr/>
        </p:nvSpPr>
        <p:spPr>
          <a:xfrm>
            <a:off x="8133620" y="3201581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6" name="r2_o11004"/>
          <p:cNvSpPr/>
          <p:nvPr/>
        </p:nvSpPr>
        <p:spPr>
          <a:xfrm>
            <a:off x="8137701" y="3205225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7" name="r2_o11005"/>
          <p:cNvSpPr/>
          <p:nvPr/>
        </p:nvSpPr>
        <p:spPr>
          <a:xfrm>
            <a:off x="8137701" y="3205225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8" name="r2_o11006"/>
          <p:cNvSpPr/>
          <p:nvPr/>
        </p:nvSpPr>
        <p:spPr>
          <a:xfrm>
            <a:off x="8007558" y="320729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09" name="r2_o11007"/>
          <p:cNvSpPr/>
          <p:nvPr/>
        </p:nvSpPr>
        <p:spPr>
          <a:xfrm>
            <a:off x="8011639" y="321093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0" name="r2_o11008"/>
          <p:cNvSpPr/>
          <p:nvPr/>
        </p:nvSpPr>
        <p:spPr>
          <a:xfrm>
            <a:off x="8011639" y="321093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1" name="r2_o11009"/>
          <p:cNvSpPr/>
          <p:nvPr/>
        </p:nvSpPr>
        <p:spPr>
          <a:xfrm>
            <a:off x="7881495" y="321300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2" name="r2_o11010"/>
          <p:cNvSpPr/>
          <p:nvPr/>
        </p:nvSpPr>
        <p:spPr>
          <a:xfrm>
            <a:off x="7885577" y="321664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3" name="r2_o11011"/>
          <p:cNvSpPr/>
          <p:nvPr/>
        </p:nvSpPr>
        <p:spPr>
          <a:xfrm>
            <a:off x="7885577" y="321664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4" name="r2_o11012"/>
          <p:cNvSpPr/>
          <p:nvPr/>
        </p:nvSpPr>
        <p:spPr>
          <a:xfrm>
            <a:off x="7899861" y="3229913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5" name="r2_o11013"/>
          <p:cNvSpPr/>
          <p:nvPr/>
        </p:nvSpPr>
        <p:spPr>
          <a:xfrm>
            <a:off x="7902473" y="3232245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6" name="r2_o11014"/>
          <p:cNvSpPr/>
          <p:nvPr/>
        </p:nvSpPr>
        <p:spPr>
          <a:xfrm>
            <a:off x="7902473" y="3232245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7" name="r2_o11015"/>
          <p:cNvSpPr/>
          <p:nvPr/>
        </p:nvSpPr>
        <p:spPr>
          <a:xfrm>
            <a:off x="8426223" y="3242052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8" name="r2_o11016"/>
          <p:cNvSpPr/>
          <p:nvPr/>
        </p:nvSpPr>
        <p:spPr>
          <a:xfrm>
            <a:off x="8430305" y="3245696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19" name="r2_o11017"/>
          <p:cNvSpPr/>
          <p:nvPr/>
        </p:nvSpPr>
        <p:spPr>
          <a:xfrm>
            <a:off x="8430305" y="3245696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0" name="r2_o11018"/>
          <p:cNvSpPr/>
          <p:nvPr/>
        </p:nvSpPr>
        <p:spPr>
          <a:xfrm>
            <a:off x="8444589" y="3258960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1" name="r2_o11019"/>
          <p:cNvSpPr/>
          <p:nvPr/>
        </p:nvSpPr>
        <p:spPr>
          <a:xfrm>
            <a:off x="8447201" y="3261292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2" name="r2_o11020"/>
          <p:cNvSpPr/>
          <p:nvPr/>
        </p:nvSpPr>
        <p:spPr>
          <a:xfrm>
            <a:off x="8447201" y="3261292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3" name="r2_o11021"/>
          <p:cNvSpPr/>
          <p:nvPr/>
        </p:nvSpPr>
        <p:spPr>
          <a:xfrm>
            <a:off x="8300161" y="3247764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4" name="r2_o11022"/>
          <p:cNvSpPr/>
          <p:nvPr/>
        </p:nvSpPr>
        <p:spPr>
          <a:xfrm>
            <a:off x="8304242" y="3251408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5" name="r2_o11023"/>
          <p:cNvSpPr/>
          <p:nvPr/>
        </p:nvSpPr>
        <p:spPr>
          <a:xfrm>
            <a:off x="8304242" y="3251408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6" name="r2_o11024"/>
          <p:cNvSpPr/>
          <p:nvPr/>
        </p:nvSpPr>
        <p:spPr>
          <a:xfrm>
            <a:off x="8174099" y="325347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7" name="r2_o11025"/>
          <p:cNvSpPr/>
          <p:nvPr/>
        </p:nvSpPr>
        <p:spPr>
          <a:xfrm>
            <a:off x="8178180" y="325712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8" name="r2_o11026"/>
          <p:cNvSpPr/>
          <p:nvPr/>
        </p:nvSpPr>
        <p:spPr>
          <a:xfrm>
            <a:off x="8178180" y="325712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29" name="r2_o11027"/>
          <p:cNvSpPr/>
          <p:nvPr/>
        </p:nvSpPr>
        <p:spPr>
          <a:xfrm>
            <a:off x="8048029" y="325918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0" name="r2_o11028"/>
          <p:cNvSpPr/>
          <p:nvPr/>
        </p:nvSpPr>
        <p:spPr>
          <a:xfrm>
            <a:off x="8052111" y="326282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1" name="r2_o11029"/>
          <p:cNvSpPr/>
          <p:nvPr/>
        </p:nvSpPr>
        <p:spPr>
          <a:xfrm>
            <a:off x="8052111" y="326282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2" name="r2_o11030"/>
          <p:cNvSpPr/>
          <p:nvPr/>
        </p:nvSpPr>
        <p:spPr>
          <a:xfrm>
            <a:off x="7921967" y="326489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3" name="r2_o11031"/>
          <p:cNvSpPr/>
          <p:nvPr/>
        </p:nvSpPr>
        <p:spPr>
          <a:xfrm>
            <a:off x="7926048" y="326853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4" name="r2_o11032"/>
          <p:cNvSpPr/>
          <p:nvPr/>
        </p:nvSpPr>
        <p:spPr>
          <a:xfrm>
            <a:off x="7926048" y="326853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5" name="r2_o11033"/>
          <p:cNvSpPr/>
          <p:nvPr/>
        </p:nvSpPr>
        <p:spPr>
          <a:xfrm>
            <a:off x="7940333" y="328180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6" name="r2_o11034"/>
          <p:cNvSpPr/>
          <p:nvPr/>
        </p:nvSpPr>
        <p:spPr>
          <a:xfrm>
            <a:off x="7942945" y="328413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7" name="r2_o11035"/>
          <p:cNvSpPr/>
          <p:nvPr/>
        </p:nvSpPr>
        <p:spPr>
          <a:xfrm>
            <a:off x="7942945" y="328413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8" name="r2_o11036"/>
          <p:cNvSpPr/>
          <p:nvPr/>
        </p:nvSpPr>
        <p:spPr>
          <a:xfrm>
            <a:off x="8383428" y="3270853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39" name="r2_o11037"/>
          <p:cNvSpPr/>
          <p:nvPr/>
        </p:nvSpPr>
        <p:spPr>
          <a:xfrm>
            <a:off x="8387509" y="3274497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0" name="r2_o11038"/>
          <p:cNvSpPr/>
          <p:nvPr/>
        </p:nvSpPr>
        <p:spPr>
          <a:xfrm>
            <a:off x="8387509" y="3274497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1" name="r2_o11039"/>
          <p:cNvSpPr/>
          <p:nvPr/>
        </p:nvSpPr>
        <p:spPr>
          <a:xfrm>
            <a:off x="8401794" y="3287761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2" name="r2_o11040"/>
          <p:cNvSpPr/>
          <p:nvPr/>
        </p:nvSpPr>
        <p:spPr>
          <a:xfrm>
            <a:off x="8404406" y="3290093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3" name="r2_o11041"/>
          <p:cNvSpPr/>
          <p:nvPr/>
        </p:nvSpPr>
        <p:spPr>
          <a:xfrm>
            <a:off x="8404406" y="3290093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4" name="r2_o11042"/>
          <p:cNvSpPr/>
          <p:nvPr/>
        </p:nvSpPr>
        <p:spPr>
          <a:xfrm>
            <a:off x="8257366" y="327656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5" name="r2_o11043"/>
          <p:cNvSpPr/>
          <p:nvPr/>
        </p:nvSpPr>
        <p:spPr>
          <a:xfrm>
            <a:off x="8261447" y="328020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6" name="r2_o11044"/>
          <p:cNvSpPr/>
          <p:nvPr/>
        </p:nvSpPr>
        <p:spPr>
          <a:xfrm>
            <a:off x="8261447" y="328020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7" name="r2_o11045"/>
          <p:cNvSpPr/>
          <p:nvPr/>
        </p:nvSpPr>
        <p:spPr>
          <a:xfrm>
            <a:off x="8131303" y="328227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8" name="r2_o11046"/>
          <p:cNvSpPr/>
          <p:nvPr/>
        </p:nvSpPr>
        <p:spPr>
          <a:xfrm>
            <a:off x="8135385" y="328592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49" name="r2_o11047"/>
          <p:cNvSpPr/>
          <p:nvPr/>
        </p:nvSpPr>
        <p:spPr>
          <a:xfrm>
            <a:off x="8135385" y="328592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0" name="r2_o11048"/>
          <p:cNvSpPr/>
          <p:nvPr/>
        </p:nvSpPr>
        <p:spPr>
          <a:xfrm>
            <a:off x="8005234" y="3287985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1" name="r2_o11049"/>
          <p:cNvSpPr/>
          <p:nvPr/>
        </p:nvSpPr>
        <p:spPr>
          <a:xfrm>
            <a:off x="8009315" y="3291629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2" name="r2_o11050"/>
          <p:cNvSpPr/>
          <p:nvPr/>
        </p:nvSpPr>
        <p:spPr>
          <a:xfrm>
            <a:off x="8009315" y="3291629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3" name="r2_o11051"/>
          <p:cNvSpPr/>
          <p:nvPr/>
        </p:nvSpPr>
        <p:spPr>
          <a:xfrm>
            <a:off x="8297837" y="3328456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4" name="r2_o11052"/>
          <p:cNvSpPr/>
          <p:nvPr/>
        </p:nvSpPr>
        <p:spPr>
          <a:xfrm>
            <a:off x="8301919" y="3332100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5" name="r2_o11053"/>
          <p:cNvSpPr/>
          <p:nvPr/>
        </p:nvSpPr>
        <p:spPr>
          <a:xfrm>
            <a:off x="8301919" y="3332100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6" name="r2_o11054"/>
          <p:cNvSpPr/>
          <p:nvPr/>
        </p:nvSpPr>
        <p:spPr>
          <a:xfrm>
            <a:off x="8316203" y="3345364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7" name="r2_o11055"/>
          <p:cNvSpPr/>
          <p:nvPr/>
        </p:nvSpPr>
        <p:spPr>
          <a:xfrm>
            <a:off x="8318815" y="3347696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8" name="r2_o11056"/>
          <p:cNvSpPr/>
          <p:nvPr/>
        </p:nvSpPr>
        <p:spPr>
          <a:xfrm>
            <a:off x="8318815" y="3347696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59" name="r2_o11057"/>
          <p:cNvSpPr/>
          <p:nvPr/>
        </p:nvSpPr>
        <p:spPr>
          <a:xfrm>
            <a:off x="8171775" y="3334168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0" name="r2_o11058"/>
          <p:cNvSpPr/>
          <p:nvPr/>
        </p:nvSpPr>
        <p:spPr>
          <a:xfrm>
            <a:off x="8175856" y="3337812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1" name="r2_o11059"/>
          <p:cNvSpPr/>
          <p:nvPr/>
        </p:nvSpPr>
        <p:spPr>
          <a:xfrm>
            <a:off x="8175856" y="3337812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2" name="r2_o11060"/>
          <p:cNvSpPr/>
          <p:nvPr/>
        </p:nvSpPr>
        <p:spPr>
          <a:xfrm>
            <a:off x="8045713" y="3339880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3" name="r2_o11061"/>
          <p:cNvSpPr/>
          <p:nvPr/>
        </p:nvSpPr>
        <p:spPr>
          <a:xfrm>
            <a:off x="8049794" y="3343524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4" name="r2_o11062"/>
          <p:cNvSpPr/>
          <p:nvPr/>
        </p:nvSpPr>
        <p:spPr>
          <a:xfrm>
            <a:off x="8049794" y="3343524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5" name="r2_o11063"/>
          <p:cNvSpPr/>
          <p:nvPr/>
        </p:nvSpPr>
        <p:spPr>
          <a:xfrm>
            <a:off x="8064079" y="3356788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6" name="r2_o11064"/>
          <p:cNvSpPr/>
          <p:nvPr/>
        </p:nvSpPr>
        <p:spPr>
          <a:xfrm>
            <a:off x="8066691" y="3359120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7" name="r2_o11065"/>
          <p:cNvSpPr/>
          <p:nvPr/>
        </p:nvSpPr>
        <p:spPr>
          <a:xfrm>
            <a:off x="8066691" y="3359120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8" name="r2_o11066"/>
          <p:cNvSpPr/>
          <p:nvPr/>
        </p:nvSpPr>
        <p:spPr>
          <a:xfrm>
            <a:off x="8255042" y="3357257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69" name="r2_o11067"/>
          <p:cNvSpPr/>
          <p:nvPr/>
        </p:nvSpPr>
        <p:spPr>
          <a:xfrm>
            <a:off x="8259124" y="3360901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0" name="r2_o11068"/>
          <p:cNvSpPr/>
          <p:nvPr/>
        </p:nvSpPr>
        <p:spPr>
          <a:xfrm>
            <a:off x="8259124" y="3360901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1" name="r2_o11069"/>
          <p:cNvSpPr/>
          <p:nvPr/>
        </p:nvSpPr>
        <p:spPr>
          <a:xfrm>
            <a:off x="8273408" y="3374165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2" name="r2_o11070"/>
          <p:cNvSpPr/>
          <p:nvPr/>
        </p:nvSpPr>
        <p:spPr>
          <a:xfrm>
            <a:off x="8276020" y="3376497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3" name="r2_o11071"/>
          <p:cNvSpPr/>
          <p:nvPr/>
        </p:nvSpPr>
        <p:spPr>
          <a:xfrm>
            <a:off x="8276020" y="3376497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4" name="r2_o11072"/>
          <p:cNvSpPr/>
          <p:nvPr/>
        </p:nvSpPr>
        <p:spPr>
          <a:xfrm>
            <a:off x="8128980" y="3362969"/>
            <a:ext cx="29152" cy="29152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5" name="r2_o11073"/>
          <p:cNvSpPr/>
          <p:nvPr/>
        </p:nvSpPr>
        <p:spPr>
          <a:xfrm>
            <a:off x="8133061" y="3366613"/>
            <a:ext cx="14168" cy="14168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6" name="r2_o11074"/>
          <p:cNvSpPr/>
          <p:nvPr/>
        </p:nvSpPr>
        <p:spPr>
          <a:xfrm>
            <a:off x="8133061" y="3366613"/>
            <a:ext cx="8855" cy="8855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7" name="r2_o11075"/>
          <p:cNvSpPr/>
          <p:nvPr/>
        </p:nvSpPr>
        <p:spPr>
          <a:xfrm>
            <a:off x="8147346" y="3379877"/>
            <a:ext cx="18657" cy="18657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8" name="r2_o11076"/>
          <p:cNvSpPr/>
          <p:nvPr/>
        </p:nvSpPr>
        <p:spPr>
          <a:xfrm>
            <a:off x="8149958" y="3382209"/>
            <a:ext cx="9067" cy="9067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79" name="r2_o11077"/>
          <p:cNvSpPr/>
          <p:nvPr/>
        </p:nvSpPr>
        <p:spPr>
          <a:xfrm>
            <a:off x="8149958" y="3382209"/>
            <a:ext cx="5667" cy="566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80" name="r2_o11078"/>
          <p:cNvSpPr/>
          <p:nvPr/>
        </p:nvSpPr>
        <p:spPr>
          <a:xfrm>
            <a:off x="6474823" y="3891787"/>
            <a:ext cx="2477917" cy="2477917"/>
          </a:xfrm>
          <a:prstGeom prst="ellipse">
            <a:avLst/>
          </a:prstGeom>
          <a:solidFill>
            <a:srgbClr val="F7FBFE"/>
          </a:solidFill>
          <a:ln w="20320">
            <a:solidFill>
              <a:srgbClr val="AEC9E8"/>
            </a:solidFill>
          </a:ln>
        </p:spPr>
        <p:txBody>
          <a:bodyPr/>
          <a:lstStyle/>
          <a:p/>
        </p:txBody>
      </p:sp>
      <p:sp>
        <p:nvSpPr>
          <p:cNvPr id="11081" name="r2_o11079"/>
          <p:cNvSpPr/>
          <p:nvPr/>
        </p:nvSpPr>
        <p:spPr>
          <a:xfrm>
            <a:off x="7538870" y="3498236"/>
            <a:ext cx="349824" cy="393552"/>
          </a:xfrm>
          <a:prstGeom prst="upArrow">
            <a:avLst/>
          </a:prstGeom>
          <a:solidFill>
            <a:srgbClr val="B9D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82" name="r2_o11080"/>
          <p:cNvSpPr/>
          <p:nvPr/>
        </p:nvSpPr>
        <p:spPr>
          <a:xfrm>
            <a:off x="7057344" y="4622198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3" name="r2_o11081"/>
          <p:cNvSpPr/>
          <p:nvPr/>
        </p:nvSpPr>
        <p:spPr>
          <a:xfrm>
            <a:off x="6767196" y="4598594"/>
            <a:ext cx="59066" cy="74378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4" name="r2_o11082"/>
          <p:cNvSpPr/>
          <p:nvPr/>
        </p:nvSpPr>
        <p:spPr>
          <a:xfrm flipH="1" flipV="1">
            <a:off x="6649071" y="4449856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5" name="r2_o11083"/>
          <p:cNvSpPr/>
          <p:nvPr/>
        </p:nvSpPr>
        <p:spPr>
          <a:xfrm flipH="1" flipV="1">
            <a:off x="6940252" y="4543108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6" name="r2_o11084"/>
          <p:cNvSpPr/>
          <p:nvPr/>
        </p:nvSpPr>
        <p:spPr>
          <a:xfrm>
            <a:off x="6823160" y="4464018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7" name="r2_o11085"/>
          <p:cNvSpPr/>
          <p:nvPr/>
        </p:nvSpPr>
        <p:spPr>
          <a:xfrm>
            <a:off x="7229368" y="4497063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8" name="r2_o11086"/>
          <p:cNvSpPr/>
          <p:nvPr/>
        </p:nvSpPr>
        <p:spPr>
          <a:xfrm flipH="1" flipV="1">
            <a:off x="7348529" y="4715459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89" name="r2_o11087"/>
          <p:cNvSpPr/>
          <p:nvPr/>
        </p:nvSpPr>
        <p:spPr>
          <a:xfrm flipH="1" flipV="1">
            <a:off x="7405522" y="4650523"/>
            <a:ext cx="1036" cy="69657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0" name="r2_o11088"/>
          <p:cNvSpPr/>
          <p:nvPr/>
        </p:nvSpPr>
        <p:spPr>
          <a:xfrm flipH="1" flipV="1">
            <a:off x="7000351" y="4687134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1" name="r2_o11089"/>
          <p:cNvSpPr/>
          <p:nvPr/>
        </p:nvSpPr>
        <p:spPr>
          <a:xfrm flipH="1" flipV="1">
            <a:off x="7117443" y="4766224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2" name="r2_o11090"/>
          <p:cNvSpPr/>
          <p:nvPr/>
        </p:nvSpPr>
        <p:spPr>
          <a:xfrm>
            <a:off x="7172371" y="4561991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3" name="r2_o11091"/>
          <p:cNvSpPr/>
          <p:nvPr/>
        </p:nvSpPr>
        <p:spPr>
          <a:xfrm>
            <a:off x="6998282" y="4547829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4" name="r2_o11092"/>
          <p:cNvSpPr/>
          <p:nvPr/>
        </p:nvSpPr>
        <p:spPr>
          <a:xfrm>
            <a:off x="7289463" y="4641081"/>
            <a:ext cx="59066" cy="74378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5" name="r2_o11093"/>
          <p:cNvSpPr/>
          <p:nvPr/>
        </p:nvSpPr>
        <p:spPr>
          <a:xfrm>
            <a:off x="7291532" y="4780387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6" name="r2_o11094"/>
          <p:cNvSpPr/>
          <p:nvPr/>
        </p:nvSpPr>
        <p:spPr>
          <a:xfrm>
            <a:off x="6710203" y="4663530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7" name="r2_o11095"/>
          <p:cNvSpPr/>
          <p:nvPr/>
        </p:nvSpPr>
        <p:spPr>
          <a:xfrm>
            <a:off x="7001384" y="4756783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8" name="r2_o11096"/>
          <p:cNvSpPr/>
          <p:nvPr/>
        </p:nvSpPr>
        <p:spPr>
          <a:xfrm>
            <a:off x="7232470" y="4706017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099" name="r2_o11097"/>
          <p:cNvSpPr/>
          <p:nvPr/>
        </p:nvSpPr>
        <p:spPr>
          <a:xfrm>
            <a:off x="7115374" y="4626919"/>
            <a:ext cx="59066" cy="74378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0" name="r2_o11098"/>
          <p:cNvSpPr/>
          <p:nvPr/>
        </p:nvSpPr>
        <p:spPr>
          <a:xfrm>
            <a:off x="7349562" y="4785107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1" name="r2_o11099"/>
          <p:cNvSpPr/>
          <p:nvPr/>
        </p:nvSpPr>
        <p:spPr>
          <a:xfrm>
            <a:off x="7348529" y="4715459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2" name="r2_o11100"/>
          <p:cNvSpPr/>
          <p:nvPr/>
        </p:nvSpPr>
        <p:spPr>
          <a:xfrm>
            <a:off x="6766163" y="4528946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3" name="r2_o11101"/>
          <p:cNvSpPr/>
          <p:nvPr/>
        </p:nvSpPr>
        <p:spPr>
          <a:xfrm>
            <a:off x="7174440" y="4701296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4" name="r2_o11102"/>
          <p:cNvSpPr/>
          <p:nvPr/>
        </p:nvSpPr>
        <p:spPr>
          <a:xfrm>
            <a:off x="6883255" y="4608036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5" name="r2_o11103"/>
          <p:cNvSpPr/>
          <p:nvPr/>
        </p:nvSpPr>
        <p:spPr>
          <a:xfrm flipH="1" flipV="1">
            <a:off x="7057344" y="4622198"/>
            <a:ext cx="1036" cy="69657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6" name="r2_o11104"/>
          <p:cNvSpPr/>
          <p:nvPr/>
        </p:nvSpPr>
        <p:spPr>
          <a:xfrm>
            <a:off x="6886357" y="4816990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7" name="r2_o11105"/>
          <p:cNvSpPr/>
          <p:nvPr/>
        </p:nvSpPr>
        <p:spPr>
          <a:xfrm>
            <a:off x="7114341" y="4557270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8" name="r2_o11106"/>
          <p:cNvSpPr/>
          <p:nvPr/>
        </p:nvSpPr>
        <p:spPr>
          <a:xfrm>
            <a:off x="6881190" y="4468739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09" name="r2_o11107"/>
          <p:cNvSpPr/>
          <p:nvPr/>
        </p:nvSpPr>
        <p:spPr>
          <a:xfrm>
            <a:off x="6649071" y="4449856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0" name="r2_o11108"/>
          <p:cNvSpPr/>
          <p:nvPr/>
        </p:nvSpPr>
        <p:spPr>
          <a:xfrm>
            <a:off x="7406558" y="4720179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1" name="r2_o11109"/>
          <p:cNvSpPr/>
          <p:nvPr/>
        </p:nvSpPr>
        <p:spPr>
          <a:xfrm flipH="1" flipV="1">
            <a:off x="7171338" y="4492343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2" name="r2_o11110"/>
          <p:cNvSpPr/>
          <p:nvPr/>
        </p:nvSpPr>
        <p:spPr>
          <a:xfrm flipH="1" flipV="1">
            <a:off x="6997249" y="4478180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3" name="r2_o11111"/>
          <p:cNvSpPr/>
          <p:nvPr/>
        </p:nvSpPr>
        <p:spPr>
          <a:xfrm>
            <a:off x="6824193" y="4533667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4" name="r2_o11112"/>
          <p:cNvSpPr/>
          <p:nvPr/>
        </p:nvSpPr>
        <p:spPr>
          <a:xfrm>
            <a:off x="6941285" y="4612757"/>
            <a:ext cx="59066" cy="74378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5" name="r2_o11113"/>
          <p:cNvSpPr/>
          <p:nvPr/>
        </p:nvSpPr>
        <p:spPr>
          <a:xfrm>
            <a:off x="6884292" y="4677693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6" name="r2_o11114"/>
          <p:cNvSpPr/>
          <p:nvPr/>
        </p:nvSpPr>
        <p:spPr>
          <a:xfrm flipH="1" flipV="1">
            <a:off x="6766163" y="4528946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7" name="r2_o11115"/>
          <p:cNvSpPr/>
          <p:nvPr/>
        </p:nvSpPr>
        <p:spPr>
          <a:xfrm>
            <a:off x="6940252" y="4543108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8" name="r2_o11116"/>
          <p:cNvSpPr/>
          <p:nvPr/>
        </p:nvSpPr>
        <p:spPr>
          <a:xfrm>
            <a:off x="7171338" y="4492343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19" name="r2_o11117"/>
          <p:cNvSpPr/>
          <p:nvPr/>
        </p:nvSpPr>
        <p:spPr>
          <a:xfrm flipH="1" flipV="1">
            <a:off x="6826262" y="4672972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0" name="r2_o11118"/>
          <p:cNvSpPr/>
          <p:nvPr/>
        </p:nvSpPr>
        <p:spPr>
          <a:xfrm>
            <a:off x="6709166" y="4593874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1" name="r2_o11119"/>
          <p:cNvSpPr/>
          <p:nvPr/>
        </p:nvSpPr>
        <p:spPr>
          <a:xfrm flipH="1" flipV="1">
            <a:off x="6943354" y="4752062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2" name="r2_o11120"/>
          <p:cNvSpPr/>
          <p:nvPr/>
        </p:nvSpPr>
        <p:spPr>
          <a:xfrm>
            <a:off x="6650104" y="4519504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3" name="r2_o11121"/>
          <p:cNvSpPr/>
          <p:nvPr/>
        </p:nvSpPr>
        <p:spPr>
          <a:xfrm flipH="1" flipV="1">
            <a:off x="6709166" y="4593874"/>
            <a:ext cx="1036" cy="69657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4" name="r2_o11122"/>
          <p:cNvSpPr/>
          <p:nvPr/>
        </p:nvSpPr>
        <p:spPr>
          <a:xfrm>
            <a:off x="6769265" y="4737900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5" name="r2_o11123"/>
          <p:cNvSpPr/>
          <p:nvPr/>
        </p:nvSpPr>
        <p:spPr>
          <a:xfrm>
            <a:off x="7060446" y="4831152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6" name="r2_o11124"/>
          <p:cNvSpPr/>
          <p:nvPr/>
        </p:nvSpPr>
        <p:spPr>
          <a:xfrm flipH="1" flipV="1">
            <a:off x="7291532" y="4780387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7" name="r2_o11125"/>
          <p:cNvSpPr/>
          <p:nvPr/>
        </p:nvSpPr>
        <p:spPr>
          <a:xfrm flipH="1" flipV="1">
            <a:off x="6883255" y="4608036"/>
            <a:ext cx="1036" cy="69657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8" name="r2_o11126"/>
          <p:cNvSpPr/>
          <p:nvPr/>
        </p:nvSpPr>
        <p:spPr>
          <a:xfrm>
            <a:off x="6997249" y="4478180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29" name="r2_o11127"/>
          <p:cNvSpPr/>
          <p:nvPr/>
        </p:nvSpPr>
        <p:spPr>
          <a:xfrm flipH="1" flipV="1">
            <a:off x="7231433" y="4636360"/>
            <a:ext cx="1036" cy="69657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0" name="r2_o11128"/>
          <p:cNvSpPr/>
          <p:nvPr/>
        </p:nvSpPr>
        <p:spPr>
          <a:xfrm flipH="1" flipV="1">
            <a:off x="7174440" y="4701296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1" name="r2_o11129"/>
          <p:cNvSpPr/>
          <p:nvPr/>
        </p:nvSpPr>
        <p:spPr>
          <a:xfrm>
            <a:off x="7408624" y="4859477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2" name="r2_o11130"/>
          <p:cNvSpPr/>
          <p:nvPr/>
        </p:nvSpPr>
        <p:spPr>
          <a:xfrm flipH="1" flipV="1">
            <a:off x="7288430" y="4571433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3" name="r2_o11131"/>
          <p:cNvSpPr/>
          <p:nvPr/>
        </p:nvSpPr>
        <p:spPr>
          <a:xfrm>
            <a:off x="6826262" y="4672972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4" name="r2_o11132"/>
          <p:cNvSpPr/>
          <p:nvPr/>
        </p:nvSpPr>
        <p:spPr>
          <a:xfrm>
            <a:off x="7000351" y="4687134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5" name="r2_o11133"/>
          <p:cNvSpPr/>
          <p:nvPr/>
        </p:nvSpPr>
        <p:spPr>
          <a:xfrm>
            <a:off x="6827295" y="4742621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6" name="r2_o11134"/>
          <p:cNvSpPr/>
          <p:nvPr/>
        </p:nvSpPr>
        <p:spPr>
          <a:xfrm flipH="1" flipV="1">
            <a:off x="7114341" y="4557270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7" name="r2_o11135"/>
          <p:cNvSpPr/>
          <p:nvPr/>
        </p:nvSpPr>
        <p:spPr>
          <a:xfrm>
            <a:off x="6943354" y="4752062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8" name="r2_o11136"/>
          <p:cNvSpPr/>
          <p:nvPr/>
        </p:nvSpPr>
        <p:spPr>
          <a:xfrm>
            <a:off x="7288430" y="4571433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39" name="r2_o11137"/>
          <p:cNvSpPr/>
          <p:nvPr/>
        </p:nvSpPr>
        <p:spPr>
          <a:xfrm>
            <a:off x="7058381" y="4691855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0" name="r2_o11138"/>
          <p:cNvSpPr/>
          <p:nvPr/>
        </p:nvSpPr>
        <p:spPr>
          <a:xfrm flipH="1" flipV="1">
            <a:off x="7465621" y="4794549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1" name="r2_o11139"/>
          <p:cNvSpPr/>
          <p:nvPr/>
        </p:nvSpPr>
        <p:spPr>
          <a:xfrm flipH="1" flipV="1">
            <a:off x="6823160" y="4464018"/>
            <a:ext cx="1033" cy="6964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2" name="r2_o11140"/>
          <p:cNvSpPr/>
          <p:nvPr/>
        </p:nvSpPr>
        <p:spPr>
          <a:xfrm>
            <a:off x="7231433" y="4636360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3" name="r2_o11141"/>
          <p:cNvSpPr/>
          <p:nvPr/>
        </p:nvSpPr>
        <p:spPr>
          <a:xfrm>
            <a:off x="7234535" y="4845314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4" name="r2_o11142"/>
          <p:cNvSpPr/>
          <p:nvPr/>
        </p:nvSpPr>
        <p:spPr>
          <a:xfrm>
            <a:off x="6707101" y="4454577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5" name="r2_o11143"/>
          <p:cNvSpPr/>
          <p:nvPr/>
        </p:nvSpPr>
        <p:spPr>
          <a:xfrm>
            <a:off x="7346460" y="4576153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6" name="r2_o11144"/>
          <p:cNvSpPr/>
          <p:nvPr/>
        </p:nvSpPr>
        <p:spPr>
          <a:xfrm>
            <a:off x="7175473" y="4770945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7" name="r2_o11145"/>
          <p:cNvSpPr/>
          <p:nvPr/>
        </p:nvSpPr>
        <p:spPr>
          <a:xfrm>
            <a:off x="7117443" y="4766224"/>
            <a:ext cx="58030" cy="472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8" name="r2_o11146"/>
          <p:cNvSpPr/>
          <p:nvPr/>
        </p:nvSpPr>
        <p:spPr>
          <a:xfrm>
            <a:off x="7055279" y="4482901"/>
            <a:ext cx="59062" cy="7436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149" name="r2_o11147"/>
          <p:cNvSpPr/>
          <p:nvPr/>
        </p:nvSpPr>
        <p:spPr>
          <a:xfrm>
            <a:off x="6625021" y="442580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0" name="r2_o11148"/>
          <p:cNvSpPr/>
          <p:nvPr/>
        </p:nvSpPr>
        <p:spPr>
          <a:xfrm>
            <a:off x="6631755" y="443181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1" name="r2_o11149"/>
          <p:cNvSpPr/>
          <p:nvPr/>
        </p:nvSpPr>
        <p:spPr>
          <a:xfrm>
            <a:off x="6631755" y="443181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2" name="r2_o11150"/>
          <p:cNvSpPr/>
          <p:nvPr/>
        </p:nvSpPr>
        <p:spPr>
          <a:xfrm>
            <a:off x="6655324" y="445370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3" name="r2_o11151"/>
          <p:cNvSpPr/>
          <p:nvPr/>
        </p:nvSpPr>
        <p:spPr>
          <a:xfrm>
            <a:off x="6659634" y="445755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4" name="r2_o11152"/>
          <p:cNvSpPr/>
          <p:nvPr/>
        </p:nvSpPr>
        <p:spPr>
          <a:xfrm>
            <a:off x="6659634" y="445755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5" name="r2_o11153"/>
          <p:cNvSpPr/>
          <p:nvPr/>
        </p:nvSpPr>
        <p:spPr>
          <a:xfrm>
            <a:off x="6683050" y="443052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6" name="r2_o11154"/>
          <p:cNvSpPr/>
          <p:nvPr/>
        </p:nvSpPr>
        <p:spPr>
          <a:xfrm>
            <a:off x="6689785" y="443653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7" name="r2_o11155"/>
          <p:cNvSpPr/>
          <p:nvPr/>
        </p:nvSpPr>
        <p:spPr>
          <a:xfrm>
            <a:off x="6689785" y="443653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8" name="r2_o11156"/>
          <p:cNvSpPr/>
          <p:nvPr/>
        </p:nvSpPr>
        <p:spPr>
          <a:xfrm>
            <a:off x="6713354" y="445842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59" name="r2_o11157"/>
          <p:cNvSpPr/>
          <p:nvPr/>
        </p:nvSpPr>
        <p:spPr>
          <a:xfrm>
            <a:off x="6717664" y="446227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0" name="r2_o11158"/>
          <p:cNvSpPr/>
          <p:nvPr/>
        </p:nvSpPr>
        <p:spPr>
          <a:xfrm>
            <a:off x="6717664" y="446227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1" name="r2_o11159"/>
          <p:cNvSpPr/>
          <p:nvPr/>
        </p:nvSpPr>
        <p:spPr>
          <a:xfrm>
            <a:off x="6799110" y="443996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2" name="r2_o11160"/>
          <p:cNvSpPr/>
          <p:nvPr/>
        </p:nvSpPr>
        <p:spPr>
          <a:xfrm>
            <a:off x="6805844" y="444598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3" name="r2_o11161"/>
          <p:cNvSpPr/>
          <p:nvPr/>
        </p:nvSpPr>
        <p:spPr>
          <a:xfrm>
            <a:off x="6805844" y="444598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4" name="r2_o11162"/>
          <p:cNvSpPr/>
          <p:nvPr/>
        </p:nvSpPr>
        <p:spPr>
          <a:xfrm>
            <a:off x="6829413" y="446786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5" name="r2_o11163"/>
          <p:cNvSpPr/>
          <p:nvPr/>
        </p:nvSpPr>
        <p:spPr>
          <a:xfrm>
            <a:off x="6833723" y="447171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6" name="r2_o11164"/>
          <p:cNvSpPr/>
          <p:nvPr/>
        </p:nvSpPr>
        <p:spPr>
          <a:xfrm>
            <a:off x="6833723" y="447171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7" name="r2_o11165"/>
          <p:cNvSpPr/>
          <p:nvPr/>
        </p:nvSpPr>
        <p:spPr>
          <a:xfrm>
            <a:off x="6857139" y="444468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8" name="r2_o11166"/>
          <p:cNvSpPr/>
          <p:nvPr/>
        </p:nvSpPr>
        <p:spPr>
          <a:xfrm>
            <a:off x="6863873" y="445070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69" name="r2_o11167"/>
          <p:cNvSpPr/>
          <p:nvPr/>
        </p:nvSpPr>
        <p:spPr>
          <a:xfrm>
            <a:off x="6863873" y="445070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0" name="r2_o11168"/>
          <p:cNvSpPr/>
          <p:nvPr/>
        </p:nvSpPr>
        <p:spPr>
          <a:xfrm>
            <a:off x="6887443" y="447258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1" name="r2_o11169"/>
          <p:cNvSpPr/>
          <p:nvPr/>
        </p:nvSpPr>
        <p:spPr>
          <a:xfrm>
            <a:off x="6891753" y="447643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2" name="r2_o11170"/>
          <p:cNvSpPr/>
          <p:nvPr/>
        </p:nvSpPr>
        <p:spPr>
          <a:xfrm>
            <a:off x="6891753" y="447643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3" name="r2_o11171"/>
          <p:cNvSpPr/>
          <p:nvPr/>
        </p:nvSpPr>
        <p:spPr>
          <a:xfrm>
            <a:off x="6973199" y="445413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4" name="r2_o11172"/>
          <p:cNvSpPr/>
          <p:nvPr/>
        </p:nvSpPr>
        <p:spPr>
          <a:xfrm>
            <a:off x="6979933" y="446014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5" name="r2_o11173"/>
          <p:cNvSpPr/>
          <p:nvPr/>
        </p:nvSpPr>
        <p:spPr>
          <a:xfrm>
            <a:off x="6979933" y="446014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6" name="r2_o11174"/>
          <p:cNvSpPr/>
          <p:nvPr/>
        </p:nvSpPr>
        <p:spPr>
          <a:xfrm>
            <a:off x="7003502" y="448202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7" name="r2_o11175"/>
          <p:cNvSpPr/>
          <p:nvPr/>
        </p:nvSpPr>
        <p:spPr>
          <a:xfrm>
            <a:off x="7007812" y="448587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8" name="r2_o11176"/>
          <p:cNvSpPr/>
          <p:nvPr/>
        </p:nvSpPr>
        <p:spPr>
          <a:xfrm>
            <a:off x="7007812" y="448587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79" name="r2_o11177"/>
          <p:cNvSpPr/>
          <p:nvPr/>
        </p:nvSpPr>
        <p:spPr>
          <a:xfrm>
            <a:off x="7031228" y="445885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0" name="r2_o11178"/>
          <p:cNvSpPr/>
          <p:nvPr/>
        </p:nvSpPr>
        <p:spPr>
          <a:xfrm>
            <a:off x="7037962" y="446486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1" name="r2_o11179"/>
          <p:cNvSpPr/>
          <p:nvPr/>
        </p:nvSpPr>
        <p:spPr>
          <a:xfrm>
            <a:off x="7037962" y="446486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2" name="r2_o11180"/>
          <p:cNvSpPr/>
          <p:nvPr/>
        </p:nvSpPr>
        <p:spPr>
          <a:xfrm>
            <a:off x="7061532" y="448674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3" name="r2_o11181"/>
          <p:cNvSpPr/>
          <p:nvPr/>
        </p:nvSpPr>
        <p:spPr>
          <a:xfrm>
            <a:off x="7065842" y="449059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4" name="r2_o11182"/>
          <p:cNvSpPr/>
          <p:nvPr/>
        </p:nvSpPr>
        <p:spPr>
          <a:xfrm>
            <a:off x="7065842" y="449059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5" name="r2_o11183"/>
          <p:cNvSpPr/>
          <p:nvPr/>
        </p:nvSpPr>
        <p:spPr>
          <a:xfrm>
            <a:off x="7147288" y="446829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6" name="r2_o11184"/>
          <p:cNvSpPr/>
          <p:nvPr/>
        </p:nvSpPr>
        <p:spPr>
          <a:xfrm>
            <a:off x="7154022" y="447430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7" name="r2_o11185"/>
          <p:cNvSpPr/>
          <p:nvPr/>
        </p:nvSpPr>
        <p:spPr>
          <a:xfrm>
            <a:off x="7154022" y="447430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8" name="r2_o11186"/>
          <p:cNvSpPr/>
          <p:nvPr/>
        </p:nvSpPr>
        <p:spPr>
          <a:xfrm>
            <a:off x="7177591" y="449619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89" name="r2_o11187"/>
          <p:cNvSpPr/>
          <p:nvPr/>
        </p:nvSpPr>
        <p:spPr>
          <a:xfrm>
            <a:off x="7181901" y="450003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0" name="r2_o11188"/>
          <p:cNvSpPr/>
          <p:nvPr/>
        </p:nvSpPr>
        <p:spPr>
          <a:xfrm>
            <a:off x="7181901" y="450003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1" name="r2_o11189"/>
          <p:cNvSpPr/>
          <p:nvPr/>
        </p:nvSpPr>
        <p:spPr>
          <a:xfrm>
            <a:off x="7205317" y="447301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2" name="r2_o11190"/>
          <p:cNvSpPr/>
          <p:nvPr/>
        </p:nvSpPr>
        <p:spPr>
          <a:xfrm>
            <a:off x="7212051" y="447902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3" name="r2_o11191"/>
          <p:cNvSpPr/>
          <p:nvPr/>
        </p:nvSpPr>
        <p:spPr>
          <a:xfrm>
            <a:off x="7212051" y="447902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4" name="r2_o11192"/>
          <p:cNvSpPr/>
          <p:nvPr/>
        </p:nvSpPr>
        <p:spPr>
          <a:xfrm>
            <a:off x="7235621" y="450091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5" name="r2_o11193"/>
          <p:cNvSpPr/>
          <p:nvPr/>
        </p:nvSpPr>
        <p:spPr>
          <a:xfrm>
            <a:off x="7239931" y="450475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6" name="r2_o11194"/>
          <p:cNvSpPr/>
          <p:nvPr/>
        </p:nvSpPr>
        <p:spPr>
          <a:xfrm>
            <a:off x="7239931" y="450475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7" name="r2_o11195"/>
          <p:cNvSpPr/>
          <p:nvPr/>
        </p:nvSpPr>
        <p:spPr>
          <a:xfrm>
            <a:off x="6626054" y="449545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8" name="r2_o11196"/>
          <p:cNvSpPr/>
          <p:nvPr/>
        </p:nvSpPr>
        <p:spPr>
          <a:xfrm>
            <a:off x="6632788" y="450146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99" name="r2_o11197"/>
          <p:cNvSpPr/>
          <p:nvPr/>
        </p:nvSpPr>
        <p:spPr>
          <a:xfrm>
            <a:off x="6632788" y="450146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0" name="r2_o11198"/>
          <p:cNvSpPr/>
          <p:nvPr/>
        </p:nvSpPr>
        <p:spPr>
          <a:xfrm>
            <a:off x="6656357" y="452335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1" name="r2_o11199"/>
          <p:cNvSpPr/>
          <p:nvPr/>
        </p:nvSpPr>
        <p:spPr>
          <a:xfrm>
            <a:off x="6660667" y="452720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2" name="r2_o11200"/>
          <p:cNvSpPr/>
          <p:nvPr/>
        </p:nvSpPr>
        <p:spPr>
          <a:xfrm>
            <a:off x="6660667" y="452720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3" name="r2_o11201"/>
          <p:cNvSpPr/>
          <p:nvPr/>
        </p:nvSpPr>
        <p:spPr>
          <a:xfrm>
            <a:off x="6742113" y="450489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4" name="r2_o11202"/>
          <p:cNvSpPr/>
          <p:nvPr/>
        </p:nvSpPr>
        <p:spPr>
          <a:xfrm>
            <a:off x="6748847" y="451090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5" name="r2_o11203"/>
          <p:cNvSpPr/>
          <p:nvPr/>
        </p:nvSpPr>
        <p:spPr>
          <a:xfrm>
            <a:off x="6748847" y="451090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6" name="r2_o11204"/>
          <p:cNvSpPr/>
          <p:nvPr/>
        </p:nvSpPr>
        <p:spPr>
          <a:xfrm>
            <a:off x="6800143" y="450961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7" name="r2_o11205"/>
          <p:cNvSpPr/>
          <p:nvPr/>
        </p:nvSpPr>
        <p:spPr>
          <a:xfrm>
            <a:off x="6806877" y="451562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8" name="r2_o11206"/>
          <p:cNvSpPr/>
          <p:nvPr/>
        </p:nvSpPr>
        <p:spPr>
          <a:xfrm>
            <a:off x="6806877" y="451562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09" name="r2_o11207"/>
          <p:cNvSpPr/>
          <p:nvPr/>
        </p:nvSpPr>
        <p:spPr>
          <a:xfrm>
            <a:off x="6916202" y="451905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0" name="r2_o11208"/>
          <p:cNvSpPr/>
          <p:nvPr/>
        </p:nvSpPr>
        <p:spPr>
          <a:xfrm>
            <a:off x="6922936" y="452507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1" name="r2_o11209"/>
          <p:cNvSpPr/>
          <p:nvPr/>
        </p:nvSpPr>
        <p:spPr>
          <a:xfrm>
            <a:off x="6922936" y="452507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2" name="r2_o11210"/>
          <p:cNvSpPr/>
          <p:nvPr/>
        </p:nvSpPr>
        <p:spPr>
          <a:xfrm>
            <a:off x="6974231" y="45237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3" name="r2_o11211"/>
          <p:cNvSpPr/>
          <p:nvPr/>
        </p:nvSpPr>
        <p:spPr>
          <a:xfrm>
            <a:off x="6980966" y="452979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4" name="r2_o11212"/>
          <p:cNvSpPr/>
          <p:nvPr/>
        </p:nvSpPr>
        <p:spPr>
          <a:xfrm>
            <a:off x="6980966" y="452979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5" name="r2_o11213"/>
          <p:cNvSpPr/>
          <p:nvPr/>
        </p:nvSpPr>
        <p:spPr>
          <a:xfrm>
            <a:off x="7090291" y="453322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6" name="r2_o11214"/>
          <p:cNvSpPr/>
          <p:nvPr/>
        </p:nvSpPr>
        <p:spPr>
          <a:xfrm>
            <a:off x="7097025" y="453923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7" name="r2_o11215"/>
          <p:cNvSpPr/>
          <p:nvPr/>
        </p:nvSpPr>
        <p:spPr>
          <a:xfrm>
            <a:off x="7097025" y="453923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8" name="r2_o11216"/>
          <p:cNvSpPr/>
          <p:nvPr/>
        </p:nvSpPr>
        <p:spPr>
          <a:xfrm>
            <a:off x="7148320" y="453794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19" name="r2_o11217"/>
          <p:cNvSpPr/>
          <p:nvPr/>
        </p:nvSpPr>
        <p:spPr>
          <a:xfrm>
            <a:off x="7155055" y="454395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0" name="r2_o11218"/>
          <p:cNvSpPr/>
          <p:nvPr/>
        </p:nvSpPr>
        <p:spPr>
          <a:xfrm>
            <a:off x="7155055" y="454395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1" name="r2_o11219"/>
          <p:cNvSpPr/>
          <p:nvPr/>
        </p:nvSpPr>
        <p:spPr>
          <a:xfrm>
            <a:off x="7264380" y="454738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2" name="r2_o11220"/>
          <p:cNvSpPr/>
          <p:nvPr/>
        </p:nvSpPr>
        <p:spPr>
          <a:xfrm>
            <a:off x="7271114" y="455339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3" name="r2_o11221"/>
          <p:cNvSpPr/>
          <p:nvPr/>
        </p:nvSpPr>
        <p:spPr>
          <a:xfrm>
            <a:off x="7271114" y="455339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4" name="r2_o11222"/>
          <p:cNvSpPr/>
          <p:nvPr/>
        </p:nvSpPr>
        <p:spPr>
          <a:xfrm>
            <a:off x="7322409" y="455210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5" name="r2_o11223"/>
          <p:cNvSpPr/>
          <p:nvPr/>
        </p:nvSpPr>
        <p:spPr>
          <a:xfrm>
            <a:off x="7329143" y="455811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6" name="r2_o11224"/>
          <p:cNvSpPr/>
          <p:nvPr/>
        </p:nvSpPr>
        <p:spPr>
          <a:xfrm>
            <a:off x="7329143" y="455811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7" name="r2_o11225"/>
          <p:cNvSpPr/>
          <p:nvPr/>
        </p:nvSpPr>
        <p:spPr>
          <a:xfrm>
            <a:off x="7352713" y="458000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8" name="r2_o11226"/>
          <p:cNvSpPr/>
          <p:nvPr/>
        </p:nvSpPr>
        <p:spPr>
          <a:xfrm>
            <a:off x="7357023" y="458385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29" name="r2_o11227"/>
          <p:cNvSpPr/>
          <p:nvPr/>
        </p:nvSpPr>
        <p:spPr>
          <a:xfrm>
            <a:off x="7357023" y="458385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0" name="r2_o11228"/>
          <p:cNvSpPr/>
          <p:nvPr/>
        </p:nvSpPr>
        <p:spPr>
          <a:xfrm>
            <a:off x="6685116" y="456982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1" name="r2_o11229"/>
          <p:cNvSpPr/>
          <p:nvPr/>
        </p:nvSpPr>
        <p:spPr>
          <a:xfrm>
            <a:off x="6691850" y="457583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2" name="r2_o11230"/>
          <p:cNvSpPr/>
          <p:nvPr/>
        </p:nvSpPr>
        <p:spPr>
          <a:xfrm>
            <a:off x="6691850" y="457583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3" name="r2_o11231"/>
          <p:cNvSpPr/>
          <p:nvPr/>
        </p:nvSpPr>
        <p:spPr>
          <a:xfrm>
            <a:off x="6743146" y="457454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4" name="r2_o11232"/>
          <p:cNvSpPr/>
          <p:nvPr/>
        </p:nvSpPr>
        <p:spPr>
          <a:xfrm>
            <a:off x="6749880" y="458055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5" name="r2_o11233"/>
          <p:cNvSpPr/>
          <p:nvPr/>
        </p:nvSpPr>
        <p:spPr>
          <a:xfrm>
            <a:off x="6749880" y="458055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6" name="r2_o11234"/>
          <p:cNvSpPr/>
          <p:nvPr/>
        </p:nvSpPr>
        <p:spPr>
          <a:xfrm>
            <a:off x="6859205" y="458398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7" name="r2_o11235"/>
          <p:cNvSpPr/>
          <p:nvPr/>
        </p:nvSpPr>
        <p:spPr>
          <a:xfrm>
            <a:off x="6865939" y="458999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8" name="r2_o11236"/>
          <p:cNvSpPr/>
          <p:nvPr/>
        </p:nvSpPr>
        <p:spPr>
          <a:xfrm>
            <a:off x="6865939" y="458999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39" name="r2_o11237"/>
          <p:cNvSpPr/>
          <p:nvPr/>
        </p:nvSpPr>
        <p:spPr>
          <a:xfrm>
            <a:off x="6917235" y="458870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0" name="r2_o11238"/>
          <p:cNvSpPr/>
          <p:nvPr/>
        </p:nvSpPr>
        <p:spPr>
          <a:xfrm>
            <a:off x="6923969" y="459471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1" name="r2_o11239"/>
          <p:cNvSpPr/>
          <p:nvPr/>
        </p:nvSpPr>
        <p:spPr>
          <a:xfrm>
            <a:off x="6923969" y="459471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2" name="r2_o11240"/>
          <p:cNvSpPr/>
          <p:nvPr/>
        </p:nvSpPr>
        <p:spPr>
          <a:xfrm>
            <a:off x="7033294" y="459814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3" name="r2_o11241"/>
          <p:cNvSpPr/>
          <p:nvPr/>
        </p:nvSpPr>
        <p:spPr>
          <a:xfrm>
            <a:off x="7040028" y="460416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4" name="r2_o11242"/>
          <p:cNvSpPr/>
          <p:nvPr/>
        </p:nvSpPr>
        <p:spPr>
          <a:xfrm>
            <a:off x="7040028" y="460416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5" name="r2_o11243"/>
          <p:cNvSpPr/>
          <p:nvPr/>
        </p:nvSpPr>
        <p:spPr>
          <a:xfrm>
            <a:off x="7091324" y="460286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6" name="r2_o11244"/>
          <p:cNvSpPr/>
          <p:nvPr/>
        </p:nvSpPr>
        <p:spPr>
          <a:xfrm>
            <a:off x="7098058" y="460888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7" name="r2_o11245"/>
          <p:cNvSpPr/>
          <p:nvPr/>
        </p:nvSpPr>
        <p:spPr>
          <a:xfrm>
            <a:off x="7098058" y="460888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8" name="r2_o11246"/>
          <p:cNvSpPr/>
          <p:nvPr/>
        </p:nvSpPr>
        <p:spPr>
          <a:xfrm>
            <a:off x="7207383" y="461231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49" name="r2_o11247"/>
          <p:cNvSpPr/>
          <p:nvPr/>
        </p:nvSpPr>
        <p:spPr>
          <a:xfrm>
            <a:off x="7214117" y="461832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0" name="r2_o11248"/>
          <p:cNvSpPr/>
          <p:nvPr/>
        </p:nvSpPr>
        <p:spPr>
          <a:xfrm>
            <a:off x="7214117" y="461832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1" name="r2_o11249"/>
          <p:cNvSpPr/>
          <p:nvPr/>
        </p:nvSpPr>
        <p:spPr>
          <a:xfrm>
            <a:off x="7265413" y="461703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2" name="r2_o11250"/>
          <p:cNvSpPr/>
          <p:nvPr/>
        </p:nvSpPr>
        <p:spPr>
          <a:xfrm>
            <a:off x="7272147" y="462304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3" name="r2_o11251"/>
          <p:cNvSpPr/>
          <p:nvPr/>
        </p:nvSpPr>
        <p:spPr>
          <a:xfrm>
            <a:off x="7272147" y="462304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4" name="r2_o11252"/>
          <p:cNvSpPr/>
          <p:nvPr/>
        </p:nvSpPr>
        <p:spPr>
          <a:xfrm>
            <a:off x="7381472" y="462647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5" name="r2_o11253"/>
          <p:cNvSpPr/>
          <p:nvPr/>
        </p:nvSpPr>
        <p:spPr>
          <a:xfrm>
            <a:off x="7388206" y="463248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6" name="r2_o11254"/>
          <p:cNvSpPr/>
          <p:nvPr/>
        </p:nvSpPr>
        <p:spPr>
          <a:xfrm>
            <a:off x="7388206" y="463248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7" name="r2_o11255"/>
          <p:cNvSpPr/>
          <p:nvPr/>
        </p:nvSpPr>
        <p:spPr>
          <a:xfrm>
            <a:off x="7411775" y="465437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8" name="r2_o11256"/>
          <p:cNvSpPr/>
          <p:nvPr/>
        </p:nvSpPr>
        <p:spPr>
          <a:xfrm>
            <a:off x="7416085" y="465821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59" name="r2_o11257"/>
          <p:cNvSpPr/>
          <p:nvPr/>
        </p:nvSpPr>
        <p:spPr>
          <a:xfrm>
            <a:off x="7416085" y="465821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0" name="r2_o11258"/>
          <p:cNvSpPr/>
          <p:nvPr/>
        </p:nvSpPr>
        <p:spPr>
          <a:xfrm>
            <a:off x="6686152" y="463948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1" name="r2_o11259"/>
          <p:cNvSpPr/>
          <p:nvPr/>
        </p:nvSpPr>
        <p:spPr>
          <a:xfrm>
            <a:off x="6692887" y="464549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2" name="r2_o11260"/>
          <p:cNvSpPr/>
          <p:nvPr/>
        </p:nvSpPr>
        <p:spPr>
          <a:xfrm>
            <a:off x="6692887" y="464549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3" name="r2_o11261"/>
          <p:cNvSpPr/>
          <p:nvPr/>
        </p:nvSpPr>
        <p:spPr>
          <a:xfrm>
            <a:off x="6716456" y="466737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4" name="r2_o11262"/>
          <p:cNvSpPr/>
          <p:nvPr/>
        </p:nvSpPr>
        <p:spPr>
          <a:xfrm>
            <a:off x="6720766" y="467122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5" name="r2_o11263"/>
          <p:cNvSpPr/>
          <p:nvPr/>
        </p:nvSpPr>
        <p:spPr>
          <a:xfrm>
            <a:off x="6720766" y="467122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6" name="r2_o11264"/>
          <p:cNvSpPr/>
          <p:nvPr/>
        </p:nvSpPr>
        <p:spPr>
          <a:xfrm>
            <a:off x="6802212" y="464892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7" name="r2_o11265"/>
          <p:cNvSpPr/>
          <p:nvPr/>
        </p:nvSpPr>
        <p:spPr>
          <a:xfrm>
            <a:off x="6808946" y="465493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8" name="r2_o11266"/>
          <p:cNvSpPr/>
          <p:nvPr/>
        </p:nvSpPr>
        <p:spPr>
          <a:xfrm>
            <a:off x="6808946" y="465493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69" name="r2_o11267"/>
          <p:cNvSpPr/>
          <p:nvPr/>
        </p:nvSpPr>
        <p:spPr>
          <a:xfrm>
            <a:off x="6860241" y="465364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0" name="r2_o11268"/>
          <p:cNvSpPr/>
          <p:nvPr/>
        </p:nvSpPr>
        <p:spPr>
          <a:xfrm>
            <a:off x="6866975" y="465965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1" name="r2_o11269"/>
          <p:cNvSpPr/>
          <p:nvPr/>
        </p:nvSpPr>
        <p:spPr>
          <a:xfrm>
            <a:off x="6866975" y="465965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2" name="r2_o11270"/>
          <p:cNvSpPr/>
          <p:nvPr/>
        </p:nvSpPr>
        <p:spPr>
          <a:xfrm>
            <a:off x="6976301" y="466308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3" name="r2_o11271"/>
          <p:cNvSpPr/>
          <p:nvPr/>
        </p:nvSpPr>
        <p:spPr>
          <a:xfrm>
            <a:off x="6983035" y="466909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4" name="r2_o11272"/>
          <p:cNvSpPr/>
          <p:nvPr/>
        </p:nvSpPr>
        <p:spPr>
          <a:xfrm>
            <a:off x="6983035" y="466909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5" name="r2_o11273"/>
          <p:cNvSpPr/>
          <p:nvPr/>
        </p:nvSpPr>
        <p:spPr>
          <a:xfrm>
            <a:off x="7034330" y="466780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6" name="r2_o11274"/>
          <p:cNvSpPr/>
          <p:nvPr/>
        </p:nvSpPr>
        <p:spPr>
          <a:xfrm>
            <a:off x="7041064" y="467381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7" name="r2_o11275"/>
          <p:cNvSpPr/>
          <p:nvPr/>
        </p:nvSpPr>
        <p:spPr>
          <a:xfrm>
            <a:off x="7041064" y="467381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8" name="r2_o11276"/>
          <p:cNvSpPr/>
          <p:nvPr/>
        </p:nvSpPr>
        <p:spPr>
          <a:xfrm>
            <a:off x="7150390" y="467724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79" name="r2_o11277"/>
          <p:cNvSpPr/>
          <p:nvPr/>
        </p:nvSpPr>
        <p:spPr>
          <a:xfrm>
            <a:off x="7157124" y="468325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0" name="r2_o11278"/>
          <p:cNvSpPr/>
          <p:nvPr/>
        </p:nvSpPr>
        <p:spPr>
          <a:xfrm>
            <a:off x="7157124" y="468325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1" name="r2_o11279"/>
          <p:cNvSpPr/>
          <p:nvPr/>
        </p:nvSpPr>
        <p:spPr>
          <a:xfrm>
            <a:off x="7208419" y="468196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2" name="r2_o11280"/>
          <p:cNvSpPr/>
          <p:nvPr/>
        </p:nvSpPr>
        <p:spPr>
          <a:xfrm>
            <a:off x="7215153" y="468797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3" name="r2_o11281"/>
          <p:cNvSpPr/>
          <p:nvPr/>
        </p:nvSpPr>
        <p:spPr>
          <a:xfrm>
            <a:off x="7215153" y="468797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4" name="r2_o11282"/>
          <p:cNvSpPr/>
          <p:nvPr/>
        </p:nvSpPr>
        <p:spPr>
          <a:xfrm>
            <a:off x="7324478" y="469140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5" name="r2_o11283"/>
          <p:cNvSpPr/>
          <p:nvPr/>
        </p:nvSpPr>
        <p:spPr>
          <a:xfrm>
            <a:off x="7331213" y="469742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6" name="r2_o11284"/>
          <p:cNvSpPr/>
          <p:nvPr/>
        </p:nvSpPr>
        <p:spPr>
          <a:xfrm>
            <a:off x="7331213" y="469742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7" name="r2_o11285"/>
          <p:cNvSpPr/>
          <p:nvPr/>
        </p:nvSpPr>
        <p:spPr>
          <a:xfrm>
            <a:off x="7382508" y="469612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8" name="r2_o11286"/>
          <p:cNvSpPr/>
          <p:nvPr/>
        </p:nvSpPr>
        <p:spPr>
          <a:xfrm>
            <a:off x="7389242" y="470214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89" name="r2_o11287"/>
          <p:cNvSpPr/>
          <p:nvPr/>
        </p:nvSpPr>
        <p:spPr>
          <a:xfrm>
            <a:off x="7389242" y="470214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0" name="r2_o11288"/>
          <p:cNvSpPr/>
          <p:nvPr/>
        </p:nvSpPr>
        <p:spPr>
          <a:xfrm>
            <a:off x="6745215" y="471384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1" name="r2_o11289"/>
          <p:cNvSpPr/>
          <p:nvPr/>
        </p:nvSpPr>
        <p:spPr>
          <a:xfrm>
            <a:off x="6751949" y="471986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2" name="r2_o11290"/>
          <p:cNvSpPr/>
          <p:nvPr/>
        </p:nvSpPr>
        <p:spPr>
          <a:xfrm>
            <a:off x="6751949" y="471986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3" name="r2_o11291"/>
          <p:cNvSpPr/>
          <p:nvPr/>
        </p:nvSpPr>
        <p:spPr>
          <a:xfrm>
            <a:off x="6775518" y="474174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4" name="r2_o11292"/>
          <p:cNvSpPr/>
          <p:nvPr/>
        </p:nvSpPr>
        <p:spPr>
          <a:xfrm>
            <a:off x="6779828" y="474559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5" name="r2_o11293"/>
          <p:cNvSpPr/>
          <p:nvPr/>
        </p:nvSpPr>
        <p:spPr>
          <a:xfrm>
            <a:off x="6779828" y="474559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6" name="r2_o11294"/>
          <p:cNvSpPr/>
          <p:nvPr/>
        </p:nvSpPr>
        <p:spPr>
          <a:xfrm>
            <a:off x="6803245" y="471857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7" name="r2_o11295"/>
          <p:cNvSpPr/>
          <p:nvPr/>
        </p:nvSpPr>
        <p:spPr>
          <a:xfrm>
            <a:off x="6809979" y="472458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8" name="r2_o11296"/>
          <p:cNvSpPr/>
          <p:nvPr/>
        </p:nvSpPr>
        <p:spPr>
          <a:xfrm>
            <a:off x="6809979" y="472458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99" name="r2_o11297"/>
          <p:cNvSpPr/>
          <p:nvPr/>
        </p:nvSpPr>
        <p:spPr>
          <a:xfrm>
            <a:off x="6919304" y="472801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0" name="r2_o11298"/>
          <p:cNvSpPr/>
          <p:nvPr/>
        </p:nvSpPr>
        <p:spPr>
          <a:xfrm>
            <a:off x="6926038" y="473402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1" name="r2_o11299"/>
          <p:cNvSpPr/>
          <p:nvPr/>
        </p:nvSpPr>
        <p:spPr>
          <a:xfrm>
            <a:off x="6926038" y="473402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2" name="r2_o11300"/>
          <p:cNvSpPr/>
          <p:nvPr/>
        </p:nvSpPr>
        <p:spPr>
          <a:xfrm>
            <a:off x="6977333" y="473273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3" name="r2_o11301"/>
          <p:cNvSpPr/>
          <p:nvPr/>
        </p:nvSpPr>
        <p:spPr>
          <a:xfrm>
            <a:off x="6984068" y="473874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4" name="r2_o11302"/>
          <p:cNvSpPr/>
          <p:nvPr/>
        </p:nvSpPr>
        <p:spPr>
          <a:xfrm>
            <a:off x="6984068" y="473874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5" name="r2_o11303"/>
          <p:cNvSpPr/>
          <p:nvPr/>
        </p:nvSpPr>
        <p:spPr>
          <a:xfrm>
            <a:off x="7093393" y="474217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6" name="r2_o11304"/>
          <p:cNvSpPr/>
          <p:nvPr/>
        </p:nvSpPr>
        <p:spPr>
          <a:xfrm>
            <a:off x="7100127" y="474818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7" name="r2_o11305"/>
          <p:cNvSpPr/>
          <p:nvPr/>
        </p:nvSpPr>
        <p:spPr>
          <a:xfrm>
            <a:off x="7100127" y="474818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8" name="r2_o11306"/>
          <p:cNvSpPr/>
          <p:nvPr/>
        </p:nvSpPr>
        <p:spPr>
          <a:xfrm>
            <a:off x="7151422" y="474689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09" name="r2_o11307"/>
          <p:cNvSpPr/>
          <p:nvPr/>
        </p:nvSpPr>
        <p:spPr>
          <a:xfrm>
            <a:off x="7158156" y="475290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0" name="r2_o11308"/>
          <p:cNvSpPr/>
          <p:nvPr/>
        </p:nvSpPr>
        <p:spPr>
          <a:xfrm>
            <a:off x="7158156" y="475290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1" name="r2_o11309"/>
          <p:cNvSpPr/>
          <p:nvPr/>
        </p:nvSpPr>
        <p:spPr>
          <a:xfrm>
            <a:off x="7267482" y="475633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2" name="r2_o11310"/>
          <p:cNvSpPr/>
          <p:nvPr/>
        </p:nvSpPr>
        <p:spPr>
          <a:xfrm>
            <a:off x="7274216" y="476234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3" name="r2_o11311"/>
          <p:cNvSpPr/>
          <p:nvPr/>
        </p:nvSpPr>
        <p:spPr>
          <a:xfrm>
            <a:off x="7274216" y="476234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4" name="r2_o11312"/>
          <p:cNvSpPr/>
          <p:nvPr/>
        </p:nvSpPr>
        <p:spPr>
          <a:xfrm>
            <a:off x="7325511" y="476105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5" name="r2_o11313"/>
          <p:cNvSpPr/>
          <p:nvPr/>
        </p:nvSpPr>
        <p:spPr>
          <a:xfrm>
            <a:off x="7332245" y="476706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6" name="r2_o11314"/>
          <p:cNvSpPr/>
          <p:nvPr/>
        </p:nvSpPr>
        <p:spPr>
          <a:xfrm>
            <a:off x="7332245" y="476706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7" name="r2_o11315"/>
          <p:cNvSpPr/>
          <p:nvPr/>
        </p:nvSpPr>
        <p:spPr>
          <a:xfrm>
            <a:off x="7441571" y="477049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8" name="r2_o11316"/>
          <p:cNvSpPr/>
          <p:nvPr/>
        </p:nvSpPr>
        <p:spPr>
          <a:xfrm>
            <a:off x="7448305" y="477651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19" name="r2_o11317"/>
          <p:cNvSpPr/>
          <p:nvPr/>
        </p:nvSpPr>
        <p:spPr>
          <a:xfrm>
            <a:off x="7448305" y="477651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0" name="r2_o11318"/>
          <p:cNvSpPr/>
          <p:nvPr/>
        </p:nvSpPr>
        <p:spPr>
          <a:xfrm>
            <a:off x="7471874" y="479839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1" name="r2_o11319"/>
          <p:cNvSpPr/>
          <p:nvPr/>
        </p:nvSpPr>
        <p:spPr>
          <a:xfrm>
            <a:off x="7476184" y="480224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2" name="r2_o11320"/>
          <p:cNvSpPr/>
          <p:nvPr/>
        </p:nvSpPr>
        <p:spPr>
          <a:xfrm>
            <a:off x="7476184" y="480224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3" name="r2_o11321"/>
          <p:cNvSpPr/>
          <p:nvPr/>
        </p:nvSpPr>
        <p:spPr>
          <a:xfrm>
            <a:off x="6862307" y="479293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4" name="r2_o11322"/>
          <p:cNvSpPr/>
          <p:nvPr/>
        </p:nvSpPr>
        <p:spPr>
          <a:xfrm>
            <a:off x="6869041" y="479895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5" name="r2_o11323"/>
          <p:cNvSpPr/>
          <p:nvPr/>
        </p:nvSpPr>
        <p:spPr>
          <a:xfrm>
            <a:off x="6869041" y="479895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6" name="r2_o11324"/>
          <p:cNvSpPr/>
          <p:nvPr/>
        </p:nvSpPr>
        <p:spPr>
          <a:xfrm>
            <a:off x="6892610" y="482083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7" name="r2_o11325"/>
          <p:cNvSpPr/>
          <p:nvPr/>
        </p:nvSpPr>
        <p:spPr>
          <a:xfrm>
            <a:off x="6896920" y="482468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8" name="r2_o11326"/>
          <p:cNvSpPr/>
          <p:nvPr/>
        </p:nvSpPr>
        <p:spPr>
          <a:xfrm>
            <a:off x="6896920" y="482468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29" name="r2_o11327"/>
          <p:cNvSpPr/>
          <p:nvPr/>
        </p:nvSpPr>
        <p:spPr>
          <a:xfrm>
            <a:off x="6920337" y="479766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0" name="r2_o11328"/>
          <p:cNvSpPr/>
          <p:nvPr/>
        </p:nvSpPr>
        <p:spPr>
          <a:xfrm>
            <a:off x="6927071" y="480367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1" name="r2_o11329"/>
          <p:cNvSpPr/>
          <p:nvPr/>
        </p:nvSpPr>
        <p:spPr>
          <a:xfrm>
            <a:off x="6927071" y="480367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2" name="r2_o11330"/>
          <p:cNvSpPr/>
          <p:nvPr/>
        </p:nvSpPr>
        <p:spPr>
          <a:xfrm>
            <a:off x="6950640" y="482555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3" name="r2_o11331"/>
          <p:cNvSpPr/>
          <p:nvPr/>
        </p:nvSpPr>
        <p:spPr>
          <a:xfrm>
            <a:off x="6954950" y="482940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4" name="r2_o11332"/>
          <p:cNvSpPr/>
          <p:nvPr/>
        </p:nvSpPr>
        <p:spPr>
          <a:xfrm>
            <a:off x="6954950" y="482940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5" name="r2_o11333"/>
          <p:cNvSpPr/>
          <p:nvPr/>
        </p:nvSpPr>
        <p:spPr>
          <a:xfrm>
            <a:off x="7036396" y="480710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6" name="r2_o11334"/>
          <p:cNvSpPr/>
          <p:nvPr/>
        </p:nvSpPr>
        <p:spPr>
          <a:xfrm>
            <a:off x="7043130" y="481311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7" name="r2_o11335"/>
          <p:cNvSpPr/>
          <p:nvPr/>
        </p:nvSpPr>
        <p:spPr>
          <a:xfrm>
            <a:off x="7043130" y="481311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8" name="r2_o11336"/>
          <p:cNvSpPr/>
          <p:nvPr/>
        </p:nvSpPr>
        <p:spPr>
          <a:xfrm>
            <a:off x="7066699" y="483500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39" name="r2_o11337"/>
          <p:cNvSpPr/>
          <p:nvPr/>
        </p:nvSpPr>
        <p:spPr>
          <a:xfrm>
            <a:off x="7071009" y="483884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0" name="r2_o11338"/>
          <p:cNvSpPr/>
          <p:nvPr/>
        </p:nvSpPr>
        <p:spPr>
          <a:xfrm>
            <a:off x="7071009" y="483884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1" name="r2_o11339"/>
          <p:cNvSpPr/>
          <p:nvPr/>
        </p:nvSpPr>
        <p:spPr>
          <a:xfrm>
            <a:off x="7094426" y="481182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2" name="r2_o11340"/>
          <p:cNvSpPr/>
          <p:nvPr/>
        </p:nvSpPr>
        <p:spPr>
          <a:xfrm>
            <a:off x="7101160" y="48178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3" name="r2_o11341"/>
          <p:cNvSpPr/>
          <p:nvPr/>
        </p:nvSpPr>
        <p:spPr>
          <a:xfrm>
            <a:off x="7101160" y="48178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4" name="r2_o11342"/>
          <p:cNvSpPr/>
          <p:nvPr/>
        </p:nvSpPr>
        <p:spPr>
          <a:xfrm>
            <a:off x="7124729" y="483972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5" name="r2_o11343"/>
          <p:cNvSpPr/>
          <p:nvPr/>
        </p:nvSpPr>
        <p:spPr>
          <a:xfrm>
            <a:off x="7129039" y="484356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6" name="r2_o11344"/>
          <p:cNvSpPr/>
          <p:nvPr/>
        </p:nvSpPr>
        <p:spPr>
          <a:xfrm>
            <a:off x="7129039" y="484356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7" name="r2_o11345"/>
          <p:cNvSpPr/>
          <p:nvPr/>
        </p:nvSpPr>
        <p:spPr>
          <a:xfrm>
            <a:off x="7210485" y="482126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8" name="r2_o11346"/>
          <p:cNvSpPr/>
          <p:nvPr/>
        </p:nvSpPr>
        <p:spPr>
          <a:xfrm>
            <a:off x="7217219" y="482727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49" name="r2_o11347"/>
          <p:cNvSpPr/>
          <p:nvPr/>
        </p:nvSpPr>
        <p:spPr>
          <a:xfrm>
            <a:off x="7217219" y="482727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0" name="r2_o11348"/>
          <p:cNvSpPr/>
          <p:nvPr/>
        </p:nvSpPr>
        <p:spPr>
          <a:xfrm>
            <a:off x="7240788" y="484916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1" name="r2_o11349"/>
          <p:cNvSpPr/>
          <p:nvPr/>
        </p:nvSpPr>
        <p:spPr>
          <a:xfrm>
            <a:off x="7245098" y="485301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2" name="r2_o11350"/>
          <p:cNvSpPr/>
          <p:nvPr/>
        </p:nvSpPr>
        <p:spPr>
          <a:xfrm>
            <a:off x="7245098" y="485301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3" name="r2_o11351"/>
          <p:cNvSpPr/>
          <p:nvPr/>
        </p:nvSpPr>
        <p:spPr>
          <a:xfrm>
            <a:off x="7268515" y="482598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4" name="r2_o11352"/>
          <p:cNvSpPr/>
          <p:nvPr/>
        </p:nvSpPr>
        <p:spPr>
          <a:xfrm>
            <a:off x="7275249" y="483199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5" name="r2_o11353"/>
          <p:cNvSpPr/>
          <p:nvPr/>
        </p:nvSpPr>
        <p:spPr>
          <a:xfrm>
            <a:off x="7275249" y="483199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6" name="r2_o11354"/>
          <p:cNvSpPr/>
          <p:nvPr/>
        </p:nvSpPr>
        <p:spPr>
          <a:xfrm>
            <a:off x="7298818" y="485388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7" name="r2_o11355"/>
          <p:cNvSpPr/>
          <p:nvPr/>
        </p:nvSpPr>
        <p:spPr>
          <a:xfrm>
            <a:off x="7303128" y="485773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8" name="r2_o11356"/>
          <p:cNvSpPr/>
          <p:nvPr/>
        </p:nvSpPr>
        <p:spPr>
          <a:xfrm>
            <a:off x="7303128" y="485773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59" name="r2_o11357"/>
          <p:cNvSpPr/>
          <p:nvPr/>
        </p:nvSpPr>
        <p:spPr>
          <a:xfrm>
            <a:off x="7384574" y="483542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0" name="r2_o11358"/>
          <p:cNvSpPr/>
          <p:nvPr/>
        </p:nvSpPr>
        <p:spPr>
          <a:xfrm>
            <a:off x="7391308" y="484143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1" name="r2_o11359"/>
          <p:cNvSpPr/>
          <p:nvPr/>
        </p:nvSpPr>
        <p:spPr>
          <a:xfrm>
            <a:off x="7391308" y="484143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2" name="r2_o11360"/>
          <p:cNvSpPr/>
          <p:nvPr/>
        </p:nvSpPr>
        <p:spPr>
          <a:xfrm>
            <a:off x="7414877" y="486332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3" name="r2_o11361"/>
          <p:cNvSpPr/>
          <p:nvPr/>
        </p:nvSpPr>
        <p:spPr>
          <a:xfrm>
            <a:off x="7419187" y="486717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4" name="r2_o11362"/>
          <p:cNvSpPr/>
          <p:nvPr/>
        </p:nvSpPr>
        <p:spPr>
          <a:xfrm>
            <a:off x="7419187" y="486717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5" name="r2_o11363"/>
          <p:cNvSpPr/>
          <p:nvPr/>
        </p:nvSpPr>
        <p:spPr>
          <a:xfrm>
            <a:off x="7442603" y="484014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6" name="r2_o11364"/>
          <p:cNvSpPr/>
          <p:nvPr/>
        </p:nvSpPr>
        <p:spPr>
          <a:xfrm>
            <a:off x="7449338" y="484616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7" name="r2_o11365"/>
          <p:cNvSpPr/>
          <p:nvPr/>
        </p:nvSpPr>
        <p:spPr>
          <a:xfrm>
            <a:off x="7449338" y="484616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8" name="r2_o11366"/>
          <p:cNvSpPr/>
          <p:nvPr/>
        </p:nvSpPr>
        <p:spPr>
          <a:xfrm>
            <a:off x="7472907" y="486804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69" name="r2_o11367"/>
          <p:cNvSpPr/>
          <p:nvPr/>
        </p:nvSpPr>
        <p:spPr>
          <a:xfrm>
            <a:off x="7477217" y="487189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70" name="r2_o11368"/>
          <p:cNvSpPr/>
          <p:nvPr/>
        </p:nvSpPr>
        <p:spPr>
          <a:xfrm>
            <a:off x="7477217" y="487189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71" name="r2_o11369"/>
          <p:cNvSpPr/>
          <p:nvPr/>
        </p:nvSpPr>
        <p:spPr>
          <a:xfrm flipV="1">
            <a:off x="7925066" y="4754070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2" name="r2_o11370"/>
          <p:cNvSpPr/>
          <p:nvPr/>
        </p:nvSpPr>
        <p:spPr>
          <a:xfrm flipV="1">
            <a:off x="7812750" y="5107337"/>
            <a:ext cx="110055" cy="41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3" name="r2_o11371"/>
          <p:cNvSpPr/>
          <p:nvPr/>
        </p:nvSpPr>
        <p:spPr>
          <a:xfrm flipH="1" flipV="1">
            <a:off x="7592663" y="5232714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4" name="r2_o11372"/>
          <p:cNvSpPr/>
          <p:nvPr/>
        </p:nvSpPr>
        <p:spPr>
          <a:xfrm flipH="1" flipV="1">
            <a:off x="7792559" y="4927549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5" name="r2_o11373"/>
          <p:cNvSpPr/>
          <p:nvPr/>
        </p:nvSpPr>
        <p:spPr>
          <a:xfrm flipV="1">
            <a:off x="7660053" y="4969341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6" name="r2_o11374"/>
          <p:cNvSpPr/>
          <p:nvPr/>
        </p:nvSpPr>
        <p:spPr>
          <a:xfrm flipV="1">
            <a:off x="7817295" y="4532489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7" name="r2_o11375"/>
          <p:cNvSpPr/>
          <p:nvPr/>
        </p:nvSpPr>
        <p:spPr>
          <a:xfrm flipH="1" flipV="1">
            <a:off x="8124973" y="4514747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8" name="r2_o11376"/>
          <p:cNvSpPr/>
          <p:nvPr/>
        </p:nvSpPr>
        <p:spPr>
          <a:xfrm flipH="1" flipV="1">
            <a:off x="8059845" y="4424853"/>
            <a:ext cx="87592" cy="24050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79" name="r2_o11377"/>
          <p:cNvSpPr/>
          <p:nvPr/>
        </p:nvSpPr>
        <p:spPr>
          <a:xfrm flipH="1" flipV="1">
            <a:off x="7990194" y="4909807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0" name="r2_o11378"/>
          <p:cNvSpPr/>
          <p:nvPr/>
        </p:nvSpPr>
        <p:spPr>
          <a:xfrm flipH="1" flipV="1">
            <a:off x="8122701" y="4802171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1" name="r2_o11379"/>
          <p:cNvSpPr/>
          <p:nvPr/>
        </p:nvSpPr>
        <p:spPr>
          <a:xfrm flipV="1">
            <a:off x="7882412" y="4622383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2" name="r2_o11380"/>
          <p:cNvSpPr/>
          <p:nvPr/>
        </p:nvSpPr>
        <p:spPr>
          <a:xfrm flipV="1">
            <a:off x="7815022" y="4819913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3" name="r2_o11381"/>
          <p:cNvSpPr/>
          <p:nvPr/>
        </p:nvSpPr>
        <p:spPr>
          <a:xfrm flipV="1">
            <a:off x="8014918" y="4514747"/>
            <a:ext cx="110055" cy="41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4" name="r2_o11382"/>
          <p:cNvSpPr/>
          <p:nvPr/>
        </p:nvSpPr>
        <p:spPr>
          <a:xfrm flipV="1">
            <a:off x="8190090" y="4538798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5" name="r2_o11383"/>
          <p:cNvSpPr/>
          <p:nvPr/>
        </p:nvSpPr>
        <p:spPr>
          <a:xfrm flipV="1">
            <a:off x="7877878" y="5197231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6" name="r2_o11384"/>
          <p:cNvSpPr/>
          <p:nvPr/>
        </p:nvSpPr>
        <p:spPr>
          <a:xfrm flipV="1">
            <a:off x="8077774" y="4892066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7" name="r2_o11385"/>
          <p:cNvSpPr/>
          <p:nvPr/>
        </p:nvSpPr>
        <p:spPr>
          <a:xfrm flipV="1">
            <a:off x="8080047" y="4604641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8" name="r2_o11386"/>
          <p:cNvSpPr/>
          <p:nvPr/>
        </p:nvSpPr>
        <p:spPr>
          <a:xfrm flipV="1">
            <a:off x="7947529" y="4712277"/>
            <a:ext cx="110055" cy="41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89" name="r2_o11387"/>
          <p:cNvSpPr/>
          <p:nvPr/>
        </p:nvSpPr>
        <p:spPr>
          <a:xfrm flipV="1">
            <a:off x="8212553" y="4497006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0" name="r2_o11388"/>
          <p:cNvSpPr/>
          <p:nvPr/>
        </p:nvSpPr>
        <p:spPr>
          <a:xfrm flipV="1">
            <a:off x="8124973" y="4448904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1" name="r2_o11389"/>
          <p:cNvSpPr/>
          <p:nvPr/>
        </p:nvSpPr>
        <p:spPr>
          <a:xfrm flipV="1">
            <a:off x="7725170" y="5059235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2" name="r2_o11390"/>
          <p:cNvSpPr/>
          <p:nvPr/>
        </p:nvSpPr>
        <p:spPr>
          <a:xfrm flipV="1">
            <a:off x="8057584" y="4646434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3" name="r2_o11391"/>
          <p:cNvSpPr/>
          <p:nvPr/>
        </p:nvSpPr>
        <p:spPr>
          <a:xfrm flipV="1">
            <a:off x="7857676" y="4951600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4" name="r2_o11392"/>
          <p:cNvSpPr/>
          <p:nvPr/>
        </p:nvSpPr>
        <p:spPr>
          <a:xfrm flipH="1" flipV="1">
            <a:off x="7925066" y="4819913"/>
            <a:ext cx="87592" cy="24050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5" name="r2_o11393"/>
          <p:cNvSpPr/>
          <p:nvPr/>
        </p:nvSpPr>
        <p:spPr>
          <a:xfrm flipV="1">
            <a:off x="8120428" y="5023753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6" name="r2_o11394"/>
          <p:cNvSpPr/>
          <p:nvPr/>
        </p:nvSpPr>
        <p:spPr>
          <a:xfrm flipV="1">
            <a:off x="7859949" y="4664175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7" name="r2_o11395"/>
          <p:cNvSpPr/>
          <p:nvPr/>
        </p:nvSpPr>
        <p:spPr>
          <a:xfrm flipV="1">
            <a:off x="7682516" y="4927549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8" name="r2_o11396"/>
          <p:cNvSpPr/>
          <p:nvPr/>
        </p:nvSpPr>
        <p:spPr>
          <a:xfrm flipV="1">
            <a:off x="7592663" y="5166871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399" name="r2_o11397"/>
          <p:cNvSpPr/>
          <p:nvPr/>
        </p:nvSpPr>
        <p:spPr>
          <a:xfrm flipV="1">
            <a:off x="8147436" y="4407111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0" name="r2_o11398"/>
          <p:cNvSpPr/>
          <p:nvPr/>
        </p:nvSpPr>
        <p:spPr>
          <a:xfrm flipH="1" flipV="1">
            <a:off x="7794832" y="4640124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1" name="r2_o11399"/>
          <p:cNvSpPr/>
          <p:nvPr/>
        </p:nvSpPr>
        <p:spPr>
          <a:xfrm flipH="1" flipV="1">
            <a:off x="7727442" y="4837654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2" name="r2_o11400"/>
          <p:cNvSpPr/>
          <p:nvPr/>
        </p:nvSpPr>
        <p:spPr>
          <a:xfrm flipV="1">
            <a:off x="7747633" y="5017443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3" name="r2_o11401"/>
          <p:cNvSpPr/>
          <p:nvPr/>
        </p:nvSpPr>
        <p:spPr>
          <a:xfrm flipV="1">
            <a:off x="7880139" y="4909807"/>
            <a:ext cx="110055" cy="41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4" name="r2_o11402"/>
          <p:cNvSpPr/>
          <p:nvPr/>
        </p:nvSpPr>
        <p:spPr>
          <a:xfrm flipV="1">
            <a:off x="7945268" y="4999701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5" name="r2_o11403"/>
          <p:cNvSpPr/>
          <p:nvPr/>
        </p:nvSpPr>
        <p:spPr>
          <a:xfrm flipH="1" flipV="1">
            <a:off x="7725170" y="5125079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6" name="r2_o11404"/>
          <p:cNvSpPr/>
          <p:nvPr/>
        </p:nvSpPr>
        <p:spPr>
          <a:xfrm flipV="1">
            <a:off x="7792559" y="4861705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7" name="r2_o11405"/>
          <p:cNvSpPr/>
          <p:nvPr/>
        </p:nvSpPr>
        <p:spPr>
          <a:xfrm flipV="1">
            <a:off x="7794832" y="4574281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8" name="r2_o11406"/>
          <p:cNvSpPr/>
          <p:nvPr/>
        </p:nvSpPr>
        <p:spPr>
          <a:xfrm flipH="1" flipV="1">
            <a:off x="7922804" y="5107337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09" name="r2_o11407"/>
          <p:cNvSpPr/>
          <p:nvPr/>
        </p:nvSpPr>
        <p:spPr>
          <a:xfrm flipV="1">
            <a:off x="7790286" y="5149130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0" name="r2_o11408"/>
          <p:cNvSpPr/>
          <p:nvPr/>
        </p:nvSpPr>
        <p:spPr>
          <a:xfrm flipH="1" flipV="1">
            <a:off x="8055311" y="4999701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1" name="r2_o11409"/>
          <p:cNvSpPr/>
          <p:nvPr/>
        </p:nvSpPr>
        <p:spPr>
          <a:xfrm flipV="1">
            <a:off x="7680243" y="5214973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2" name="r2_o11410"/>
          <p:cNvSpPr/>
          <p:nvPr/>
        </p:nvSpPr>
        <p:spPr>
          <a:xfrm flipH="1" flipV="1">
            <a:off x="7790286" y="5214973"/>
            <a:ext cx="87592" cy="24050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3" name="r2_o11411"/>
          <p:cNvSpPr/>
          <p:nvPr/>
        </p:nvSpPr>
        <p:spPr>
          <a:xfrm flipV="1">
            <a:off x="7987921" y="5131388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4" name="r2_o11412"/>
          <p:cNvSpPr/>
          <p:nvPr/>
        </p:nvSpPr>
        <p:spPr>
          <a:xfrm flipV="1">
            <a:off x="8187817" y="4826223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5" name="r2_o11413"/>
          <p:cNvSpPr/>
          <p:nvPr/>
        </p:nvSpPr>
        <p:spPr>
          <a:xfrm flipH="1" flipV="1">
            <a:off x="8190090" y="4604641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6" name="r2_o11414"/>
          <p:cNvSpPr/>
          <p:nvPr/>
        </p:nvSpPr>
        <p:spPr>
          <a:xfrm flipH="1" flipV="1">
            <a:off x="7857676" y="5017443"/>
            <a:ext cx="87592" cy="24050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7" name="r2_o11415"/>
          <p:cNvSpPr/>
          <p:nvPr/>
        </p:nvSpPr>
        <p:spPr>
          <a:xfrm flipV="1">
            <a:off x="7727442" y="4771811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8" name="r2_o11416"/>
          <p:cNvSpPr/>
          <p:nvPr/>
        </p:nvSpPr>
        <p:spPr>
          <a:xfrm flipH="1" flipV="1">
            <a:off x="7992455" y="4622383"/>
            <a:ext cx="87592" cy="24050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19" name="r2_o11417"/>
          <p:cNvSpPr/>
          <p:nvPr/>
        </p:nvSpPr>
        <p:spPr>
          <a:xfrm flipH="1" flipV="1">
            <a:off x="8057584" y="4712277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0" name="r2_o11418"/>
          <p:cNvSpPr/>
          <p:nvPr/>
        </p:nvSpPr>
        <p:spPr>
          <a:xfrm flipV="1">
            <a:off x="8322597" y="4431163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1" name="r2_o11419"/>
          <p:cNvSpPr/>
          <p:nvPr/>
        </p:nvSpPr>
        <p:spPr>
          <a:xfrm flipH="1" flipV="1">
            <a:off x="7927338" y="4532489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2" name="r2_o11420"/>
          <p:cNvSpPr/>
          <p:nvPr/>
        </p:nvSpPr>
        <p:spPr>
          <a:xfrm flipV="1">
            <a:off x="7922804" y="5041493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3" name="r2_o11421"/>
          <p:cNvSpPr/>
          <p:nvPr/>
        </p:nvSpPr>
        <p:spPr>
          <a:xfrm flipV="1">
            <a:off x="7990194" y="4843963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4" name="r2_o11422"/>
          <p:cNvSpPr/>
          <p:nvPr/>
        </p:nvSpPr>
        <p:spPr>
          <a:xfrm flipV="1">
            <a:off x="8010385" y="5089596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5" name="r2_o11423"/>
          <p:cNvSpPr/>
          <p:nvPr/>
        </p:nvSpPr>
        <p:spPr>
          <a:xfrm flipH="1" flipV="1">
            <a:off x="7859949" y="4730019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6" name="r2_o11424"/>
          <p:cNvSpPr/>
          <p:nvPr/>
        </p:nvSpPr>
        <p:spPr>
          <a:xfrm flipV="1">
            <a:off x="8055311" y="4933858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7" name="r2_o11425"/>
          <p:cNvSpPr/>
          <p:nvPr/>
        </p:nvSpPr>
        <p:spPr>
          <a:xfrm flipV="1">
            <a:off x="7927338" y="4466645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8" name="r2_o11426"/>
          <p:cNvSpPr/>
          <p:nvPr/>
        </p:nvSpPr>
        <p:spPr>
          <a:xfrm flipV="1">
            <a:off x="8012657" y="4802171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29" name="r2_o11427"/>
          <p:cNvSpPr/>
          <p:nvPr/>
        </p:nvSpPr>
        <p:spPr>
          <a:xfrm flipH="1" flipV="1">
            <a:off x="8257480" y="4407111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0" name="r2_o11428"/>
          <p:cNvSpPr/>
          <p:nvPr/>
        </p:nvSpPr>
        <p:spPr>
          <a:xfrm flipH="1" flipV="1">
            <a:off x="7660053" y="5035184"/>
            <a:ext cx="87580" cy="2405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1" name="r2_o11429"/>
          <p:cNvSpPr/>
          <p:nvPr/>
        </p:nvSpPr>
        <p:spPr>
          <a:xfrm flipV="1">
            <a:off x="7992455" y="4556540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2" name="r2_o11430"/>
          <p:cNvSpPr/>
          <p:nvPr/>
        </p:nvSpPr>
        <p:spPr>
          <a:xfrm flipV="1">
            <a:off x="8255207" y="4628693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3" name="r2_o11431"/>
          <p:cNvSpPr/>
          <p:nvPr/>
        </p:nvSpPr>
        <p:spPr>
          <a:xfrm flipV="1">
            <a:off x="7615126" y="5125079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4" name="r2_o11432"/>
          <p:cNvSpPr/>
          <p:nvPr/>
        </p:nvSpPr>
        <p:spPr>
          <a:xfrm flipV="1">
            <a:off x="7949801" y="4424853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5" name="r2_o11433"/>
          <p:cNvSpPr/>
          <p:nvPr/>
        </p:nvSpPr>
        <p:spPr>
          <a:xfrm flipV="1">
            <a:off x="8145164" y="4694536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6" name="r2_o11434"/>
          <p:cNvSpPr/>
          <p:nvPr/>
        </p:nvSpPr>
        <p:spPr>
          <a:xfrm flipV="1">
            <a:off x="8122701" y="4736328"/>
            <a:ext cx="22463" cy="6584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7" name="r2_o11435"/>
          <p:cNvSpPr/>
          <p:nvPr/>
        </p:nvSpPr>
        <p:spPr>
          <a:xfrm flipV="1">
            <a:off x="7749905" y="4730019"/>
            <a:ext cx="110043" cy="41792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438" name="r2_o11436"/>
          <p:cNvSpPr/>
          <p:nvPr/>
        </p:nvSpPr>
        <p:spPr>
          <a:xfrm>
            <a:off x="8233429" y="438306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39" name="r2_o11437"/>
          <p:cNvSpPr/>
          <p:nvPr/>
        </p:nvSpPr>
        <p:spPr>
          <a:xfrm>
            <a:off x="8240163" y="438907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0" name="r2_o11438"/>
          <p:cNvSpPr/>
          <p:nvPr/>
        </p:nvSpPr>
        <p:spPr>
          <a:xfrm>
            <a:off x="8240163" y="438907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1" name="r2_o11439"/>
          <p:cNvSpPr/>
          <p:nvPr/>
        </p:nvSpPr>
        <p:spPr>
          <a:xfrm>
            <a:off x="8263733" y="441096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2" name="r2_o11440"/>
          <p:cNvSpPr/>
          <p:nvPr/>
        </p:nvSpPr>
        <p:spPr>
          <a:xfrm>
            <a:off x="8268043" y="441480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3" name="r2_o11441"/>
          <p:cNvSpPr/>
          <p:nvPr/>
        </p:nvSpPr>
        <p:spPr>
          <a:xfrm>
            <a:off x="8268043" y="441480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4" name="r2_o11442"/>
          <p:cNvSpPr/>
          <p:nvPr/>
        </p:nvSpPr>
        <p:spPr>
          <a:xfrm>
            <a:off x="8035794" y="440080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5" name="r2_o11443"/>
          <p:cNvSpPr/>
          <p:nvPr/>
        </p:nvSpPr>
        <p:spPr>
          <a:xfrm>
            <a:off x="8042529" y="440681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6" name="r2_o11444"/>
          <p:cNvSpPr/>
          <p:nvPr/>
        </p:nvSpPr>
        <p:spPr>
          <a:xfrm>
            <a:off x="8042529" y="440681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7" name="r2_o11445"/>
          <p:cNvSpPr/>
          <p:nvPr/>
        </p:nvSpPr>
        <p:spPr>
          <a:xfrm>
            <a:off x="8066098" y="442870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8" name="r2_o11446"/>
          <p:cNvSpPr/>
          <p:nvPr/>
        </p:nvSpPr>
        <p:spPr>
          <a:xfrm>
            <a:off x="8070408" y="443254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49" name="r2_o11447"/>
          <p:cNvSpPr/>
          <p:nvPr/>
        </p:nvSpPr>
        <p:spPr>
          <a:xfrm>
            <a:off x="8070408" y="443254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0" name="r2_o11448"/>
          <p:cNvSpPr/>
          <p:nvPr/>
        </p:nvSpPr>
        <p:spPr>
          <a:xfrm>
            <a:off x="8321009" y="440711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1" name="r2_o11449"/>
          <p:cNvSpPr/>
          <p:nvPr/>
        </p:nvSpPr>
        <p:spPr>
          <a:xfrm>
            <a:off x="8327744" y="441312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2" name="r2_o11450"/>
          <p:cNvSpPr/>
          <p:nvPr/>
        </p:nvSpPr>
        <p:spPr>
          <a:xfrm>
            <a:off x="8327744" y="441312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3" name="r2_o11451"/>
          <p:cNvSpPr/>
          <p:nvPr/>
        </p:nvSpPr>
        <p:spPr>
          <a:xfrm>
            <a:off x="8351313" y="443501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4" name="r2_o11452"/>
          <p:cNvSpPr/>
          <p:nvPr/>
        </p:nvSpPr>
        <p:spPr>
          <a:xfrm>
            <a:off x="8355623" y="443885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5" name="r2_o11453"/>
          <p:cNvSpPr/>
          <p:nvPr/>
        </p:nvSpPr>
        <p:spPr>
          <a:xfrm>
            <a:off x="8355623" y="443885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6" name="r2_o11454"/>
          <p:cNvSpPr/>
          <p:nvPr/>
        </p:nvSpPr>
        <p:spPr>
          <a:xfrm>
            <a:off x="8123386" y="442485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7" name="r2_o11455"/>
          <p:cNvSpPr/>
          <p:nvPr/>
        </p:nvSpPr>
        <p:spPr>
          <a:xfrm>
            <a:off x="8130120" y="443086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8" name="r2_o11456"/>
          <p:cNvSpPr/>
          <p:nvPr/>
        </p:nvSpPr>
        <p:spPr>
          <a:xfrm>
            <a:off x="8130120" y="443086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59" name="r2_o11457"/>
          <p:cNvSpPr/>
          <p:nvPr/>
        </p:nvSpPr>
        <p:spPr>
          <a:xfrm>
            <a:off x="7925751" y="444259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0" name="r2_o11458"/>
          <p:cNvSpPr/>
          <p:nvPr/>
        </p:nvSpPr>
        <p:spPr>
          <a:xfrm>
            <a:off x="7932485" y="444860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1" name="r2_o11459"/>
          <p:cNvSpPr/>
          <p:nvPr/>
        </p:nvSpPr>
        <p:spPr>
          <a:xfrm>
            <a:off x="7932485" y="444860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2" name="r2_o11460"/>
          <p:cNvSpPr/>
          <p:nvPr/>
        </p:nvSpPr>
        <p:spPr>
          <a:xfrm>
            <a:off x="7956055" y="447049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3" name="r2_o11461"/>
          <p:cNvSpPr/>
          <p:nvPr/>
        </p:nvSpPr>
        <p:spPr>
          <a:xfrm>
            <a:off x="7960364" y="447434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4" name="r2_o11462"/>
          <p:cNvSpPr/>
          <p:nvPr/>
        </p:nvSpPr>
        <p:spPr>
          <a:xfrm>
            <a:off x="7960364" y="447434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5" name="r2_o11463"/>
          <p:cNvSpPr/>
          <p:nvPr/>
        </p:nvSpPr>
        <p:spPr>
          <a:xfrm>
            <a:off x="8298546" y="447295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6" name="r2_o11464"/>
          <p:cNvSpPr/>
          <p:nvPr/>
        </p:nvSpPr>
        <p:spPr>
          <a:xfrm>
            <a:off x="8305280" y="447896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7" name="r2_o11465"/>
          <p:cNvSpPr/>
          <p:nvPr/>
        </p:nvSpPr>
        <p:spPr>
          <a:xfrm>
            <a:off x="8305280" y="447896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8" name="r2_o11466"/>
          <p:cNvSpPr/>
          <p:nvPr/>
        </p:nvSpPr>
        <p:spPr>
          <a:xfrm>
            <a:off x="8328850" y="450085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69" name="r2_o11467"/>
          <p:cNvSpPr/>
          <p:nvPr/>
        </p:nvSpPr>
        <p:spPr>
          <a:xfrm>
            <a:off x="8333160" y="450470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0" name="r2_o11468"/>
          <p:cNvSpPr/>
          <p:nvPr/>
        </p:nvSpPr>
        <p:spPr>
          <a:xfrm>
            <a:off x="8333160" y="450470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1" name="r2_o11469"/>
          <p:cNvSpPr/>
          <p:nvPr/>
        </p:nvSpPr>
        <p:spPr>
          <a:xfrm>
            <a:off x="8100923" y="449069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2" name="r2_o11470"/>
          <p:cNvSpPr/>
          <p:nvPr/>
        </p:nvSpPr>
        <p:spPr>
          <a:xfrm>
            <a:off x="8107657" y="449670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3" name="r2_o11471"/>
          <p:cNvSpPr/>
          <p:nvPr/>
        </p:nvSpPr>
        <p:spPr>
          <a:xfrm>
            <a:off x="8107657" y="449670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4" name="r2_o11472"/>
          <p:cNvSpPr/>
          <p:nvPr/>
        </p:nvSpPr>
        <p:spPr>
          <a:xfrm>
            <a:off x="7903288" y="450843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5" name="r2_o11473"/>
          <p:cNvSpPr/>
          <p:nvPr/>
        </p:nvSpPr>
        <p:spPr>
          <a:xfrm>
            <a:off x="7910022" y="451445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6" name="r2_o11474"/>
          <p:cNvSpPr/>
          <p:nvPr/>
        </p:nvSpPr>
        <p:spPr>
          <a:xfrm>
            <a:off x="7910022" y="451445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7" name="r2_o11475"/>
          <p:cNvSpPr/>
          <p:nvPr/>
        </p:nvSpPr>
        <p:spPr>
          <a:xfrm>
            <a:off x="8188503" y="451474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8" name="r2_o11476"/>
          <p:cNvSpPr/>
          <p:nvPr/>
        </p:nvSpPr>
        <p:spPr>
          <a:xfrm>
            <a:off x="8195237" y="452076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79" name="r2_o11477"/>
          <p:cNvSpPr/>
          <p:nvPr/>
        </p:nvSpPr>
        <p:spPr>
          <a:xfrm>
            <a:off x="8195237" y="452076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0" name="r2_o11478"/>
          <p:cNvSpPr/>
          <p:nvPr/>
        </p:nvSpPr>
        <p:spPr>
          <a:xfrm>
            <a:off x="7990868" y="453249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1" name="r2_o11479"/>
          <p:cNvSpPr/>
          <p:nvPr/>
        </p:nvSpPr>
        <p:spPr>
          <a:xfrm>
            <a:off x="7997602" y="453850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2" name="r2_o11480"/>
          <p:cNvSpPr/>
          <p:nvPr/>
        </p:nvSpPr>
        <p:spPr>
          <a:xfrm>
            <a:off x="7997602" y="453850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3" name="r2_o11481"/>
          <p:cNvSpPr/>
          <p:nvPr/>
        </p:nvSpPr>
        <p:spPr>
          <a:xfrm>
            <a:off x="7793245" y="455023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4" name="r2_o11482"/>
          <p:cNvSpPr/>
          <p:nvPr/>
        </p:nvSpPr>
        <p:spPr>
          <a:xfrm>
            <a:off x="7799979" y="455624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5" name="r2_o11483"/>
          <p:cNvSpPr/>
          <p:nvPr/>
        </p:nvSpPr>
        <p:spPr>
          <a:xfrm>
            <a:off x="7799979" y="455624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6" name="r2_o11484"/>
          <p:cNvSpPr/>
          <p:nvPr/>
        </p:nvSpPr>
        <p:spPr>
          <a:xfrm>
            <a:off x="7823548" y="457812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7" name="r2_o11485"/>
          <p:cNvSpPr/>
          <p:nvPr/>
        </p:nvSpPr>
        <p:spPr>
          <a:xfrm>
            <a:off x="7827858" y="458197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8" name="r2_o11486"/>
          <p:cNvSpPr/>
          <p:nvPr/>
        </p:nvSpPr>
        <p:spPr>
          <a:xfrm>
            <a:off x="7827858" y="458197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89" name="r2_o11487"/>
          <p:cNvSpPr/>
          <p:nvPr/>
        </p:nvSpPr>
        <p:spPr>
          <a:xfrm>
            <a:off x="8166040" y="458059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0" name="r2_o11488"/>
          <p:cNvSpPr/>
          <p:nvPr/>
        </p:nvSpPr>
        <p:spPr>
          <a:xfrm>
            <a:off x="8172774" y="458660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1" name="r2_o11489"/>
          <p:cNvSpPr/>
          <p:nvPr/>
        </p:nvSpPr>
        <p:spPr>
          <a:xfrm>
            <a:off x="8172774" y="458660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2" name="r2_o11490"/>
          <p:cNvSpPr/>
          <p:nvPr/>
        </p:nvSpPr>
        <p:spPr>
          <a:xfrm>
            <a:off x="7968405" y="459833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3" name="r2_o11491"/>
          <p:cNvSpPr/>
          <p:nvPr/>
        </p:nvSpPr>
        <p:spPr>
          <a:xfrm>
            <a:off x="7975139" y="460434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4" name="r2_o11492"/>
          <p:cNvSpPr/>
          <p:nvPr/>
        </p:nvSpPr>
        <p:spPr>
          <a:xfrm>
            <a:off x="7975139" y="460434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5" name="r2_o11493"/>
          <p:cNvSpPr/>
          <p:nvPr/>
        </p:nvSpPr>
        <p:spPr>
          <a:xfrm>
            <a:off x="8253620" y="460464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6" name="r2_o11494"/>
          <p:cNvSpPr/>
          <p:nvPr/>
        </p:nvSpPr>
        <p:spPr>
          <a:xfrm>
            <a:off x="8260354" y="461065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7" name="r2_o11495"/>
          <p:cNvSpPr/>
          <p:nvPr/>
        </p:nvSpPr>
        <p:spPr>
          <a:xfrm>
            <a:off x="8260354" y="461065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8" name="r2_o11496"/>
          <p:cNvSpPr/>
          <p:nvPr/>
        </p:nvSpPr>
        <p:spPr>
          <a:xfrm>
            <a:off x="8283923" y="463254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99" name="r2_o11497"/>
          <p:cNvSpPr/>
          <p:nvPr/>
        </p:nvSpPr>
        <p:spPr>
          <a:xfrm>
            <a:off x="8288233" y="463638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0" name="r2_o11498"/>
          <p:cNvSpPr/>
          <p:nvPr/>
        </p:nvSpPr>
        <p:spPr>
          <a:xfrm>
            <a:off x="8288233" y="463638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1" name="r2_o11499"/>
          <p:cNvSpPr/>
          <p:nvPr/>
        </p:nvSpPr>
        <p:spPr>
          <a:xfrm>
            <a:off x="7770781" y="461607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2" name="r2_o11500"/>
          <p:cNvSpPr/>
          <p:nvPr/>
        </p:nvSpPr>
        <p:spPr>
          <a:xfrm>
            <a:off x="7777515" y="462208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3" name="r2_o11501"/>
          <p:cNvSpPr/>
          <p:nvPr/>
        </p:nvSpPr>
        <p:spPr>
          <a:xfrm>
            <a:off x="7777515" y="462208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4" name="r2_o11502"/>
          <p:cNvSpPr/>
          <p:nvPr/>
        </p:nvSpPr>
        <p:spPr>
          <a:xfrm>
            <a:off x="7801085" y="464397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5" name="r2_o11503"/>
          <p:cNvSpPr/>
          <p:nvPr/>
        </p:nvSpPr>
        <p:spPr>
          <a:xfrm>
            <a:off x="7805395" y="464782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6" name="r2_o11504"/>
          <p:cNvSpPr/>
          <p:nvPr/>
        </p:nvSpPr>
        <p:spPr>
          <a:xfrm>
            <a:off x="7805395" y="464782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7" name="r2_o11505"/>
          <p:cNvSpPr/>
          <p:nvPr/>
        </p:nvSpPr>
        <p:spPr>
          <a:xfrm>
            <a:off x="8055996" y="462238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8" name="r2_o11506"/>
          <p:cNvSpPr/>
          <p:nvPr/>
        </p:nvSpPr>
        <p:spPr>
          <a:xfrm>
            <a:off x="8062730" y="462839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09" name="r2_o11507"/>
          <p:cNvSpPr/>
          <p:nvPr/>
        </p:nvSpPr>
        <p:spPr>
          <a:xfrm>
            <a:off x="8062730" y="462839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0" name="r2_o11508"/>
          <p:cNvSpPr/>
          <p:nvPr/>
        </p:nvSpPr>
        <p:spPr>
          <a:xfrm>
            <a:off x="7858362" y="464012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1" name="r2_o11509"/>
          <p:cNvSpPr/>
          <p:nvPr/>
        </p:nvSpPr>
        <p:spPr>
          <a:xfrm>
            <a:off x="7865096" y="464613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2" name="r2_o11510"/>
          <p:cNvSpPr/>
          <p:nvPr/>
        </p:nvSpPr>
        <p:spPr>
          <a:xfrm>
            <a:off x="7865096" y="464613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3" name="r2_o11511"/>
          <p:cNvSpPr/>
          <p:nvPr/>
        </p:nvSpPr>
        <p:spPr>
          <a:xfrm>
            <a:off x="8231157" y="467048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4" name="r2_o11512"/>
          <p:cNvSpPr/>
          <p:nvPr/>
        </p:nvSpPr>
        <p:spPr>
          <a:xfrm>
            <a:off x="8237891" y="467649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5" name="r2_o11513"/>
          <p:cNvSpPr/>
          <p:nvPr/>
        </p:nvSpPr>
        <p:spPr>
          <a:xfrm>
            <a:off x="8237891" y="467649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6" name="r2_o11514"/>
          <p:cNvSpPr/>
          <p:nvPr/>
        </p:nvSpPr>
        <p:spPr>
          <a:xfrm>
            <a:off x="8261460" y="469838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7" name="r2_o11515"/>
          <p:cNvSpPr/>
          <p:nvPr/>
        </p:nvSpPr>
        <p:spPr>
          <a:xfrm>
            <a:off x="8265770" y="470223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8" name="r2_o11516"/>
          <p:cNvSpPr/>
          <p:nvPr/>
        </p:nvSpPr>
        <p:spPr>
          <a:xfrm>
            <a:off x="8265770" y="470223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19" name="r2_o11517"/>
          <p:cNvSpPr/>
          <p:nvPr/>
        </p:nvSpPr>
        <p:spPr>
          <a:xfrm>
            <a:off x="8033533" y="468822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0" name="r2_o11518"/>
          <p:cNvSpPr/>
          <p:nvPr/>
        </p:nvSpPr>
        <p:spPr>
          <a:xfrm>
            <a:off x="8040267" y="469423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1" name="r2_o11519"/>
          <p:cNvSpPr/>
          <p:nvPr/>
        </p:nvSpPr>
        <p:spPr>
          <a:xfrm>
            <a:off x="8040267" y="469423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2" name="r2_o11520"/>
          <p:cNvSpPr/>
          <p:nvPr/>
        </p:nvSpPr>
        <p:spPr>
          <a:xfrm>
            <a:off x="7835898" y="470596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3" name="r2_o11521"/>
          <p:cNvSpPr/>
          <p:nvPr/>
        </p:nvSpPr>
        <p:spPr>
          <a:xfrm>
            <a:off x="7842632" y="471198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4" name="r2_o11522"/>
          <p:cNvSpPr/>
          <p:nvPr/>
        </p:nvSpPr>
        <p:spPr>
          <a:xfrm>
            <a:off x="7842632" y="471198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5" name="r2_o11523"/>
          <p:cNvSpPr/>
          <p:nvPr/>
        </p:nvSpPr>
        <p:spPr>
          <a:xfrm>
            <a:off x="8121113" y="471227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6" name="r2_o11524"/>
          <p:cNvSpPr/>
          <p:nvPr/>
        </p:nvSpPr>
        <p:spPr>
          <a:xfrm>
            <a:off x="8127847" y="471829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7" name="r2_o11525"/>
          <p:cNvSpPr/>
          <p:nvPr/>
        </p:nvSpPr>
        <p:spPr>
          <a:xfrm>
            <a:off x="8127847" y="471829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8" name="r2_o11526"/>
          <p:cNvSpPr/>
          <p:nvPr/>
        </p:nvSpPr>
        <p:spPr>
          <a:xfrm>
            <a:off x="7923478" y="473002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29" name="r2_o11527"/>
          <p:cNvSpPr/>
          <p:nvPr/>
        </p:nvSpPr>
        <p:spPr>
          <a:xfrm>
            <a:off x="7930213" y="473603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0" name="r2_o11528"/>
          <p:cNvSpPr/>
          <p:nvPr/>
        </p:nvSpPr>
        <p:spPr>
          <a:xfrm>
            <a:off x="7930213" y="473603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1" name="r2_o11529"/>
          <p:cNvSpPr/>
          <p:nvPr/>
        </p:nvSpPr>
        <p:spPr>
          <a:xfrm>
            <a:off x="7725855" y="474776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2" name="r2_o11530"/>
          <p:cNvSpPr/>
          <p:nvPr/>
        </p:nvSpPr>
        <p:spPr>
          <a:xfrm>
            <a:off x="7732589" y="475377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3" name="r2_o11531"/>
          <p:cNvSpPr/>
          <p:nvPr/>
        </p:nvSpPr>
        <p:spPr>
          <a:xfrm>
            <a:off x="7732589" y="475377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4" name="r2_o11532"/>
          <p:cNvSpPr/>
          <p:nvPr/>
        </p:nvSpPr>
        <p:spPr>
          <a:xfrm>
            <a:off x="7756158" y="477565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5" name="r2_o11533"/>
          <p:cNvSpPr/>
          <p:nvPr/>
        </p:nvSpPr>
        <p:spPr>
          <a:xfrm>
            <a:off x="7760468" y="477950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6" name="r2_o11534"/>
          <p:cNvSpPr/>
          <p:nvPr/>
        </p:nvSpPr>
        <p:spPr>
          <a:xfrm>
            <a:off x="7760468" y="477950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7" name="r2_o11535"/>
          <p:cNvSpPr/>
          <p:nvPr/>
        </p:nvSpPr>
        <p:spPr>
          <a:xfrm>
            <a:off x="8098650" y="477812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8" name="r2_o11536"/>
          <p:cNvSpPr/>
          <p:nvPr/>
        </p:nvSpPr>
        <p:spPr>
          <a:xfrm>
            <a:off x="8105384" y="478413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39" name="r2_o11537"/>
          <p:cNvSpPr/>
          <p:nvPr/>
        </p:nvSpPr>
        <p:spPr>
          <a:xfrm>
            <a:off x="8105384" y="478413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0" name="r2_o11538"/>
          <p:cNvSpPr/>
          <p:nvPr/>
        </p:nvSpPr>
        <p:spPr>
          <a:xfrm>
            <a:off x="7901015" y="479586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1" name="r2_o11539"/>
          <p:cNvSpPr/>
          <p:nvPr/>
        </p:nvSpPr>
        <p:spPr>
          <a:xfrm>
            <a:off x="7907749" y="480187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2" name="r2_o11540"/>
          <p:cNvSpPr/>
          <p:nvPr/>
        </p:nvSpPr>
        <p:spPr>
          <a:xfrm>
            <a:off x="7907749" y="480187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3" name="r2_o11541"/>
          <p:cNvSpPr/>
          <p:nvPr/>
        </p:nvSpPr>
        <p:spPr>
          <a:xfrm>
            <a:off x="8186230" y="480217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4" name="r2_o11542"/>
          <p:cNvSpPr/>
          <p:nvPr/>
        </p:nvSpPr>
        <p:spPr>
          <a:xfrm>
            <a:off x="8192964" y="480818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5" name="r2_o11543"/>
          <p:cNvSpPr/>
          <p:nvPr/>
        </p:nvSpPr>
        <p:spPr>
          <a:xfrm>
            <a:off x="8192964" y="480818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6" name="r2_o11544"/>
          <p:cNvSpPr/>
          <p:nvPr/>
        </p:nvSpPr>
        <p:spPr>
          <a:xfrm>
            <a:off x="8216534" y="483007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7" name="r2_o11545"/>
          <p:cNvSpPr/>
          <p:nvPr/>
        </p:nvSpPr>
        <p:spPr>
          <a:xfrm>
            <a:off x="8220844" y="483391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8" name="r2_o11546"/>
          <p:cNvSpPr/>
          <p:nvPr/>
        </p:nvSpPr>
        <p:spPr>
          <a:xfrm>
            <a:off x="8220844" y="483391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49" name="r2_o11547"/>
          <p:cNvSpPr/>
          <p:nvPr/>
        </p:nvSpPr>
        <p:spPr>
          <a:xfrm>
            <a:off x="7703392" y="481360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0" name="r2_o11548"/>
          <p:cNvSpPr/>
          <p:nvPr/>
        </p:nvSpPr>
        <p:spPr>
          <a:xfrm>
            <a:off x="7710126" y="481961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1" name="r2_o11549"/>
          <p:cNvSpPr/>
          <p:nvPr/>
        </p:nvSpPr>
        <p:spPr>
          <a:xfrm>
            <a:off x="7710126" y="481961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2" name="r2_o11550"/>
          <p:cNvSpPr/>
          <p:nvPr/>
        </p:nvSpPr>
        <p:spPr>
          <a:xfrm>
            <a:off x="7733695" y="484150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3" name="r2_o11551"/>
          <p:cNvSpPr/>
          <p:nvPr/>
        </p:nvSpPr>
        <p:spPr>
          <a:xfrm>
            <a:off x="7738005" y="484535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4" name="r2_o11552"/>
          <p:cNvSpPr/>
          <p:nvPr/>
        </p:nvSpPr>
        <p:spPr>
          <a:xfrm>
            <a:off x="7738005" y="484535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5" name="r2_o11553"/>
          <p:cNvSpPr/>
          <p:nvPr/>
        </p:nvSpPr>
        <p:spPr>
          <a:xfrm>
            <a:off x="7988607" y="481991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6" name="r2_o11554"/>
          <p:cNvSpPr/>
          <p:nvPr/>
        </p:nvSpPr>
        <p:spPr>
          <a:xfrm>
            <a:off x="7995341" y="482592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7" name="r2_o11555"/>
          <p:cNvSpPr/>
          <p:nvPr/>
        </p:nvSpPr>
        <p:spPr>
          <a:xfrm>
            <a:off x="7995341" y="482592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8" name="r2_o11556"/>
          <p:cNvSpPr/>
          <p:nvPr/>
        </p:nvSpPr>
        <p:spPr>
          <a:xfrm>
            <a:off x="7790972" y="483765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59" name="r2_o11557"/>
          <p:cNvSpPr/>
          <p:nvPr/>
        </p:nvSpPr>
        <p:spPr>
          <a:xfrm>
            <a:off x="7797706" y="484366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0" name="r2_o11558"/>
          <p:cNvSpPr/>
          <p:nvPr/>
        </p:nvSpPr>
        <p:spPr>
          <a:xfrm>
            <a:off x="7797706" y="484366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1" name="r2_o11559"/>
          <p:cNvSpPr/>
          <p:nvPr/>
        </p:nvSpPr>
        <p:spPr>
          <a:xfrm>
            <a:off x="8163767" y="486801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2" name="r2_o11560"/>
          <p:cNvSpPr/>
          <p:nvPr/>
        </p:nvSpPr>
        <p:spPr>
          <a:xfrm>
            <a:off x="8170501" y="487402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3" name="r2_o11561"/>
          <p:cNvSpPr/>
          <p:nvPr/>
        </p:nvSpPr>
        <p:spPr>
          <a:xfrm>
            <a:off x="8170501" y="487402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4" name="r2_o11562"/>
          <p:cNvSpPr/>
          <p:nvPr/>
        </p:nvSpPr>
        <p:spPr>
          <a:xfrm>
            <a:off x="8194071" y="489591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5" name="r2_o11563"/>
          <p:cNvSpPr/>
          <p:nvPr/>
        </p:nvSpPr>
        <p:spPr>
          <a:xfrm>
            <a:off x="8198380" y="489976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6" name="r2_o11564"/>
          <p:cNvSpPr/>
          <p:nvPr/>
        </p:nvSpPr>
        <p:spPr>
          <a:xfrm>
            <a:off x="8198380" y="489976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7" name="r2_o11565"/>
          <p:cNvSpPr/>
          <p:nvPr/>
        </p:nvSpPr>
        <p:spPr>
          <a:xfrm>
            <a:off x="7966144" y="488575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8" name="r2_o11566"/>
          <p:cNvSpPr/>
          <p:nvPr/>
        </p:nvSpPr>
        <p:spPr>
          <a:xfrm>
            <a:off x="7972878" y="489176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69" name="r2_o11567"/>
          <p:cNvSpPr/>
          <p:nvPr/>
        </p:nvSpPr>
        <p:spPr>
          <a:xfrm>
            <a:off x="7972878" y="489176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0" name="r2_o11568"/>
          <p:cNvSpPr/>
          <p:nvPr/>
        </p:nvSpPr>
        <p:spPr>
          <a:xfrm>
            <a:off x="7768509" y="490349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1" name="r2_o11569"/>
          <p:cNvSpPr/>
          <p:nvPr/>
        </p:nvSpPr>
        <p:spPr>
          <a:xfrm>
            <a:off x="7775243" y="490951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2" name="r2_o11570"/>
          <p:cNvSpPr/>
          <p:nvPr/>
        </p:nvSpPr>
        <p:spPr>
          <a:xfrm>
            <a:off x="7775243" y="490951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3" name="r2_o11571"/>
          <p:cNvSpPr/>
          <p:nvPr/>
        </p:nvSpPr>
        <p:spPr>
          <a:xfrm>
            <a:off x="8053724" y="490980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4" name="r2_o11572"/>
          <p:cNvSpPr/>
          <p:nvPr/>
        </p:nvSpPr>
        <p:spPr>
          <a:xfrm>
            <a:off x="8060458" y="491582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5" name="r2_o11573"/>
          <p:cNvSpPr/>
          <p:nvPr/>
        </p:nvSpPr>
        <p:spPr>
          <a:xfrm>
            <a:off x="8060458" y="491582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6" name="r2_o11574"/>
          <p:cNvSpPr/>
          <p:nvPr/>
        </p:nvSpPr>
        <p:spPr>
          <a:xfrm>
            <a:off x="7856089" y="492755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7" name="r2_o11575"/>
          <p:cNvSpPr/>
          <p:nvPr/>
        </p:nvSpPr>
        <p:spPr>
          <a:xfrm>
            <a:off x="7862823" y="493356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8" name="r2_o11576"/>
          <p:cNvSpPr/>
          <p:nvPr/>
        </p:nvSpPr>
        <p:spPr>
          <a:xfrm>
            <a:off x="7862823" y="493356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79" name="r2_o11577"/>
          <p:cNvSpPr/>
          <p:nvPr/>
        </p:nvSpPr>
        <p:spPr>
          <a:xfrm>
            <a:off x="7658465" y="494529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0" name="r2_o11578"/>
          <p:cNvSpPr/>
          <p:nvPr/>
        </p:nvSpPr>
        <p:spPr>
          <a:xfrm>
            <a:off x="7665200" y="495130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1" name="r2_o11579"/>
          <p:cNvSpPr/>
          <p:nvPr/>
        </p:nvSpPr>
        <p:spPr>
          <a:xfrm>
            <a:off x="7665200" y="495130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2" name="r2_o11580"/>
          <p:cNvSpPr/>
          <p:nvPr/>
        </p:nvSpPr>
        <p:spPr>
          <a:xfrm>
            <a:off x="7688769" y="497318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3" name="r2_o11581"/>
          <p:cNvSpPr/>
          <p:nvPr/>
        </p:nvSpPr>
        <p:spPr>
          <a:xfrm>
            <a:off x="7693079" y="497703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4" name="r2_o11582"/>
          <p:cNvSpPr/>
          <p:nvPr/>
        </p:nvSpPr>
        <p:spPr>
          <a:xfrm>
            <a:off x="7693079" y="497703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5" name="r2_o11583"/>
          <p:cNvSpPr/>
          <p:nvPr/>
        </p:nvSpPr>
        <p:spPr>
          <a:xfrm>
            <a:off x="8031261" y="497565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6" name="r2_o11584"/>
          <p:cNvSpPr/>
          <p:nvPr/>
        </p:nvSpPr>
        <p:spPr>
          <a:xfrm>
            <a:off x="8037995" y="498166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7" name="r2_o11585"/>
          <p:cNvSpPr/>
          <p:nvPr/>
        </p:nvSpPr>
        <p:spPr>
          <a:xfrm>
            <a:off x="8037995" y="498166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8" name="r2_o11586"/>
          <p:cNvSpPr/>
          <p:nvPr/>
        </p:nvSpPr>
        <p:spPr>
          <a:xfrm>
            <a:off x="7833626" y="499339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89" name="r2_o11587"/>
          <p:cNvSpPr/>
          <p:nvPr/>
        </p:nvSpPr>
        <p:spPr>
          <a:xfrm>
            <a:off x="7840360" y="499940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0" name="r2_o11588"/>
          <p:cNvSpPr/>
          <p:nvPr/>
        </p:nvSpPr>
        <p:spPr>
          <a:xfrm>
            <a:off x="7840360" y="499940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1" name="r2_o11589"/>
          <p:cNvSpPr/>
          <p:nvPr/>
        </p:nvSpPr>
        <p:spPr>
          <a:xfrm>
            <a:off x="8118841" y="499970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2" name="r2_o11590"/>
          <p:cNvSpPr/>
          <p:nvPr/>
        </p:nvSpPr>
        <p:spPr>
          <a:xfrm>
            <a:off x="8125575" y="500571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3" name="r2_o11591"/>
          <p:cNvSpPr/>
          <p:nvPr/>
        </p:nvSpPr>
        <p:spPr>
          <a:xfrm>
            <a:off x="8125575" y="500571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4" name="r2_o11592"/>
          <p:cNvSpPr/>
          <p:nvPr/>
        </p:nvSpPr>
        <p:spPr>
          <a:xfrm>
            <a:off x="8149144" y="502760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5" name="r2_o11593"/>
          <p:cNvSpPr/>
          <p:nvPr/>
        </p:nvSpPr>
        <p:spPr>
          <a:xfrm>
            <a:off x="8153454" y="503144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6" name="r2_o11594"/>
          <p:cNvSpPr/>
          <p:nvPr/>
        </p:nvSpPr>
        <p:spPr>
          <a:xfrm>
            <a:off x="8153454" y="503144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7" name="r2_o11595"/>
          <p:cNvSpPr/>
          <p:nvPr/>
        </p:nvSpPr>
        <p:spPr>
          <a:xfrm>
            <a:off x="7636002" y="501113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8" name="r2_o11596"/>
          <p:cNvSpPr/>
          <p:nvPr/>
        </p:nvSpPr>
        <p:spPr>
          <a:xfrm>
            <a:off x="7642736" y="501714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99" name="r2_o11597"/>
          <p:cNvSpPr/>
          <p:nvPr/>
        </p:nvSpPr>
        <p:spPr>
          <a:xfrm>
            <a:off x="7642736" y="501714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0" name="r2_o11598"/>
          <p:cNvSpPr/>
          <p:nvPr/>
        </p:nvSpPr>
        <p:spPr>
          <a:xfrm>
            <a:off x="7666306" y="503903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1" name="r2_o11599"/>
          <p:cNvSpPr/>
          <p:nvPr/>
        </p:nvSpPr>
        <p:spPr>
          <a:xfrm>
            <a:off x="7670616" y="504288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2" name="r2_o11600"/>
          <p:cNvSpPr/>
          <p:nvPr/>
        </p:nvSpPr>
        <p:spPr>
          <a:xfrm>
            <a:off x="7670616" y="504288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3" name="r2_o11601"/>
          <p:cNvSpPr/>
          <p:nvPr/>
        </p:nvSpPr>
        <p:spPr>
          <a:xfrm>
            <a:off x="7921217" y="501744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4" name="r2_o11602"/>
          <p:cNvSpPr/>
          <p:nvPr/>
        </p:nvSpPr>
        <p:spPr>
          <a:xfrm>
            <a:off x="7927951" y="502345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5" name="r2_o11603"/>
          <p:cNvSpPr/>
          <p:nvPr/>
        </p:nvSpPr>
        <p:spPr>
          <a:xfrm>
            <a:off x="7927951" y="502345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6" name="r2_o11604"/>
          <p:cNvSpPr/>
          <p:nvPr/>
        </p:nvSpPr>
        <p:spPr>
          <a:xfrm>
            <a:off x="7723582" y="503518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7" name="r2_o11605"/>
          <p:cNvSpPr/>
          <p:nvPr/>
        </p:nvSpPr>
        <p:spPr>
          <a:xfrm>
            <a:off x="7730316" y="504119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8" name="r2_o11606"/>
          <p:cNvSpPr/>
          <p:nvPr/>
        </p:nvSpPr>
        <p:spPr>
          <a:xfrm>
            <a:off x="7730316" y="504119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09" name="r2_o11607"/>
          <p:cNvSpPr/>
          <p:nvPr/>
        </p:nvSpPr>
        <p:spPr>
          <a:xfrm>
            <a:off x="8096378" y="506554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0" name="r2_o11608"/>
          <p:cNvSpPr/>
          <p:nvPr/>
        </p:nvSpPr>
        <p:spPr>
          <a:xfrm>
            <a:off x="8103112" y="507155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1" name="r2_o11609"/>
          <p:cNvSpPr/>
          <p:nvPr/>
        </p:nvSpPr>
        <p:spPr>
          <a:xfrm>
            <a:off x="8103112" y="507155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2" name="r2_o11610"/>
          <p:cNvSpPr/>
          <p:nvPr/>
        </p:nvSpPr>
        <p:spPr>
          <a:xfrm>
            <a:off x="8126681" y="509344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3" name="r2_o11611"/>
          <p:cNvSpPr/>
          <p:nvPr/>
        </p:nvSpPr>
        <p:spPr>
          <a:xfrm>
            <a:off x="8130991" y="509729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4" name="r2_o11612"/>
          <p:cNvSpPr/>
          <p:nvPr/>
        </p:nvSpPr>
        <p:spPr>
          <a:xfrm>
            <a:off x="8130991" y="509729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5" name="r2_o11613"/>
          <p:cNvSpPr/>
          <p:nvPr/>
        </p:nvSpPr>
        <p:spPr>
          <a:xfrm>
            <a:off x="7898754" y="508328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6" name="r2_o11614"/>
          <p:cNvSpPr/>
          <p:nvPr/>
        </p:nvSpPr>
        <p:spPr>
          <a:xfrm>
            <a:off x="7905488" y="508929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7" name="r2_o11615"/>
          <p:cNvSpPr/>
          <p:nvPr/>
        </p:nvSpPr>
        <p:spPr>
          <a:xfrm>
            <a:off x="7905488" y="508929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8" name="r2_o11616"/>
          <p:cNvSpPr/>
          <p:nvPr/>
        </p:nvSpPr>
        <p:spPr>
          <a:xfrm>
            <a:off x="7701119" y="510102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19" name="r2_o11617"/>
          <p:cNvSpPr/>
          <p:nvPr/>
        </p:nvSpPr>
        <p:spPr>
          <a:xfrm>
            <a:off x="7707853" y="510704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0" name="r2_o11618"/>
          <p:cNvSpPr/>
          <p:nvPr/>
        </p:nvSpPr>
        <p:spPr>
          <a:xfrm>
            <a:off x="7707853" y="510704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1" name="r2_o11619"/>
          <p:cNvSpPr/>
          <p:nvPr/>
        </p:nvSpPr>
        <p:spPr>
          <a:xfrm>
            <a:off x="7986334" y="510733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2" name="r2_o11620"/>
          <p:cNvSpPr/>
          <p:nvPr/>
        </p:nvSpPr>
        <p:spPr>
          <a:xfrm>
            <a:off x="7993068" y="511335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3" name="r2_o11621"/>
          <p:cNvSpPr/>
          <p:nvPr/>
        </p:nvSpPr>
        <p:spPr>
          <a:xfrm>
            <a:off x="7993068" y="511335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4" name="r2_o11622"/>
          <p:cNvSpPr/>
          <p:nvPr/>
        </p:nvSpPr>
        <p:spPr>
          <a:xfrm>
            <a:off x="7788699" y="51250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5" name="r2_o11623"/>
          <p:cNvSpPr/>
          <p:nvPr/>
        </p:nvSpPr>
        <p:spPr>
          <a:xfrm>
            <a:off x="7795433" y="513109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6" name="r2_o11624"/>
          <p:cNvSpPr/>
          <p:nvPr/>
        </p:nvSpPr>
        <p:spPr>
          <a:xfrm>
            <a:off x="7795433" y="513109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7" name="r2_o11625"/>
          <p:cNvSpPr/>
          <p:nvPr/>
        </p:nvSpPr>
        <p:spPr>
          <a:xfrm>
            <a:off x="7591076" y="514282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8" name="r2_o11626"/>
          <p:cNvSpPr/>
          <p:nvPr/>
        </p:nvSpPr>
        <p:spPr>
          <a:xfrm>
            <a:off x="7597810" y="514883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29" name="r2_o11627"/>
          <p:cNvSpPr/>
          <p:nvPr/>
        </p:nvSpPr>
        <p:spPr>
          <a:xfrm>
            <a:off x="7597810" y="514883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0" name="r2_o11628"/>
          <p:cNvSpPr/>
          <p:nvPr/>
        </p:nvSpPr>
        <p:spPr>
          <a:xfrm>
            <a:off x="7621379" y="517071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1" name="r2_o11629"/>
          <p:cNvSpPr/>
          <p:nvPr/>
        </p:nvSpPr>
        <p:spPr>
          <a:xfrm>
            <a:off x="7625689" y="517456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2" name="r2_o11630"/>
          <p:cNvSpPr/>
          <p:nvPr/>
        </p:nvSpPr>
        <p:spPr>
          <a:xfrm>
            <a:off x="7625689" y="517456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3" name="r2_o11631"/>
          <p:cNvSpPr/>
          <p:nvPr/>
        </p:nvSpPr>
        <p:spPr>
          <a:xfrm>
            <a:off x="7963871" y="517318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4" name="r2_o11632"/>
          <p:cNvSpPr/>
          <p:nvPr/>
        </p:nvSpPr>
        <p:spPr>
          <a:xfrm>
            <a:off x="7970605" y="517919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5" name="r2_o11633"/>
          <p:cNvSpPr/>
          <p:nvPr/>
        </p:nvSpPr>
        <p:spPr>
          <a:xfrm>
            <a:off x="7970605" y="517919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6" name="r2_o11634"/>
          <p:cNvSpPr/>
          <p:nvPr/>
        </p:nvSpPr>
        <p:spPr>
          <a:xfrm>
            <a:off x="7994174" y="520107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7" name="r2_o11635"/>
          <p:cNvSpPr/>
          <p:nvPr/>
        </p:nvSpPr>
        <p:spPr>
          <a:xfrm>
            <a:off x="7998484" y="520492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8" name="r2_o11636"/>
          <p:cNvSpPr/>
          <p:nvPr/>
        </p:nvSpPr>
        <p:spPr>
          <a:xfrm>
            <a:off x="7998484" y="520492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39" name="r2_o11637"/>
          <p:cNvSpPr/>
          <p:nvPr/>
        </p:nvSpPr>
        <p:spPr>
          <a:xfrm>
            <a:off x="7766236" y="519092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0" name="r2_o11638"/>
          <p:cNvSpPr/>
          <p:nvPr/>
        </p:nvSpPr>
        <p:spPr>
          <a:xfrm>
            <a:off x="7772970" y="51969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1" name="r2_o11639"/>
          <p:cNvSpPr/>
          <p:nvPr/>
        </p:nvSpPr>
        <p:spPr>
          <a:xfrm>
            <a:off x="7772970" y="51969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2" name="r2_o11640"/>
          <p:cNvSpPr/>
          <p:nvPr/>
        </p:nvSpPr>
        <p:spPr>
          <a:xfrm>
            <a:off x="7568613" y="520866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3" name="r2_o11641"/>
          <p:cNvSpPr/>
          <p:nvPr/>
        </p:nvSpPr>
        <p:spPr>
          <a:xfrm>
            <a:off x="7575347" y="521467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4" name="r2_o11642"/>
          <p:cNvSpPr/>
          <p:nvPr/>
        </p:nvSpPr>
        <p:spPr>
          <a:xfrm>
            <a:off x="7575347" y="521467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5" name="r2_o11643"/>
          <p:cNvSpPr/>
          <p:nvPr/>
        </p:nvSpPr>
        <p:spPr>
          <a:xfrm>
            <a:off x="7598916" y="523656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6" name="r2_o11644"/>
          <p:cNvSpPr/>
          <p:nvPr/>
        </p:nvSpPr>
        <p:spPr>
          <a:xfrm>
            <a:off x="7603226" y="524041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7" name="r2_o11645"/>
          <p:cNvSpPr/>
          <p:nvPr/>
        </p:nvSpPr>
        <p:spPr>
          <a:xfrm>
            <a:off x="7603226" y="524041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8" name="r2_o11646"/>
          <p:cNvSpPr/>
          <p:nvPr/>
        </p:nvSpPr>
        <p:spPr>
          <a:xfrm>
            <a:off x="7853828" y="521497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49" name="r2_o11647"/>
          <p:cNvSpPr/>
          <p:nvPr/>
        </p:nvSpPr>
        <p:spPr>
          <a:xfrm>
            <a:off x="7860562" y="522098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0" name="r2_o11648"/>
          <p:cNvSpPr/>
          <p:nvPr/>
        </p:nvSpPr>
        <p:spPr>
          <a:xfrm>
            <a:off x="7860562" y="522098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1" name="r2_o11649"/>
          <p:cNvSpPr/>
          <p:nvPr/>
        </p:nvSpPr>
        <p:spPr>
          <a:xfrm>
            <a:off x="7884131" y="524287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2" name="r2_o11650"/>
          <p:cNvSpPr/>
          <p:nvPr/>
        </p:nvSpPr>
        <p:spPr>
          <a:xfrm>
            <a:off x="7888441" y="524672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3" name="r2_o11651"/>
          <p:cNvSpPr/>
          <p:nvPr/>
        </p:nvSpPr>
        <p:spPr>
          <a:xfrm>
            <a:off x="7888441" y="524672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4" name="r2_o11652"/>
          <p:cNvSpPr/>
          <p:nvPr/>
        </p:nvSpPr>
        <p:spPr>
          <a:xfrm>
            <a:off x="7656193" y="523271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5" name="r2_o11653"/>
          <p:cNvSpPr/>
          <p:nvPr/>
        </p:nvSpPr>
        <p:spPr>
          <a:xfrm>
            <a:off x="7662927" y="523872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6" name="r2_o11654"/>
          <p:cNvSpPr/>
          <p:nvPr/>
        </p:nvSpPr>
        <p:spPr>
          <a:xfrm>
            <a:off x="7662927" y="523872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7" name="r2_o11655"/>
          <p:cNvSpPr/>
          <p:nvPr/>
        </p:nvSpPr>
        <p:spPr>
          <a:xfrm>
            <a:off x="7686496" y="526061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8" name="r2_o11656"/>
          <p:cNvSpPr/>
          <p:nvPr/>
        </p:nvSpPr>
        <p:spPr>
          <a:xfrm>
            <a:off x="7690806" y="526446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59" name="r2_o11657"/>
          <p:cNvSpPr/>
          <p:nvPr/>
        </p:nvSpPr>
        <p:spPr>
          <a:xfrm>
            <a:off x="7690806" y="526446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60" name="r2_o11658"/>
          <p:cNvSpPr/>
          <p:nvPr/>
        </p:nvSpPr>
        <p:spPr>
          <a:xfrm>
            <a:off x="7207169" y="5485896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1" name="r2_o11659"/>
          <p:cNvSpPr/>
          <p:nvPr/>
        </p:nvSpPr>
        <p:spPr>
          <a:xfrm>
            <a:off x="6816015" y="5369740"/>
            <a:ext cx="71137" cy="10003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2" name="r2_o11660"/>
          <p:cNvSpPr/>
          <p:nvPr/>
        </p:nvSpPr>
        <p:spPr>
          <a:xfrm flipV="1">
            <a:off x="6666651" y="5169693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3" name="r2_o11661"/>
          <p:cNvSpPr/>
          <p:nvPr/>
        </p:nvSpPr>
        <p:spPr>
          <a:xfrm flipV="1">
            <a:off x="7050707" y="5362641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4" name="r2_o11662"/>
          <p:cNvSpPr/>
          <p:nvPr/>
        </p:nvSpPr>
        <p:spPr>
          <a:xfrm>
            <a:off x="6908441" y="5239386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5" name="r2_o11663"/>
          <p:cNvSpPr/>
          <p:nvPr/>
        </p:nvSpPr>
        <p:spPr>
          <a:xfrm>
            <a:off x="7456058" y="5402004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6" name="r2_o11664"/>
          <p:cNvSpPr/>
          <p:nvPr/>
        </p:nvSpPr>
        <p:spPr>
          <a:xfrm flipV="1">
            <a:off x="7584132" y="5678855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7" name="r2_o11665"/>
          <p:cNvSpPr/>
          <p:nvPr/>
        </p:nvSpPr>
        <p:spPr>
          <a:xfrm flipV="1">
            <a:off x="7669461" y="5625283"/>
            <a:ext cx="7094" cy="7680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8" name="r2_o11666"/>
          <p:cNvSpPr/>
          <p:nvPr/>
        </p:nvSpPr>
        <p:spPr>
          <a:xfrm flipV="1">
            <a:off x="7114746" y="5539468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69" name="r2_o11667"/>
          <p:cNvSpPr/>
          <p:nvPr/>
        </p:nvSpPr>
        <p:spPr>
          <a:xfrm flipV="1">
            <a:off x="7264111" y="5662723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0" name="r2_o11668"/>
          <p:cNvSpPr/>
          <p:nvPr/>
        </p:nvSpPr>
        <p:spPr>
          <a:xfrm>
            <a:off x="7370729" y="5455566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1" name="r2_o11669"/>
          <p:cNvSpPr/>
          <p:nvPr/>
        </p:nvSpPr>
        <p:spPr>
          <a:xfrm>
            <a:off x="7136036" y="5385872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2" name="r2_o11670"/>
          <p:cNvSpPr/>
          <p:nvPr/>
        </p:nvSpPr>
        <p:spPr>
          <a:xfrm>
            <a:off x="7520093" y="5578821"/>
            <a:ext cx="71137" cy="10003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3" name="r2_o11671"/>
          <p:cNvSpPr/>
          <p:nvPr/>
        </p:nvSpPr>
        <p:spPr>
          <a:xfrm>
            <a:off x="7505901" y="5732416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4" name="r2_o11672"/>
          <p:cNvSpPr/>
          <p:nvPr/>
        </p:nvSpPr>
        <p:spPr>
          <a:xfrm>
            <a:off x="6730690" y="5423312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5" name="r2_o11673"/>
          <p:cNvSpPr/>
          <p:nvPr/>
        </p:nvSpPr>
        <p:spPr>
          <a:xfrm>
            <a:off x="7114746" y="5616260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6" name="r2_o11674"/>
          <p:cNvSpPr/>
          <p:nvPr/>
        </p:nvSpPr>
        <p:spPr>
          <a:xfrm>
            <a:off x="7434768" y="5632392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7" name="r2_o11675"/>
          <p:cNvSpPr/>
          <p:nvPr/>
        </p:nvSpPr>
        <p:spPr>
          <a:xfrm>
            <a:off x="7285400" y="5509127"/>
            <a:ext cx="71137" cy="10003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8" name="r2_o11676"/>
          <p:cNvSpPr/>
          <p:nvPr/>
        </p:nvSpPr>
        <p:spPr>
          <a:xfrm>
            <a:off x="7584132" y="5755647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79" name="r2_o11677"/>
          <p:cNvSpPr/>
          <p:nvPr/>
        </p:nvSpPr>
        <p:spPr>
          <a:xfrm>
            <a:off x="7591230" y="5678855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0" name="r2_o11678"/>
          <p:cNvSpPr/>
          <p:nvPr/>
        </p:nvSpPr>
        <p:spPr>
          <a:xfrm>
            <a:off x="6823112" y="5292948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1" name="r2_o11679"/>
          <p:cNvSpPr/>
          <p:nvPr/>
        </p:nvSpPr>
        <p:spPr>
          <a:xfrm>
            <a:off x="7356537" y="5609161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2" name="r2_o11680"/>
          <p:cNvSpPr/>
          <p:nvPr/>
        </p:nvSpPr>
        <p:spPr>
          <a:xfrm>
            <a:off x="6972477" y="5416203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3" name="r2_o11681"/>
          <p:cNvSpPr/>
          <p:nvPr/>
        </p:nvSpPr>
        <p:spPr>
          <a:xfrm flipV="1">
            <a:off x="7200075" y="5485896"/>
            <a:ext cx="7094" cy="7680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4" name="r2_o11682"/>
          <p:cNvSpPr/>
          <p:nvPr/>
        </p:nvSpPr>
        <p:spPr>
          <a:xfrm>
            <a:off x="6951187" y="5646591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5" name="r2_o11683"/>
          <p:cNvSpPr/>
          <p:nvPr/>
        </p:nvSpPr>
        <p:spPr>
          <a:xfrm>
            <a:off x="7292498" y="5432335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6" name="r2_o11684"/>
          <p:cNvSpPr/>
          <p:nvPr/>
        </p:nvSpPr>
        <p:spPr>
          <a:xfrm>
            <a:off x="6986672" y="5262617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7" name="r2_o11685"/>
          <p:cNvSpPr/>
          <p:nvPr/>
        </p:nvSpPr>
        <p:spPr>
          <a:xfrm>
            <a:off x="6673748" y="5169693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8" name="r2_o11686"/>
          <p:cNvSpPr/>
          <p:nvPr/>
        </p:nvSpPr>
        <p:spPr>
          <a:xfrm>
            <a:off x="7669461" y="5702086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89" name="r2_o11687"/>
          <p:cNvSpPr/>
          <p:nvPr/>
        </p:nvSpPr>
        <p:spPr>
          <a:xfrm flipV="1">
            <a:off x="7370729" y="5378773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0" name="r2_o11688"/>
          <p:cNvSpPr/>
          <p:nvPr/>
        </p:nvSpPr>
        <p:spPr>
          <a:xfrm flipV="1">
            <a:off x="7136036" y="5309080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1" name="r2_o11689"/>
          <p:cNvSpPr/>
          <p:nvPr/>
        </p:nvSpPr>
        <p:spPr>
          <a:xfrm>
            <a:off x="6901343" y="5316179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2" name="r2_o11690"/>
          <p:cNvSpPr/>
          <p:nvPr/>
        </p:nvSpPr>
        <p:spPr>
          <a:xfrm>
            <a:off x="7050707" y="5439434"/>
            <a:ext cx="71137" cy="10003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3" name="r2_o11691"/>
          <p:cNvSpPr/>
          <p:nvPr/>
        </p:nvSpPr>
        <p:spPr>
          <a:xfrm>
            <a:off x="6965382" y="5493006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4" name="r2_o11692"/>
          <p:cNvSpPr/>
          <p:nvPr/>
        </p:nvSpPr>
        <p:spPr>
          <a:xfrm flipV="1">
            <a:off x="6816015" y="5292948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5" name="r2_o11693"/>
          <p:cNvSpPr/>
          <p:nvPr/>
        </p:nvSpPr>
        <p:spPr>
          <a:xfrm>
            <a:off x="7057805" y="5362641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6" name="r2_o11694"/>
          <p:cNvSpPr/>
          <p:nvPr/>
        </p:nvSpPr>
        <p:spPr>
          <a:xfrm>
            <a:off x="7377827" y="5378773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7" name="r2_o11695"/>
          <p:cNvSpPr/>
          <p:nvPr/>
        </p:nvSpPr>
        <p:spPr>
          <a:xfrm flipV="1">
            <a:off x="6880054" y="5469774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8" name="r2_o11696"/>
          <p:cNvSpPr/>
          <p:nvPr/>
        </p:nvSpPr>
        <p:spPr>
          <a:xfrm>
            <a:off x="6737784" y="5346509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699" name="r2_o11697"/>
          <p:cNvSpPr/>
          <p:nvPr/>
        </p:nvSpPr>
        <p:spPr>
          <a:xfrm flipV="1">
            <a:off x="7029418" y="5593029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0" name="r2_o11698"/>
          <p:cNvSpPr/>
          <p:nvPr/>
        </p:nvSpPr>
        <p:spPr>
          <a:xfrm>
            <a:off x="6666651" y="5246485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1" name="r2_o11699"/>
          <p:cNvSpPr/>
          <p:nvPr/>
        </p:nvSpPr>
        <p:spPr>
          <a:xfrm flipV="1">
            <a:off x="6730690" y="5346509"/>
            <a:ext cx="7094" cy="7680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2" name="r2_o11700"/>
          <p:cNvSpPr/>
          <p:nvPr/>
        </p:nvSpPr>
        <p:spPr>
          <a:xfrm>
            <a:off x="6801823" y="5523336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3" name="r2_o11701"/>
          <p:cNvSpPr/>
          <p:nvPr/>
        </p:nvSpPr>
        <p:spPr>
          <a:xfrm>
            <a:off x="7185880" y="5716284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4" name="r2_o11702"/>
          <p:cNvSpPr/>
          <p:nvPr/>
        </p:nvSpPr>
        <p:spPr>
          <a:xfrm flipV="1">
            <a:off x="7498803" y="5732416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5" name="r2_o11703"/>
          <p:cNvSpPr/>
          <p:nvPr/>
        </p:nvSpPr>
        <p:spPr>
          <a:xfrm flipV="1">
            <a:off x="6965382" y="5416203"/>
            <a:ext cx="7094" cy="7680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6" name="r2_o11704"/>
          <p:cNvSpPr/>
          <p:nvPr/>
        </p:nvSpPr>
        <p:spPr>
          <a:xfrm>
            <a:off x="7143134" y="5309080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7" name="r2_o11705"/>
          <p:cNvSpPr/>
          <p:nvPr/>
        </p:nvSpPr>
        <p:spPr>
          <a:xfrm flipV="1">
            <a:off x="7434768" y="5555590"/>
            <a:ext cx="7094" cy="7680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8" name="r2_o11706"/>
          <p:cNvSpPr/>
          <p:nvPr/>
        </p:nvSpPr>
        <p:spPr>
          <a:xfrm flipV="1">
            <a:off x="7349439" y="5609161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09" name="r2_o11707"/>
          <p:cNvSpPr/>
          <p:nvPr/>
        </p:nvSpPr>
        <p:spPr>
          <a:xfrm>
            <a:off x="7655265" y="5855671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0" name="r2_o11708"/>
          <p:cNvSpPr/>
          <p:nvPr/>
        </p:nvSpPr>
        <p:spPr>
          <a:xfrm flipV="1">
            <a:off x="7520093" y="5502028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1" name="r2_o11709"/>
          <p:cNvSpPr/>
          <p:nvPr/>
        </p:nvSpPr>
        <p:spPr>
          <a:xfrm>
            <a:off x="6887151" y="5469774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2" name="r2_o11710"/>
          <p:cNvSpPr/>
          <p:nvPr/>
        </p:nvSpPr>
        <p:spPr>
          <a:xfrm>
            <a:off x="7121844" y="5539468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3" name="r2_o11711"/>
          <p:cNvSpPr/>
          <p:nvPr/>
        </p:nvSpPr>
        <p:spPr>
          <a:xfrm>
            <a:off x="6880054" y="5546567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4" name="r2_o11712"/>
          <p:cNvSpPr/>
          <p:nvPr/>
        </p:nvSpPr>
        <p:spPr>
          <a:xfrm flipV="1">
            <a:off x="7285400" y="5432335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5" name="r2_o11713"/>
          <p:cNvSpPr/>
          <p:nvPr/>
        </p:nvSpPr>
        <p:spPr>
          <a:xfrm>
            <a:off x="7036515" y="5593029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6" name="r2_o11714"/>
          <p:cNvSpPr/>
          <p:nvPr/>
        </p:nvSpPr>
        <p:spPr>
          <a:xfrm>
            <a:off x="7527191" y="5502028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7" name="r2_o11715"/>
          <p:cNvSpPr/>
          <p:nvPr/>
        </p:nvSpPr>
        <p:spPr>
          <a:xfrm>
            <a:off x="7200075" y="5562699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8" name="r2_o11716"/>
          <p:cNvSpPr/>
          <p:nvPr/>
        </p:nvSpPr>
        <p:spPr>
          <a:xfrm flipV="1">
            <a:off x="7733496" y="5802110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19" name="r2_o11717"/>
          <p:cNvSpPr/>
          <p:nvPr/>
        </p:nvSpPr>
        <p:spPr>
          <a:xfrm flipV="1">
            <a:off x="6901343" y="5239386"/>
            <a:ext cx="7098" cy="7679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0" name="r2_o11718"/>
          <p:cNvSpPr/>
          <p:nvPr/>
        </p:nvSpPr>
        <p:spPr>
          <a:xfrm>
            <a:off x="7441862" y="5555590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1" name="r2_o11719"/>
          <p:cNvSpPr/>
          <p:nvPr/>
        </p:nvSpPr>
        <p:spPr>
          <a:xfrm>
            <a:off x="7420572" y="5785978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2" name="r2_o11720"/>
          <p:cNvSpPr/>
          <p:nvPr/>
        </p:nvSpPr>
        <p:spPr>
          <a:xfrm>
            <a:off x="6751979" y="5192924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3" name="r2_o11721"/>
          <p:cNvSpPr/>
          <p:nvPr/>
        </p:nvSpPr>
        <p:spPr>
          <a:xfrm>
            <a:off x="7605422" y="5525259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4" name="r2_o11722"/>
          <p:cNvSpPr/>
          <p:nvPr/>
        </p:nvSpPr>
        <p:spPr>
          <a:xfrm>
            <a:off x="7349439" y="5685954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5" name="r2_o11723"/>
          <p:cNvSpPr/>
          <p:nvPr/>
        </p:nvSpPr>
        <p:spPr>
          <a:xfrm>
            <a:off x="7271208" y="5662723"/>
            <a:ext cx="78231" cy="2323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6" name="r2_o11724"/>
          <p:cNvSpPr/>
          <p:nvPr/>
        </p:nvSpPr>
        <p:spPr>
          <a:xfrm>
            <a:off x="7221365" y="5332311"/>
            <a:ext cx="71133" cy="1000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727" name="r2_o11725"/>
          <p:cNvSpPr/>
          <p:nvPr/>
        </p:nvSpPr>
        <p:spPr>
          <a:xfrm>
            <a:off x="6649698" y="514564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28" name="r2_o11726"/>
          <p:cNvSpPr/>
          <p:nvPr/>
        </p:nvSpPr>
        <p:spPr>
          <a:xfrm>
            <a:off x="6656432" y="515165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29" name="r2_o11727"/>
          <p:cNvSpPr/>
          <p:nvPr/>
        </p:nvSpPr>
        <p:spPr>
          <a:xfrm>
            <a:off x="6656432" y="515165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0" name="r2_o11728"/>
          <p:cNvSpPr/>
          <p:nvPr/>
        </p:nvSpPr>
        <p:spPr>
          <a:xfrm>
            <a:off x="6680002" y="517354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1" name="r2_o11729"/>
          <p:cNvSpPr/>
          <p:nvPr/>
        </p:nvSpPr>
        <p:spPr>
          <a:xfrm>
            <a:off x="6684311" y="517738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2" name="r2_o11730"/>
          <p:cNvSpPr/>
          <p:nvPr/>
        </p:nvSpPr>
        <p:spPr>
          <a:xfrm>
            <a:off x="6684311" y="517738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3" name="r2_o11731"/>
          <p:cNvSpPr/>
          <p:nvPr/>
        </p:nvSpPr>
        <p:spPr>
          <a:xfrm>
            <a:off x="6727929" y="516887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4" name="r2_o11732"/>
          <p:cNvSpPr/>
          <p:nvPr/>
        </p:nvSpPr>
        <p:spPr>
          <a:xfrm>
            <a:off x="6734663" y="517488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5" name="r2_o11733"/>
          <p:cNvSpPr/>
          <p:nvPr/>
        </p:nvSpPr>
        <p:spPr>
          <a:xfrm>
            <a:off x="6734663" y="517488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6" name="r2_o11734"/>
          <p:cNvSpPr/>
          <p:nvPr/>
        </p:nvSpPr>
        <p:spPr>
          <a:xfrm>
            <a:off x="6758232" y="519677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7" name="r2_o11735"/>
          <p:cNvSpPr/>
          <p:nvPr/>
        </p:nvSpPr>
        <p:spPr>
          <a:xfrm>
            <a:off x="6762542" y="520062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8" name="r2_o11736"/>
          <p:cNvSpPr/>
          <p:nvPr/>
        </p:nvSpPr>
        <p:spPr>
          <a:xfrm>
            <a:off x="6762542" y="520062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39" name="r2_o11737"/>
          <p:cNvSpPr/>
          <p:nvPr/>
        </p:nvSpPr>
        <p:spPr>
          <a:xfrm>
            <a:off x="6884391" y="521533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0" name="r2_o11738"/>
          <p:cNvSpPr/>
          <p:nvPr/>
        </p:nvSpPr>
        <p:spPr>
          <a:xfrm>
            <a:off x="6891125" y="522134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1" name="r2_o11739"/>
          <p:cNvSpPr/>
          <p:nvPr/>
        </p:nvSpPr>
        <p:spPr>
          <a:xfrm>
            <a:off x="6891125" y="522134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2" name="r2_o11740"/>
          <p:cNvSpPr/>
          <p:nvPr/>
        </p:nvSpPr>
        <p:spPr>
          <a:xfrm>
            <a:off x="6914694" y="524323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3" name="r2_o11741"/>
          <p:cNvSpPr/>
          <p:nvPr/>
        </p:nvSpPr>
        <p:spPr>
          <a:xfrm>
            <a:off x="6919004" y="524708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4" name="r2_o11742"/>
          <p:cNvSpPr/>
          <p:nvPr/>
        </p:nvSpPr>
        <p:spPr>
          <a:xfrm>
            <a:off x="6919004" y="524708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5" name="r2_o11743"/>
          <p:cNvSpPr/>
          <p:nvPr/>
        </p:nvSpPr>
        <p:spPr>
          <a:xfrm>
            <a:off x="6642600" y="522243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6" name="r2_o11744"/>
          <p:cNvSpPr/>
          <p:nvPr/>
        </p:nvSpPr>
        <p:spPr>
          <a:xfrm>
            <a:off x="6649334" y="522844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7" name="r2_o11745"/>
          <p:cNvSpPr/>
          <p:nvPr/>
        </p:nvSpPr>
        <p:spPr>
          <a:xfrm>
            <a:off x="6649334" y="522844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8" name="r2_o11746"/>
          <p:cNvSpPr/>
          <p:nvPr/>
        </p:nvSpPr>
        <p:spPr>
          <a:xfrm>
            <a:off x="6672904" y="525033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49" name="r2_o11747"/>
          <p:cNvSpPr/>
          <p:nvPr/>
        </p:nvSpPr>
        <p:spPr>
          <a:xfrm>
            <a:off x="6677213" y="525418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0" name="r2_o11748"/>
          <p:cNvSpPr/>
          <p:nvPr/>
        </p:nvSpPr>
        <p:spPr>
          <a:xfrm>
            <a:off x="6677213" y="525418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1" name="r2_o11749"/>
          <p:cNvSpPr/>
          <p:nvPr/>
        </p:nvSpPr>
        <p:spPr>
          <a:xfrm>
            <a:off x="6962622" y="523856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2" name="r2_o11750"/>
          <p:cNvSpPr/>
          <p:nvPr/>
        </p:nvSpPr>
        <p:spPr>
          <a:xfrm>
            <a:off x="6969356" y="524458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3" name="r2_o11751"/>
          <p:cNvSpPr/>
          <p:nvPr/>
        </p:nvSpPr>
        <p:spPr>
          <a:xfrm>
            <a:off x="6969356" y="524458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4" name="r2_o11752"/>
          <p:cNvSpPr/>
          <p:nvPr/>
        </p:nvSpPr>
        <p:spPr>
          <a:xfrm>
            <a:off x="6992925" y="526646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5" name="r2_o11753"/>
          <p:cNvSpPr/>
          <p:nvPr/>
        </p:nvSpPr>
        <p:spPr>
          <a:xfrm>
            <a:off x="6997235" y="527031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6" name="r2_o11754"/>
          <p:cNvSpPr/>
          <p:nvPr/>
        </p:nvSpPr>
        <p:spPr>
          <a:xfrm>
            <a:off x="6997235" y="527031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7" name="r2_o11755"/>
          <p:cNvSpPr/>
          <p:nvPr/>
        </p:nvSpPr>
        <p:spPr>
          <a:xfrm>
            <a:off x="6799062" y="526889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8" name="r2_o11756"/>
          <p:cNvSpPr/>
          <p:nvPr/>
        </p:nvSpPr>
        <p:spPr>
          <a:xfrm>
            <a:off x="6805796" y="527491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59" name="r2_o11757"/>
          <p:cNvSpPr/>
          <p:nvPr/>
        </p:nvSpPr>
        <p:spPr>
          <a:xfrm>
            <a:off x="6805796" y="527491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0" name="r2_o11758"/>
          <p:cNvSpPr/>
          <p:nvPr/>
        </p:nvSpPr>
        <p:spPr>
          <a:xfrm>
            <a:off x="7119084" y="528502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1" name="r2_o11759"/>
          <p:cNvSpPr/>
          <p:nvPr/>
        </p:nvSpPr>
        <p:spPr>
          <a:xfrm>
            <a:off x="7125818" y="529104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2" name="r2_o11760"/>
          <p:cNvSpPr/>
          <p:nvPr/>
        </p:nvSpPr>
        <p:spPr>
          <a:xfrm>
            <a:off x="7125818" y="529104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3" name="r2_o11761"/>
          <p:cNvSpPr/>
          <p:nvPr/>
        </p:nvSpPr>
        <p:spPr>
          <a:xfrm>
            <a:off x="7149387" y="531292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4" name="r2_o11762"/>
          <p:cNvSpPr/>
          <p:nvPr/>
        </p:nvSpPr>
        <p:spPr>
          <a:xfrm>
            <a:off x="7153697" y="531677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5" name="r2_o11763"/>
          <p:cNvSpPr/>
          <p:nvPr/>
        </p:nvSpPr>
        <p:spPr>
          <a:xfrm>
            <a:off x="7153697" y="531677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6" name="r2_o11764"/>
          <p:cNvSpPr/>
          <p:nvPr/>
        </p:nvSpPr>
        <p:spPr>
          <a:xfrm>
            <a:off x="6877293" y="529212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7" name="r2_o11765"/>
          <p:cNvSpPr/>
          <p:nvPr/>
        </p:nvSpPr>
        <p:spPr>
          <a:xfrm>
            <a:off x="6884027" y="529814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8" name="r2_o11766"/>
          <p:cNvSpPr/>
          <p:nvPr/>
        </p:nvSpPr>
        <p:spPr>
          <a:xfrm>
            <a:off x="6884027" y="529814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69" name="r2_o11767"/>
          <p:cNvSpPr/>
          <p:nvPr/>
        </p:nvSpPr>
        <p:spPr>
          <a:xfrm>
            <a:off x="7197315" y="530826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0" name="r2_o11768"/>
          <p:cNvSpPr/>
          <p:nvPr/>
        </p:nvSpPr>
        <p:spPr>
          <a:xfrm>
            <a:off x="7204049" y="531427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1" name="r2_o11769"/>
          <p:cNvSpPr/>
          <p:nvPr/>
        </p:nvSpPr>
        <p:spPr>
          <a:xfrm>
            <a:off x="7204049" y="531427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2" name="r2_o11770"/>
          <p:cNvSpPr/>
          <p:nvPr/>
        </p:nvSpPr>
        <p:spPr>
          <a:xfrm>
            <a:off x="7227618" y="533615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3" name="r2_o11771"/>
          <p:cNvSpPr/>
          <p:nvPr/>
        </p:nvSpPr>
        <p:spPr>
          <a:xfrm>
            <a:off x="7231928" y="534000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4" name="r2_o11772"/>
          <p:cNvSpPr/>
          <p:nvPr/>
        </p:nvSpPr>
        <p:spPr>
          <a:xfrm>
            <a:off x="7231928" y="534000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5" name="r2_o11773"/>
          <p:cNvSpPr/>
          <p:nvPr/>
        </p:nvSpPr>
        <p:spPr>
          <a:xfrm>
            <a:off x="6713733" y="532245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6" name="r2_o11774"/>
          <p:cNvSpPr/>
          <p:nvPr/>
        </p:nvSpPr>
        <p:spPr>
          <a:xfrm>
            <a:off x="6720467" y="532847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7" name="r2_o11775"/>
          <p:cNvSpPr/>
          <p:nvPr/>
        </p:nvSpPr>
        <p:spPr>
          <a:xfrm>
            <a:off x="6720467" y="532847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8" name="r2_o11776"/>
          <p:cNvSpPr/>
          <p:nvPr/>
        </p:nvSpPr>
        <p:spPr>
          <a:xfrm>
            <a:off x="7033755" y="533859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79" name="r2_o11777"/>
          <p:cNvSpPr/>
          <p:nvPr/>
        </p:nvSpPr>
        <p:spPr>
          <a:xfrm>
            <a:off x="7040489" y="534460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0" name="r2_o11778"/>
          <p:cNvSpPr/>
          <p:nvPr/>
        </p:nvSpPr>
        <p:spPr>
          <a:xfrm>
            <a:off x="7040489" y="534460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1" name="r2_o11779"/>
          <p:cNvSpPr/>
          <p:nvPr/>
        </p:nvSpPr>
        <p:spPr>
          <a:xfrm>
            <a:off x="6791964" y="534569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2" name="r2_o11780"/>
          <p:cNvSpPr/>
          <p:nvPr/>
        </p:nvSpPr>
        <p:spPr>
          <a:xfrm>
            <a:off x="6798698" y="535170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3" name="r2_o11781"/>
          <p:cNvSpPr/>
          <p:nvPr/>
        </p:nvSpPr>
        <p:spPr>
          <a:xfrm>
            <a:off x="6798698" y="535170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4" name="r2_o11782"/>
          <p:cNvSpPr/>
          <p:nvPr/>
        </p:nvSpPr>
        <p:spPr>
          <a:xfrm>
            <a:off x="7353777" y="535472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5" name="r2_o11783"/>
          <p:cNvSpPr/>
          <p:nvPr/>
        </p:nvSpPr>
        <p:spPr>
          <a:xfrm>
            <a:off x="7360511" y="53607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6" name="r2_o11784"/>
          <p:cNvSpPr/>
          <p:nvPr/>
        </p:nvSpPr>
        <p:spPr>
          <a:xfrm>
            <a:off x="7360511" y="53607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7" name="r2_o11785"/>
          <p:cNvSpPr/>
          <p:nvPr/>
        </p:nvSpPr>
        <p:spPr>
          <a:xfrm>
            <a:off x="7384080" y="538262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8" name="r2_o11786"/>
          <p:cNvSpPr/>
          <p:nvPr/>
        </p:nvSpPr>
        <p:spPr>
          <a:xfrm>
            <a:off x="7388390" y="538646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89" name="r2_o11787"/>
          <p:cNvSpPr/>
          <p:nvPr/>
        </p:nvSpPr>
        <p:spPr>
          <a:xfrm>
            <a:off x="7388390" y="538646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0" name="r2_o11788"/>
          <p:cNvSpPr/>
          <p:nvPr/>
        </p:nvSpPr>
        <p:spPr>
          <a:xfrm>
            <a:off x="7111986" y="536182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1" name="r2_o11789"/>
          <p:cNvSpPr/>
          <p:nvPr/>
        </p:nvSpPr>
        <p:spPr>
          <a:xfrm>
            <a:off x="7118720" y="53678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2" name="r2_o11790"/>
          <p:cNvSpPr/>
          <p:nvPr/>
        </p:nvSpPr>
        <p:spPr>
          <a:xfrm>
            <a:off x="7118720" y="53678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3" name="r2_o11791"/>
          <p:cNvSpPr/>
          <p:nvPr/>
        </p:nvSpPr>
        <p:spPr>
          <a:xfrm>
            <a:off x="7432008" y="537795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4" name="r2_o11792"/>
          <p:cNvSpPr/>
          <p:nvPr/>
        </p:nvSpPr>
        <p:spPr>
          <a:xfrm>
            <a:off x="7438742" y="538396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5" name="r2_o11793"/>
          <p:cNvSpPr/>
          <p:nvPr/>
        </p:nvSpPr>
        <p:spPr>
          <a:xfrm>
            <a:off x="7438742" y="538396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6" name="r2_o11794"/>
          <p:cNvSpPr/>
          <p:nvPr/>
        </p:nvSpPr>
        <p:spPr>
          <a:xfrm>
            <a:off x="7462311" y="540585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7" name="r2_o11795"/>
          <p:cNvSpPr/>
          <p:nvPr/>
        </p:nvSpPr>
        <p:spPr>
          <a:xfrm>
            <a:off x="7466621" y="540970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8" name="r2_o11796"/>
          <p:cNvSpPr/>
          <p:nvPr/>
        </p:nvSpPr>
        <p:spPr>
          <a:xfrm>
            <a:off x="7466621" y="540970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99" name="r2_o11797"/>
          <p:cNvSpPr/>
          <p:nvPr/>
        </p:nvSpPr>
        <p:spPr>
          <a:xfrm>
            <a:off x="6948426" y="539215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0" name="r2_o11798"/>
          <p:cNvSpPr/>
          <p:nvPr/>
        </p:nvSpPr>
        <p:spPr>
          <a:xfrm>
            <a:off x="6955160" y="539816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1" name="r2_o11799"/>
          <p:cNvSpPr/>
          <p:nvPr/>
        </p:nvSpPr>
        <p:spPr>
          <a:xfrm>
            <a:off x="6955160" y="539816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2" name="r2_o11800"/>
          <p:cNvSpPr/>
          <p:nvPr/>
        </p:nvSpPr>
        <p:spPr>
          <a:xfrm>
            <a:off x="6706639" y="539926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3" name="r2_o11801"/>
          <p:cNvSpPr/>
          <p:nvPr/>
        </p:nvSpPr>
        <p:spPr>
          <a:xfrm>
            <a:off x="6713373" y="540527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4" name="r2_o11802"/>
          <p:cNvSpPr/>
          <p:nvPr/>
        </p:nvSpPr>
        <p:spPr>
          <a:xfrm>
            <a:off x="6713373" y="540527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5" name="r2_o11803"/>
          <p:cNvSpPr/>
          <p:nvPr/>
        </p:nvSpPr>
        <p:spPr>
          <a:xfrm>
            <a:off x="6736943" y="542716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6" name="r2_o11804"/>
          <p:cNvSpPr/>
          <p:nvPr/>
        </p:nvSpPr>
        <p:spPr>
          <a:xfrm>
            <a:off x="6741252" y="543100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7" name="r2_o11805"/>
          <p:cNvSpPr/>
          <p:nvPr/>
        </p:nvSpPr>
        <p:spPr>
          <a:xfrm>
            <a:off x="6741252" y="543100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8" name="r2_o11806"/>
          <p:cNvSpPr/>
          <p:nvPr/>
        </p:nvSpPr>
        <p:spPr>
          <a:xfrm>
            <a:off x="7268448" y="540828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09" name="r2_o11807"/>
          <p:cNvSpPr/>
          <p:nvPr/>
        </p:nvSpPr>
        <p:spPr>
          <a:xfrm>
            <a:off x="7275182" y="541429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0" name="r2_o11808"/>
          <p:cNvSpPr/>
          <p:nvPr/>
        </p:nvSpPr>
        <p:spPr>
          <a:xfrm>
            <a:off x="7275182" y="541429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1" name="r2_o11809"/>
          <p:cNvSpPr/>
          <p:nvPr/>
        </p:nvSpPr>
        <p:spPr>
          <a:xfrm>
            <a:off x="7026657" y="541538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2" name="r2_o11810"/>
          <p:cNvSpPr/>
          <p:nvPr/>
        </p:nvSpPr>
        <p:spPr>
          <a:xfrm>
            <a:off x="7033391" y="542139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3" name="r2_o11811"/>
          <p:cNvSpPr/>
          <p:nvPr/>
        </p:nvSpPr>
        <p:spPr>
          <a:xfrm>
            <a:off x="7033391" y="542139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4" name="r2_o11812"/>
          <p:cNvSpPr/>
          <p:nvPr/>
        </p:nvSpPr>
        <p:spPr>
          <a:xfrm>
            <a:off x="7346679" y="543151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5" name="r2_o11813"/>
          <p:cNvSpPr/>
          <p:nvPr/>
        </p:nvSpPr>
        <p:spPr>
          <a:xfrm>
            <a:off x="7353413" y="543752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6" name="r2_o11814"/>
          <p:cNvSpPr/>
          <p:nvPr/>
        </p:nvSpPr>
        <p:spPr>
          <a:xfrm>
            <a:off x="7353413" y="543752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7" name="r2_o11815"/>
          <p:cNvSpPr/>
          <p:nvPr/>
        </p:nvSpPr>
        <p:spPr>
          <a:xfrm>
            <a:off x="6863101" y="544572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8" name="r2_o11816"/>
          <p:cNvSpPr/>
          <p:nvPr/>
        </p:nvSpPr>
        <p:spPr>
          <a:xfrm>
            <a:off x="6869835" y="545173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19" name="r2_o11817"/>
          <p:cNvSpPr/>
          <p:nvPr/>
        </p:nvSpPr>
        <p:spPr>
          <a:xfrm>
            <a:off x="6869835" y="545173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0" name="r2_o11818"/>
          <p:cNvSpPr/>
          <p:nvPr/>
        </p:nvSpPr>
        <p:spPr>
          <a:xfrm>
            <a:off x="7183119" y="546184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1" name="r2_o11819"/>
          <p:cNvSpPr/>
          <p:nvPr/>
        </p:nvSpPr>
        <p:spPr>
          <a:xfrm>
            <a:off x="7189853" y="546785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2" name="r2_o11820"/>
          <p:cNvSpPr/>
          <p:nvPr/>
        </p:nvSpPr>
        <p:spPr>
          <a:xfrm>
            <a:off x="7189853" y="546785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3" name="r2_o11821"/>
          <p:cNvSpPr/>
          <p:nvPr/>
        </p:nvSpPr>
        <p:spPr>
          <a:xfrm>
            <a:off x="6941332" y="546895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4" name="r2_o11822"/>
          <p:cNvSpPr/>
          <p:nvPr/>
        </p:nvSpPr>
        <p:spPr>
          <a:xfrm>
            <a:off x="6948066" y="547496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5" name="r2_o11823"/>
          <p:cNvSpPr/>
          <p:nvPr/>
        </p:nvSpPr>
        <p:spPr>
          <a:xfrm>
            <a:off x="6948066" y="547496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6" name="r2_o11824"/>
          <p:cNvSpPr/>
          <p:nvPr/>
        </p:nvSpPr>
        <p:spPr>
          <a:xfrm>
            <a:off x="7503141" y="547797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7" name="r2_o11825"/>
          <p:cNvSpPr/>
          <p:nvPr/>
        </p:nvSpPr>
        <p:spPr>
          <a:xfrm>
            <a:off x="7509875" y="548399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8" name="r2_o11826"/>
          <p:cNvSpPr/>
          <p:nvPr/>
        </p:nvSpPr>
        <p:spPr>
          <a:xfrm>
            <a:off x="7509875" y="548399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29" name="r2_o11827"/>
          <p:cNvSpPr/>
          <p:nvPr/>
        </p:nvSpPr>
        <p:spPr>
          <a:xfrm>
            <a:off x="7261350" y="548507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0" name="r2_o11828"/>
          <p:cNvSpPr/>
          <p:nvPr/>
        </p:nvSpPr>
        <p:spPr>
          <a:xfrm>
            <a:off x="7268084" y="549109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1" name="r2_o11829"/>
          <p:cNvSpPr/>
          <p:nvPr/>
        </p:nvSpPr>
        <p:spPr>
          <a:xfrm>
            <a:off x="7268084" y="549109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2" name="r2_o11830"/>
          <p:cNvSpPr/>
          <p:nvPr/>
        </p:nvSpPr>
        <p:spPr>
          <a:xfrm>
            <a:off x="6777772" y="549928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3" name="r2_o11831"/>
          <p:cNvSpPr/>
          <p:nvPr/>
        </p:nvSpPr>
        <p:spPr>
          <a:xfrm>
            <a:off x="6784506" y="550529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4" name="r2_o11832"/>
          <p:cNvSpPr/>
          <p:nvPr/>
        </p:nvSpPr>
        <p:spPr>
          <a:xfrm>
            <a:off x="6784506" y="550529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5" name="r2_o11833"/>
          <p:cNvSpPr/>
          <p:nvPr/>
        </p:nvSpPr>
        <p:spPr>
          <a:xfrm>
            <a:off x="6808076" y="552718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6" name="r2_o11834"/>
          <p:cNvSpPr/>
          <p:nvPr/>
        </p:nvSpPr>
        <p:spPr>
          <a:xfrm>
            <a:off x="6812386" y="553103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7" name="r2_o11835"/>
          <p:cNvSpPr/>
          <p:nvPr/>
        </p:nvSpPr>
        <p:spPr>
          <a:xfrm>
            <a:off x="6812386" y="553103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8" name="r2_o11836"/>
          <p:cNvSpPr/>
          <p:nvPr/>
        </p:nvSpPr>
        <p:spPr>
          <a:xfrm>
            <a:off x="7581372" y="550120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39" name="r2_o11837"/>
          <p:cNvSpPr/>
          <p:nvPr/>
        </p:nvSpPr>
        <p:spPr>
          <a:xfrm>
            <a:off x="7588106" y="550722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0" name="r2_o11838"/>
          <p:cNvSpPr/>
          <p:nvPr/>
        </p:nvSpPr>
        <p:spPr>
          <a:xfrm>
            <a:off x="7588106" y="550722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1" name="r2_o11839"/>
          <p:cNvSpPr/>
          <p:nvPr/>
        </p:nvSpPr>
        <p:spPr>
          <a:xfrm>
            <a:off x="7611675" y="552910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2" name="r2_o11840"/>
          <p:cNvSpPr/>
          <p:nvPr/>
        </p:nvSpPr>
        <p:spPr>
          <a:xfrm>
            <a:off x="7615985" y="553295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3" name="r2_o11841"/>
          <p:cNvSpPr/>
          <p:nvPr/>
        </p:nvSpPr>
        <p:spPr>
          <a:xfrm>
            <a:off x="7615985" y="553295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4" name="r2_o11842"/>
          <p:cNvSpPr/>
          <p:nvPr/>
        </p:nvSpPr>
        <p:spPr>
          <a:xfrm>
            <a:off x="7097794" y="551541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5" name="r2_o11843"/>
          <p:cNvSpPr/>
          <p:nvPr/>
        </p:nvSpPr>
        <p:spPr>
          <a:xfrm>
            <a:off x="7104528" y="552143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6" name="r2_o11844"/>
          <p:cNvSpPr/>
          <p:nvPr/>
        </p:nvSpPr>
        <p:spPr>
          <a:xfrm>
            <a:off x="7104528" y="552143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7" name="r2_o11845"/>
          <p:cNvSpPr/>
          <p:nvPr/>
        </p:nvSpPr>
        <p:spPr>
          <a:xfrm>
            <a:off x="6856003" y="552251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8" name="r2_o11846"/>
          <p:cNvSpPr/>
          <p:nvPr/>
        </p:nvSpPr>
        <p:spPr>
          <a:xfrm>
            <a:off x="6862737" y="552852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49" name="r2_o11847"/>
          <p:cNvSpPr/>
          <p:nvPr/>
        </p:nvSpPr>
        <p:spPr>
          <a:xfrm>
            <a:off x="6862737" y="552852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0" name="r2_o11848"/>
          <p:cNvSpPr/>
          <p:nvPr/>
        </p:nvSpPr>
        <p:spPr>
          <a:xfrm>
            <a:off x="7417812" y="553153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1" name="r2_o11849"/>
          <p:cNvSpPr/>
          <p:nvPr/>
        </p:nvSpPr>
        <p:spPr>
          <a:xfrm>
            <a:off x="7424546" y="553755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2" name="r2_o11850"/>
          <p:cNvSpPr/>
          <p:nvPr/>
        </p:nvSpPr>
        <p:spPr>
          <a:xfrm>
            <a:off x="7424546" y="553755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3" name="r2_o11851"/>
          <p:cNvSpPr/>
          <p:nvPr/>
        </p:nvSpPr>
        <p:spPr>
          <a:xfrm>
            <a:off x="7176025" y="553864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4" name="r2_o11852"/>
          <p:cNvSpPr/>
          <p:nvPr/>
        </p:nvSpPr>
        <p:spPr>
          <a:xfrm>
            <a:off x="7182759" y="554466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5" name="r2_o11853"/>
          <p:cNvSpPr/>
          <p:nvPr/>
        </p:nvSpPr>
        <p:spPr>
          <a:xfrm>
            <a:off x="7182759" y="554466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6" name="r2_o11854"/>
          <p:cNvSpPr/>
          <p:nvPr/>
        </p:nvSpPr>
        <p:spPr>
          <a:xfrm>
            <a:off x="7496043" y="555477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7" name="r2_o11855"/>
          <p:cNvSpPr/>
          <p:nvPr/>
        </p:nvSpPr>
        <p:spPr>
          <a:xfrm>
            <a:off x="7502777" y="556078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8" name="r2_o11856"/>
          <p:cNvSpPr/>
          <p:nvPr/>
        </p:nvSpPr>
        <p:spPr>
          <a:xfrm>
            <a:off x="7502777" y="556078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59" name="r2_o11857"/>
          <p:cNvSpPr/>
          <p:nvPr/>
        </p:nvSpPr>
        <p:spPr>
          <a:xfrm>
            <a:off x="7012465" y="55689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0" name="r2_o11858"/>
          <p:cNvSpPr/>
          <p:nvPr/>
        </p:nvSpPr>
        <p:spPr>
          <a:xfrm>
            <a:off x="7019199" y="557499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1" name="r2_o11859"/>
          <p:cNvSpPr/>
          <p:nvPr/>
        </p:nvSpPr>
        <p:spPr>
          <a:xfrm>
            <a:off x="7019199" y="557499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2" name="r2_o11860"/>
          <p:cNvSpPr/>
          <p:nvPr/>
        </p:nvSpPr>
        <p:spPr>
          <a:xfrm>
            <a:off x="7332487" y="558511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3" name="r2_o11861"/>
          <p:cNvSpPr/>
          <p:nvPr/>
        </p:nvSpPr>
        <p:spPr>
          <a:xfrm>
            <a:off x="7339221" y="559112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4" name="r2_o11862"/>
          <p:cNvSpPr/>
          <p:nvPr/>
        </p:nvSpPr>
        <p:spPr>
          <a:xfrm>
            <a:off x="7339221" y="559112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5" name="r2_o11863"/>
          <p:cNvSpPr/>
          <p:nvPr/>
        </p:nvSpPr>
        <p:spPr>
          <a:xfrm>
            <a:off x="7090696" y="559221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6" name="r2_o11864"/>
          <p:cNvSpPr/>
          <p:nvPr/>
        </p:nvSpPr>
        <p:spPr>
          <a:xfrm>
            <a:off x="7097430" y="559822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7" name="r2_o11865"/>
          <p:cNvSpPr/>
          <p:nvPr/>
        </p:nvSpPr>
        <p:spPr>
          <a:xfrm>
            <a:off x="7097430" y="559822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8" name="r2_o11866"/>
          <p:cNvSpPr/>
          <p:nvPr/>
        </p:nvSpPr>
        <p:spPr>
          <a:xfrm>
            <a:off x="7652505" y="560123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69" name="r2_o11867"/>
          <p:cNvSpPr/>
          <p:nvPr/>
        </p:nvSpPr>
        <p:spPr>
          <a:xfrm>
            <a:off x="7659239" y="560724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0" name="r2_o11868"/>
          <p:cNvSpPr/>
          <p:nvPr/>
        </p:nvSpPr>
        <p:spPr>
          <a:xfrm>
            <a:off x="7659239" y="560724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1" name="r2_o11869"/>
          <p:cNvSpPr/>
          <p:nvPr/>
        </p:nvSpPr>
        <p:spPr>
          <a:xfrm>
            <a:off x="7682808" y="562913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2" name="r2_o11870"/>
          <p:cNvSpPr/>
          <p:nvPr/>
        </p:nvSpPr>
        <p:spPr>
          <a:xfrm>
            <a:off x="7687118" y="563297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3" name="r2_o11871"/>
          <p:cNvSpPr/>
          <p:nvPr/>
        </p:nvSpPr>
        <p:spPr>
          <a:xfrm>
            <a:off x="7687118" y="563297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4" name="r2_o11872"/>
          <p:cNvSpPr/>
          <p:nvPr/>
        </p:nvSpPr>
        <p:spPr>
          <a:xfrm>
            <a:off x="7410718" y="560834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5" name="r2_o11873"/>
          <p:cNvSpPr/>
          <p:nvPr/>
        </p:nvSpPr>
        <p:spPr>
          <a:xfrm>
            <a:off x="7417452" y="561435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6" name="r2_o11874"/>
          <p:cNvSpPr/>
          <p:nvPr/>
        </p:nvSpPr>
        <p:spPr>
          <a:xfrm>
            <a:off x="7417452" y="561435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7" name="r2_o11875"/>
          <p:cNvSpPr/>
          <p:nvPr/>
        </p:nvSpPr>
        <p:spPr>
          <a:xfrm>
            <a:off x="6927136" y="562254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8" name="r2_o11876"/>
          <p:cNvSpPr/>
          <p:nvPr/>
        </p:nvSpPr>
        <p:spPr>
          <a:xfrm>
            <a:off x="6933870" y="562855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79" name="r2_o11877"/>
          <p:cNvSpPr/>
          <p:nvPr/>
        </p:nvSpPr>
        <p:spPr>
          <a:xfrm>
            <a:off x="6933870" y="562855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0" name="r2_o11878"/>
          <p:cNvSpPr/>
          <p:nvPr/>
        </p:nvSpPr>
        <p:spPr>
          <a:xfrm>
            <a:off x="6957440" y="565043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1" name="r2_o11879"/>
          <p:cNvSpPr/>
          <p:nvPr/>
        </p:nvSpPr>
        <p:spPr>
          <a:xfrm>
            <a:off x="6961750" y="565428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2" name="r2_o11880"/>
          <p:cNvSpPr/>
          <p:nvPr/>
        </p:nvSpPr>
        <p:spPr>
          <a:xfrm>
            <a:off x="6961750" y="565428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3" name="r2_o11881"/>
          <p:cNvSpPr/>
          <p:nvPr/>
        </p:nvSpPr>
        <p:spPr>
          <a:xfrm>
            <a:off x="7247158" y="563867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4" name="r2_o11882"/>
          <p:cNvSpPr/>
          <p:nvPr/>
        </p:nvSpPr>
        <p:spPr>
          <a:xfrm>
            <a:off x="7253892" y="564468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5" name="r2_o11883"/>
          <p:cNvSpPr/>
          <p:nvPr/>
        </p:nvSpPr>
        <p:spPr>
          <a:xfrm>
            <a:off x="7253892" y="564468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6" name="r2_o11884"/>
          <p:cNvSpPr/>
          <p:nvPr/>
        </p:nvSpPr>
        <p:spPr>
          <a:xfrm>
            <a:off x="7005367" y="564577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7" name="r2_o11885"/>
          <p:cNvSpPr/>
          <p:nvPr/>
        </p:nvSpPr>
        <p:spPr>
          <a:xfrm>
            <a:off x="7012101" y="565178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8" name="r2_o11886"/>
          <p:cNvSpPr/>
          <p:nvPr/>
        </p:nvSpPr>
        <p:spPr>
          <a:xfrm>
            <a:off x="7012101" y="565178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89" name="r2_o11887"/>
          <p:cNvSpPr/>
          <p:nvPr/>
        </p:nvSpPr>
        <p:spPr>
          <a:xfrm>
            <a:off x="7035671" y="567367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0" name="r2_o11888"/>
          <p:cNvSpPr/>
          <p:nvPr/>
        </p:nvSpPr>
        <p:spPr>
          <a:xfrm>
            <a:off x="7039981" y="567751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1" name="r2_o11889"/>
          <p:cNvSpPr/>
          <p:nvPr/>
        </p:nvSpPr>
        <p:spPr>
          <a:xfrm>
            <a:off x="7039981" y="567751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2" name="r2_o11890"/>
          <p:cNvSpPr/>
          <p:nvPr/>
        </p:nvSpPr>
        <p:spPr>
          <a:xfrm>
            <a:off x="7567180" y="565480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3" name="r2_o11891"/>
          <p:cNvSpPr/>
          <p:nvPr/>
        </p:nvSpPr>
        <p:spPr>
          <a:xfrm>
            <a:off x="7573914" y="566081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4" name="r2_o11892"/>
          <p:cNvSpPr/>
          <p:nvPr/>
        </p:nvSpPr>
        <p:spPr>
          <a:xfrm>
            <a:off x="7573914" y="566081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5" name="r2_o11893"/>
          <p:cNvSpPr/>
          <p:nvPr/>
        </p:nvSpPr>
        <p:spPr>
          <a:xfrm>
            <a:off x="7325389" y="566190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6" name="r2_o11894"/>
          <p:cNvSpPr/>
          <p:nvPr/>
        </p:nvSpPr>
        <p:spPr>
          <a:xfrm>
            <a:off x="7332123" y="566791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7" name="r2_o11895"/>
          <p:cNvSpPr/>
          <p:nvPr/>
        </p:nvSpPr>
        <p:spPr>
          <a:xfrm>
            <a:off x="7332123" y="566791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8" name="r2_o11896"/>
          <p:cNvSpPr/>
          <p:nvPr/>
        </p:nvSpPr>
        <p:spPr>
          <a:xfrm>
            <a:off x="7645411" y="567803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99" name="r2_o11897"/>
          <p:cNvSpPr/>
          <p:nvPr/>
        </p:nvSpPr>
        <p:spPr>
          <a:xfrm>
            <a:off x="7652145" y="568404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0" name="r2_o11898"/>
          <p:cNvSpPr/>
          <p:nvPr/>
        </p:nvSpPr>
        <p:spPr>
          <a:xfrm>
            <a:off x="7652145" y="568404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1" name="r2_o11899"/>
          <p:cNvSpPr/>
          <p:nvPr/>
        </p:nvSpPr>
        <p:spPr>
          <a:xfrm>
            <a:off x="7161829" y="569223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2" name="r2_o11900"/>
          <p:cNvSpPr/>
          <p:nvPr/>
        </p:nvSpPr>
        <p:spPr>
          <a:xfrm>
            <a:off x="7168563" y="569824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3" name="r2_o11901"/>
          <p:cNvSpPr/>
          <p:nvPr/>
        </p:nvSpPr>
        <p:spPr>
          <a:xfrm>
            <a:off x="7168563" y="569824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4" name="r2_o11902"/>
          <p:cNvSpPr/>
          <p:nvPr/>
        </p:nvSpPr>
        <p:spPr>
          <a:xfrm>
            <a:off x="7192133" y="572013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5" name="r2_o11903"/>
          <p:cNvSpPr/>
          <p:nvPr/>
        </p:nvSpPr>
        <p:spPr>
          <a:xfrm>
            <a:off x="7196442" y="572398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6" name="r2_o11904"/>
          <p:cNvSpPr/>
          <p:nvPr/>
        </p:nvSpPr>
        <p:spPr>
          <a:xfrm>
            <a:off x="7196442" y="572398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7" name="r2_o11905"/>
          <p:cNvSpPr/>
          <p:nvPr/>
        </p:nvSpPr>
        <p:spPr>
          <a:xfrm>
            <a:off x="7481851" y="570836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8" name="r2_o11906"/>
          <p:cNvSpPr/>
          <p:nvPr/>
        </p:nvSpPr>
        <p:spPr>
          <a:xfrm>
            <a:off x="7488585" y="571437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09" name="r2_o11907"/>
          <p:cNvSpPr/>
          <p:nvPr/>
        </p:nvSpPr>
        <p:spPr>
          <a:xfrm>
            <a:off x="7488585" y="571437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0" name="r2_o11908"/>
          <p:cNvSpPr/>
          <p:nvPr/>
        </p:nvSpPr>
        <p:spPr>
          <a:xfrm>
            <a:off x="7240060" y="571546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1" name="r2_o11909"/>
          <p:cNvSpPr/>
          <p:nvPr/>
        </p:nvSpPr>
        <p:spPr>
          <a:xfrm>
            <a:off x="7246794" y="572147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2" name="r2_o11910"/>
          <p:cNvSpPr/>
          <p:nvPr/>
        </p:nvSpPr>
        <p:spPr>
          <a:xfrm>
            <a:off x="7246794" y="572147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3" name="r2_o11911"/>
          <p:cNvSpPr/>
          <p:nvPr/>
        </p:nvSpPr>
        <p:spPr>
          <a:xfrm>
            <a:off x="7270364" y="574336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4" name="r2_o11912"/>
          <p:cNvSpPr/>
          <p:nvPr/>
        </p:nvSpPr>
        <p:spPr>
          <a:xfrm>
            <a:off x="7274673" y="574721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5" name="r2_o11913"/>
          <p:cNvSpPr/>
          <p:nvPr/>
        </p:nvSpPr>
        <p:spPr>
          <a:xfrm>
            <a:off x="7274673" y="574721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6" name="r2_o11914"/>
          <p:cNvSpPr/>
          <p:nvPr/>
        </p:nvSpPr>
        <p:spPr>
          <a:xfrm>
            <a:off x="7560082" y="573159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7" name="r2_o11915"/>
          <p:cNvSpPr/>
          <p:nvPr/>
        </p:nvSpPr>
        <p:spPr>
          <a:xfrm>
            <a:off x="7566816" y="573761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8" name="r2_o11916"/>
          <p:cNvSpPr/>
          <p:nvPr/>
        </p:nvSpPr>
        <p:spPr>
          <a:xfrm>
            <a:off x="7566816" y="573761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19" name="r2_o11917"/>
          <p:cNvSpPr/>
          <p:nvPr/>
        </p:nvSpPr>
        <p:spPr>
          <a:xfrm>
            <a:off x="7396522" y="576192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0" name="r2_o11918"/>
          <p:cNvSpPr/>
          <p:nvPr/>
        </p:nvSpPr>
        <p:spPr>
          <a:xfrm>
            <a:off x="7403256" y="576794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1" name="r2_o11919"/>
          <p:cNvSpPr/>
          <p:nvPr/>
        </p:nvSpPr>
        <p:spPr>
          <a:xfrm>
            <a:off x="7403256" y="576794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2" name="r2_o11920"/>
          <p:cNvSpPr/>
          <p:nvPr/>
        </p:nvSpPr>
        <p:spPr>
          <a:xfrm>
            <a:off x="7426826" y="578982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3" name="r2_o11921"/>
          <p:cNvSpPr/>
          <p:nvPr/>
        </p:nvSpPr>
        <p:spPr>
          <a:xfrm>
            <a:off x="7431135" y="579367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4" name="r2_o11922"/>
          <p:cNvSpPr/>
          <p:nvPr/>
        </p:nvSpPr>
        <p:spPr>
          <a:xfrm>
            <a:off x="7431135" y="579367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5" name="r2_o11923"/>
          <p:cNvSpPr/>
          <p:nvPr/>
        </p:nvSpPr>
        <p:spPr>
          <a:xfrm>
            <a:off x="7716544" y="577805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6" name="r2_o11924"/>
          <p:cNvSpPr/>
          <p:nvPr/>
        </p:nvSpPr>
        <p:spPr>
          <a:xfrm>
            <a:off x="7723278" y="578407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7" name="r2_o11925"/>
          <p:cNvSpPr/>
          <p:nvPr/>
        </p:nvSpPr>
        <p:spPr>
          <a:xfrm>
            <a:off x="7723278" y="578407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8" name="r2_o11926"/>
          <p:cNvSpPr/>
          <p:nvPr/>
        </p:nvSpPr>
        <p:spPr>
          <a:xfrm>
            <a:off x="7746847" y="580595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29" name="r2_o11927"/>
          <p:cNvSpPr/>
          <p:nvPr/>
        </p:nvSpPr>
        <p:spPr>
          <a:xfrm>
            <a:off x="7751157" y="580980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0" name="r2_o11928"/>
          <p:cNvSpPr/>
          <p:nvPr/>
        </p:nvSpPr>
        <p:spPr>
          <a:xfrm>
            <a:off x="7751157" y="580980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1" name="r2_o11929"/>
          <p:cNvSpPr/>
          <p:nvPr/>
        </p:nvSpPr>
        <p:spPr>
          <a:xfrm>
            <a:off x="7474753" y="578515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2" name="r2_o11930"/>
          <p:cNvSpPr/>
          <p:nvPr/>
        </p:nvSpPr>
        <p:spPr>
          <a:xfrm>
            <a:off x="7481487" y="579117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3" name="r2_o11931"/>
          <p:cNvSpPr/>
          <p:nvPr/>
        </p:nvSpPr>
        <p:spPr>
          <a:xfrm>
            <a:off x="7481487" y="579117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4" name="r2_o11932"/>
          <p:cNvSpPr/>
          <p:nvPr/>
        </p:nvSpPr>
        <p:spPr>
          <a:xfrm>
            <a:off x="7505056" y="581305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5" name="r2_o11933"/>
          <p:cNvSpPr/>
          <p:nvPr/>
        </p:nvSpPr>
        <p:spPr>
          <a:xfrm>
            <a:off x="7509366" y="581690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6" name="r2_o11934"/>
          <p:cNvSpPr/>
          <p:nvPr/>
        </p:nvSpPr>
        <p:spPr>
          <a:xfrm>
            <a:off x="7509366" y="581690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7" name="r2_o11935"/>
          <p:cNvSpPr/>
          <p:nvPr/>
        </p:nvSpPr>
        <p:spPr>
          <a:xfrm>
            <a:off x="7631215" y="583162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8" name="r2_o11936"/>
          <p:cNvSpPr/>
          <p:nvPr/>
        </p:nvSpPr>
        <p:spPr>
          <a:xfrm>
            <a:off x="7637949" y="583763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39" name="r2_o11937"/>
          <p:cNvSpPr/>
          <p:nvPr/>
        </p:nvSpPr>
        <p:spPr>
          <a:xfrm>
            <a:off x="7637949" y="583763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0" name="r2_o11938"/>
          <p:cNvSpPr/>
          <p:nvPr/>
        </p:nvSpPr>
        <p:spPr>
          <a:xfrm>
            <a:off x="7661518" y="585951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1" name="r2_o11939"/>
          <p:cNvSpPr/>
          <p:nvPr/>
        </p:nvSpPr>
        <p:spPr>
          <a:xfrm>
            <a:off x="7665828" y="586336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2" name="r2_o11940"/>
          <p:cNvSpPr/>
          <p:nvPr/>
        </p:nvSpPr>
        <p:spPr>
          <a:xfrm>
            <a:off x="7665828" y="586336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3" name="r2_o11941"/>
          <p:cNvSpPr/>
          <p:nvPr/>
        </p:nvSpPr>
        <p:spPr>
          <a:xfrm>
            <a:off x="7709446" y="585485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4" name="r2_o11942"/>
          <p:cNvSpPr/>
          <p:nvPr/>
        </p:nvSpPr>
        <p:spPr>
          <a:xfrm>
            <a:off x="7716180" y="586086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5" name="r2_o11943"/>
          <p:cNvSpPr/>
          <p:nvPr/>
        </p:nvSpPr>
        <p:spPr>
          <a:xfrm>
            <a:off x="7716180" y="586086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6" name="r2_o11944"/>
          <p:cNvSpPr/>
          <p:nvPr/>
        </p:nvSpPr>
        <p:spPr>
          <a:xfrm>
            <a:off x="7739749" y="588275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7" name="r2_o11945"/>
          <p:cNvSpPr/>
          <p:nvPr/>
        </p:nvSpPr>
        <p:spPr>
          <a:xfrm>
            <a:off x="7744059" y="588659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8" name="r2_o11946"/>
          <p:cNvSpPr/>
          <p:nvPr/>
        </p:nvSpPr>
        <p:spPr>
          <a:xfrm>
            <a:off x="7744059" y="588659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49" name="r2_o11947"/>
          <p:cNvSpPr/>
          <p:nvPr/>
        </p:nvSpPr>
        <p:spPr>
          <a:xfrm flipV="1">
            <a:off x="8258783" y="5423462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0" name="r2_o11948"/>
          <p:cNvSpPr/>
          <p:nvPr/>
        </p:nvSpPr>
        <p:spPr>
          <a:xfrm flipV="1">
            <a:off x="8107685" y="5787473"/>
            <a:ext cx="106296" cy="481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1" name="r2_o11949"/>
          <p:cNvSpPr/>
          <p:nvPr/>
        </p:nvSpPr>
        <p:spPr>
          <a:xfrm flipH="1" flipV="1">
            <a:off x="7895115" y="5931843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2" name="r2_o11950"/>
          <p:cNvSpPr/>
          <p:nvPr/>
        </p:nvSpPr>
        <p:spPr>
          <a:xfrm flipH="1" flipV="1">
            <a:off x="8122278" y="5608963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3" name="r2_o11951"/>
          <p:cNvSpPr/>
          <p:nvPr/>
        </p:nvSpPr>
        <p:spPr>
          <a:xfrm flipV="1">
            <a:off x="7985773" y="5657086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4" name="r2_o11952"/>
          <p:cNvSpPr/>
          <p:nvPr/>
        </p:nvSpPr>
        <p:spPr>
          <a:xfrm flipV="1">
            <a:off x="8197310" y="5196827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5" name="r2_o11953"/>
          <p:cNvSpPr/>
          <p:nvPr/>
        </p:nvSpPr>
        <p:spPr>
          <a:xfrm flipH="1" flipV="1">
            <a:off x="8485957" y="5169269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6" name="r2_o11954"/>
          <p:cNvSpPr/>
          <p:nvPr/>
        </p:nvSpPr>
        <p:spPr>
          <a:xfrm flipH="1" flipV="1">
            <a:off x="8440100" y="5080015"/>
            <a:ext cx="76076" cy="2056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7" name="r2_o11955"/>
          <p:cNvSpPr/>
          <p:nvPr/>
        </p:nvSpPr>
        <p:spPr>
          <a:xfrm flipH="1" flipV="1">
            <a:off x="8304640" y="5581405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8" name="r2_o11956"/>
          <p:cNvSpPr/>
          <p:nvPr/>
        </p:nvSpPr>
        <p:spPr>
          <a:xfrm flipH="1" flipV="1">
            <a:off x="8441144" y="5464593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59" name="r2_o11957"/>
          <p:cNvSpPr/>
          <p:nvPr/>
        </p:nvSpPr>
        <p:spPr>
          <a:xfrm flipV="1">
            <a:off x="8243156" y="5286083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0" name="r2_o11958"/>
          <p:cNvSpPr/>
          <p:nvPr/>
        </p:nvSpPr>
        <p:spPr>
          <a:xfrm flipV="1">
            <a:off x="8152498" y="5492151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1" name="r2_o11959"/>
          <p:cNvSpPr/>
          <p:nvPr/>
        </p:nvSpPr>
        <p:spPr>
          <a:xfrm flipV="1">
            <a:off x="8379661" y="5169269"/>
            <a:ext cx="106296" cy="481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2" name="r2_o11960"/>
          <p:cNvSpPr/>
          <p:nvPr/>
        </p:nvSpPr>
        <p:spPr>
          <a:xfrm flipV="1">
            <a:off x="8531803" y="5189836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3" name="r2_o11961"/>
          <p:cNvSpPr/>
          <p:nvPr/>
        </p:nvSpPr>
        <p:spPr>
          <a:xfrm flipV="1">
            <a:off x="8153542" y="5876729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4" name="r2_o11962"/>
          <p:cNvSpPr/>
          <p:nvPr/>
        </p:nvSpPr>
        <p:spPr>
          <a:xfrm flipV="1">
            <a:off x="8380705" y="5553849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5" name="r2_o11963"/>
          <p:cNvSpPr/>
          <p:nvPr/>
        </p:nvSpPr>
        <p:spPr>
          <a:xfrm flipV="1">
            <a:off x="8425518" y="5258525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6" name="r2_o11964"/>
          <p:cNvSpPr/>
          <p:nvPr/>
        </p:nvSpPr>
        <p:spPr>
          <a:xfrm flipV="1">
            <a:off x="8289003" y="5375337"/>
            <a:ext cx="106296" cy="481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7" name="r2_o11965"/>
          <p:cNvSpPr/>
          <p:nvPr/>
        </p:nvSpPr>
        <p:spPr>
          <a:xfrm flipV="1">
            <a:off x="8562023" y="5141713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8" name="r2_o11966"/>
          <p:cNvSpPr/>
          <p:nvPr/>
        </p:nvSpPr>
        <p:spPr>
          <a:xfrm flipV="1">
            <a:off x="8485957" y="5100580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69" name="r2_o11967"/>
          <p:cNvSpPr/>
          <p:nvPr/>
        </p:nvSpPr>
        <p:spPr>
          <a:xfrm flipV="1">
            <a:off x="8031620" y="5746342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0" name="r2_o11968"/>
          <p:cNvSpPr/>
          <p:nvPr/>
        </p:nvSpPr>
        <p:spPr>
          <a:xfrm flipV="1">
            <a:off x="8395298" y="5306648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1" name="r2_o11969"/>
          <p:cNvSpPr/>
          <p:nvPr/>
        </p:nvSpPr>
        <p:spPr>
          <a:xfrm flipV="1">
            <a:off x="8168124" y="5629530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2" name="r2_o11970"/>
          <p:cNvSpPr/>
          <p:nvPr/>
        </p:nvSpPr>
        <p:spPr>
          <a:xfrm flipH="1" flipV="1">
            <a:off x="8258783" y="5492151"/>
            <a:ext cx="76076" cy="2056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3" name="r2_o11971"/>
          <p:cNvSpPr/>
          <p:nvPr/>
        </p:nvSpPr>
        <p:spPr>
          <a:xfrm flipV="1">
            <a:off x="8396332" y="5691228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4" name="r2_o11972"/>
          <p:cNvSpPr/>
          <p:nvPr/>
        </p:nvSpPr>
        <p:spPr>
          <a:xfrm flipV="1">
            <a:off x="8212937" y="5334206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5" name="r2_o11973"/>
          <p:cNvSpPr/>
          <p:nvPr/>
        </p:nvSpPr>
        <p:spPr>
          <a:xfrm flipV="1">
            <a:off x="8015993" y="5608963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6" name="r2_o11974"/>
          <p:cNvSpPr/>
          <p:nvPr/>
        </p:nvSpPr>
        <p:spPr>
          <a:xfrm flipV="1">
            <a:off x="7895115" y="5863154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7" name="r2_o11975"/>
          <p:cNvSpPr/>
          <p:nvPr/>
        </p:nvSpPr>
        <p:spPr>
          <a:xfrm flipV="1">
            <a:off x="8516176" y="5052457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8" name="r2_o11976"/>
          <p:cNvSpPr/>
          <p:nvPr/>
        </p:nvSpPr>
        <p:spPr>
          <a:xfrm flipH="1" flipV="1">
            <a:off x="8167091" y="5313640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79" name="r2_o11977"/>
          <p:cNvSpPr/>
          <p:nvPr/>
        </p:nvSpPr>
        <p:spPr>
          <a:xfrm flipH="1" flipV="1">
            <a:off x="8076432" y="5519708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0" name="r2_o11978"/>
          <p:cNvSpPr/>
          <p:nvPr/>
        </p:nvSpPr>
        <p:spPr>
          <a:xfrm flipV="1">
            <a:off x="8061839" y="5698219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1" name="r2_o11979"/>
          <p:cNvSpPr/>
          <p:nvPr/>
        </p:nvSpPr>
        <p:spPr>
          <a:xfrm flipV="1">
            <a:off x="8198344" y="5581405"/>
            <a:ext cx="106296" cy="48124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2" name="r2_o11980"/>
          <p:cNvSpPr/>
          <p:nvPr/>
        </p:nvSpPr>
        <p:spPr>
          <a:xfrm flipV="1">
            <a:off x="8244200" y="5670661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3" name="r2_o11981"/>
          <p:cNvSpPr/>
          <p:nvPr/>
        </p:nvSpPr>
        <p:spPr>
          <a:xfrm flipH="1" flipV="1">
            <a:off x="8031620" y="5815031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4" name="r2_o11982"/>
          <p:cNvSpPr/>
          <p:nvPr/>
        </p:nvSpPr>
        <p:spPr>
          <a:xfrm flipV="1">
            <a:off x="8122278" y="5540274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5" name="r2_o11983"/>
          <p:cNvSpPr/>
          <p:nvPr/>
        </p:nvSpPr>
        <p:spPr>
          <a:xfrm flipV="1">
            <a:off x="8167091" y="5244950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6" name="r2_o11984"/>
          <p:cNvSpPr/>
          <p:nvPr/>
        </p:nvSpPr>
        <p:spPr>
          <a:xfrm flipH="1" flipV="1">
            <a:off x="8213981" y="5787473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7" name="r2_o11985"/>
          <p:cNvSpPr/>
          <p:nvPr/>
        </p:nvSpPr>
        <p:spPr>
          <a:xfrm flipV="1">
            <a:off x="8077466" y="5835598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8" name="r2_o11986"/>
          <p:cNvSpPr/>
          <p:nvPr/>
        </p:nvSpPr>
        <p:spPr>
          <a:xfrm flipH="1" flipV="1">
            <a:off x="8350486" y="5670661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89" name="r2_o11987"/>
          <p:cNvSpPr/>
          <p:nvPr/>
        </p:nvSpPr>
        <p:spPr>
          <a:xfrm flipV="1">
            <a:off x="7971180" y="5904287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0" name="r2_o11988"/>
          <p:cNvSpPr/>
          <p:nvPr/>
        </p:nvSpPr>
        <p:spPr>
          <a:xfrm flipH="1" flipV="1">
            <a:off x="8077466" y="5904287"/>
            <a:ext cx="76076" cy="2056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1" name="r2_o11989"/>
          <p:cNvSpPr/>
          <p:nvPr/>
        </p:nvSpPr>
        <p:spPr>
          <a:xfrm flipV="1">
            <a:off x="8259827" y="5808040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2" name="r2_o11990"/>
          <p:cNvSpPr/>
          <p:nvPr/>
        </p:nvSpPr>
        <p:spPr>
          <a:xfrm flipV="1">
            <a:off x="8486990" y="5485160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3" name="r2_o11991"/>
          <p:cNvSpPr/>
          <p:nvPr/>
        </p:nvSpPr>
        <p:spPr>
          <a:xfrm flipH="1" flipV="1">
            <a:off x="8531803" y="5258525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4" name="r2_o11992"/>
          <p:cNvSpPr/>
          <p:nvPr/>
        </p:nvSpPr>
        <p:spPr>
          <a:xfrm flipH="1" flipV="1">
            <a:off x="8168124" y="5698219"/>
            <a:ext cx="76076" cy="2056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5" name="r2_o11993"/>
          <p:cNvSpPr/>
          <p:nvPr/>
        </p:nvSpPr>
        <p:spPr>
          <a:xfrm flipV="1">
            <a:off x="8076432" y="5451018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6" name="r2_o11994"/>
          <p:cNvSpPr/>
          <p:nvPr/>
        </p:nvSpPr>
        <p:spPr>
          <a:xfrm flipH="1" flipV="1">
            <a:off x="8349442" y="5286083"/>
            <a:ext cx="76076" cy="2056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7" name="r2_o11995"/>
          <p:cNvSpPr/>
          <p:nvPr/>
        </p:nvSpPr>
        <p:spPr>
          <a:xfrm flipH="1" flipV="1">
            <a:off x="8395298" y="5375337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8" name="r2_o11996"/>
          <p:cNvSpPr/>
          <p:nvPr/>
        </p:nvSpPr>
        <p:spPr>
          <a:xfrm flipV="1">
            <a:off x="8668308" y="5073024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1999" name="r2_o11997"/>
          <p:cNvSpPr/>
          <p:nvPr/>
        </p:nvSpPr>
        <p:spPr>
          <a:xfrm flipH="1" flipV="1">
            <a:off x="8303596" y="5196827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0" name="r2_o11998"/>
          <p:cNvSpPr/>
          <p:nvPr/>
        </p:nvSpPr>
        <p:spPr>
          <a:xfrm flipV="1">
            <a:off x="8213981" y="5718784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1" name="r2_o11999"/>
          <p:cNvSpPr/>
          <p:nvPr/>
        </p:nvSpPr>
        <p:spPr>
          <a:xfrm flipV="1">
            <a:off x="8304640" y="5512716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2" name="r2_o12000"/>
          <p:cNvSpPr/>
          <p:nvPr/>
        </p:nvSpPr>
        <p:spPr>
          <a:xfrm flipV="1">
            <a:off x="8290046" y="5759917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3" name="r2_o12001"/>
          <p:cNvSpPr/>
          <p:nvPr/>
        </p:nvSpPr>
        <p:spPr>
          <a:xfrm flipH="1" flipV="1">
            <a:off x="8212937" y="5402895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4" name="r2_o12002"/>
          <p:cNvSpPr/>
          <p:nvPr/>
        </p:nvSpPr>
        <p:spPr>
          <a:xfrm flipV="1">
            <a:off x="8350486" y="5601972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5" name="r2_o12003"/>
          <p:cNvSpPr/>
          <p:nvPr/>
        </p:nvSpPr>
        <p:spPr>
          <a:xfrm flipV="1">
            <a:off x="8303596" y="5128138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6" name="r2_o12004"/>
          <p:cNvSpPr/>
          <p:nvPr/>
        </p:nvSpPr>
        <p:spPr>
          <a:xfrm flipV="1">
            <a:off x="8334859" y="5464593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7" name="r2_o12005"/>
          <p:cNvSpPr/>
          <p:nvPr/>
        </p:nvSpPr>
        <p:spPr>
          <a:xfrm flipH="1" flipV="1">
            <a:off x="8622462" y="5052457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8" name="r2_o12006"/>
          <p:cNvSpPr/>
          <p:nvPr/>
        </p:nvSpPr>
        <p:spPr>
          <a:xfrm flipH="1" flipV="1">
            <a:off x="7985773" y="5725775"/>
            <a:ext cx="76066" cy="2056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09" name="r2_o12007"/>
          <p:cNvSpPr/>
          <p:nvPr/>
        </p:nvSpPr>
        <p:spPr>
          <a:xfrm flipV="1">
            <a:off x="8349442" y="5217394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0" name="r2_o12008"/>
          <p:cNvSpPr/>
          <p:nvPr/>
        </p:nvSpPr>
        <p:spPr>
          <a:xfrm flipV="1">
            <a:off x="8577649" y="5279092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1" name="r2_o12009"/>
          <p:cNvSpPr/>
          <p:nvPr/>
        </p:nvSpPr>
        <p:spPr>
          <a:xfrm flipV="1">
            <a:off x="7925334" y="5815031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2" name="r2_o12010"/>
          <p:cNvSpPr/>
          <p:nvPr/>
        </p:nvSpPr>
        <p:spPr>
          <a:xfrm flipV="1">
            <a:off x="8333815" y="5080015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3" name="r2_o12011"/>
          <p:cNvSpPr/>
          <p:nvPr/>
        </p:nvSpPr>
        <p:spPr>
          <a:xfrm flipV="1">
            <a:off x="8471364" y="5347781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4" name="r2_o12012"/>
          <p:cNvSpPr/>
          <p:nvPr/>
        </p:nvSpPr>
        <p:spPr>
          <a:xfrm flipV="1">
            <a:off x="8441144" y="5395904"/>
            <a:ext cx="30220" cy="6868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5" name="r2_o12013"/>
          <p:cNvSpPr/>
          <p:nvPr/>
        </p:nvSpPr>
        <p:spPr>
          <a:xfrm flipV="1">
            <a:off x="8106652" y="5402895"/>
            <a:ext cx="106285" cy="48123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016" name="r2_o12014"/>
          <p:cNvSpPr/>
          <p:nvPr/>
        </p:nvSpPr>
        <p:spPr>
          <a:xfrm>
            <a:off x="8598411" y="502840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17" name="r2_o12015"/>
          <p:cNvSpPr/>
          <p:nvPr/>
        </p:nvSpPr>
        <p:spPr>
          <a:xfrm>
            <a:off x="8605145" y="503442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18" name="r2_o12016"/>
          <p:cNvSpPr/>
          <p:nvPr/>
        </p:nvSpPr>
        <p:spPr>
          <a:xfrm>
            <a:off x="8605145" y="503442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19" name="r2_o12017"/>
          <p:cNvSpPr/>
          <p:nvPr/>
        </p:nvSpPr>
        <p:spPr>
          <a:xfrm>
            <a:off x="8628715" y="505630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0" name="r2_o12018"/>
          <p:cNvSpPr/>
          <p:nvPr/>
        </p:nvSpPr>
        <p:spPr>
          <a:xfrm>
            <a:off x="8633025" y="506015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1" name="r2_o12019"/>
          <p:cNvSpPr/>
          <p:nvPr/>
        </p:nvSpPr>
        <p:spPr>
          <a:xfrm>
            <a:off x="8633025" y="506015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2" name="r2_o12020"/>
          <p:cNvSpPr/>
          <p:nvPr/>
        </p:nvSpPr>
        <p:spPr>
          <a:xfrm>
            <a:off x="8674477" y="504897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3" name="r2_o12021"/>
          <p:cNvSpPr/>
          <p:nvPr/>
        </p:nvSpPr>
        <p:spPr>
          <a:xfrm>
            <a:off x="8681211" y="505498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4" name="r2_o12022"/>
          <p:cNvSpPr/>
          <p:nvPr/>
        </p:nvSpPr>
        <p:spPr>
          <a:xfrm>
            <a:off x="8681211" y="505498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5" name="r2_o12023"/>
          <p:cNvSpPr/>
          <p:nvPr/>
        </p:nvSpPr>
        <p:spPr>
          <a:xfrm>
            <a:off x="8704780" y="507687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6" name="r2_o12024"/>
          <p:cNvSpPr/>
          <p:nvPr/>
        </p:nvSpPr>
        <p:spPr>
          <a:xfrm>
            <a:off x="8709090" y="508072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7" name="r2_o12025"/>
          <p:cNvSpPr/>
          <p:nvPr/>
        </p:nvSpPr>
        <p:spPr>
          <a:xfrm>
            <a:off x="8709090" y="508072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8" name="r2_o12026"/>
          <p:cNvSpPr/>
          <p:nvPr/>
        </p:nvSpPr>
        <p:spPr>
          <a:xfrm>
            <a:off x="8416050" y="505596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29" name="r2_o12027"/>
          <p:cNvSpPr/>
          <p:nvPr/>
        </p:nvSpPr>
        <p:spPr>
          <a:xfrm>
            <a:off x="8422784" y="506197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0" name="r2_o12028"/>
          <p:cNvSpPr/>
          <p:nvPr/>
        </p:nvSpPr>
        <p:spPr>
          <a:xfrm>
            <a:off x="8422784" y="506197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1" name="r2_o12029"/>
          <p:cNvSpPr/>
          <p:nvPr/>
        </p:nvSpPr>
        <p:spPr>
          <a:xfrm>
            <a:off x="8446353" y="508386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2" name="r2_o12030"/>
          <p:cNvSpPr/>
          <p:nvPr/>
        </p:nvSpPr>
        <p:spPr>
          <a:xfrm>
            <a:off x="8450663" y="508771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3" name="r2_o12031"/>
          <p:cNvSpPr/>
          <p:nvPr/>
        </p:nvSpPr>
        <p:spPr>
          <a:xfrm>
            <a:off x="8450663" y="508771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4" name="r2_o12032"/>
          <p:cNvSpPr/>
          <p:nvPr/>
        </p:nvSpPr>
        <p:spPr>
          <a:xfrm>
            <a:off x="8492126" y="507653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5" name="r2_o12033"/>
          <p:cNvSpPr/>
          <p:nvPr/>
        </p:nvSpPr>
        <p:spPr>
          <a:xfrm>
            <a:off x="8498860" y="508254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6" name="r2_o12034"/>
          <p:cNvSpPr/>
          <p:nvPr/>
        </p:nvSpPr>
        <p:spPr>
          <a:xfrm>
            <a:off x="8498860" y="508254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7" name="r2_o12035"/>
          <p:cNvSpPr/>
          <p:nvPr/>
        </p:nvSpPr>
        <p:spPr>
          <a:xfrm>
            <a:off x="8309765" y="510408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8" name="r2_o12036"/>
          <p:cNvSpPr/>
          <p:nvPr/>
        </p:nvSpPr>
        <p:spPr>
          <a:xfrm>
            <a:off x="8316499" y="511010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39" name="r2_o12037"/>
          <p:cNvSpPr/>
          <p:nvPr/>
        </p:nvSpPr>
        <p:spPr>
          <a:xfrm>
            <a:off x="8316499" y="511010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0" name="r2_o12038"/>
          <p:cNvSpPr/>
          <p:nvPr/>
        </p:nvSpPr>
        <p:spPr>
          <a:xfrm>
            <a:off x="8340068" y="513198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1" name="r2_o12039"/>
          <p:cNvSpPr/>
          <p:nvPr/>
        </p:nvSpPr>
        <p:spPr>
          <a:xfrm>
            <a:off x="8344378" y="513583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2" name="r2_o12040"/>
          <p:cNvSpPr/>
          <p:nvPr/>
        </p:nvSpPr>
        <p:spPr>
          <a:xfrm>
            <a:off x="8344378" y="513583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3" name="r2_o12041"/>
          <p:cNvSpPr/>
          <p:nvPr/>
        </p:nvSpPr>
        <p:spPr>
          <a:xfrm>
            <a:off x="8644257" y="511766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4" name="r2_o12042"/>
          <p:cNvSpPr/>
          <p:nvPr/>
        </p:nvSpPr>
        <p:spPr>
          <a:xfrm>
            <a:off x="8650991" y="512367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5" name="r2_o12043"/>
          <p:cNvSpPr/>
          <p:nvPr/>
        </p:nvSpPr>
        <p:spPr>
          <a:xfrm>
            <a:off x="8650991" y="512367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6" name="r2_o12044"/>
          <p:cNvSpPr/>
          <p:nvPr/>
        </p:nvSpPr>
        <p:spPr>
          <a:xfrm>
            <a:off x="8674561" y="514556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7" name="r2_o12045"/>
          <p:cNvSpPr/>
          <p:nvPr/>
        </p:nvSpPr>
        <p:spPr>
          <a:xfrm>
            <a:off x="8678871" y="514940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8" name="r2_o12046"/>
          <p:cNvSpPr/>
          <p:nvPr/>
        </p:nvSpPr>
        <p:spPr>
          <a:xfrm>
            <a:off x="8678871" y="514940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49" name="r2_o12047"/>
          <p:cNvSpPr/>
          <p:nvPr/>
        </p:nvSpPr>
        <p:spPr>
          <a:xfrm>
            <a:off x="8461907" y="514521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0" name="r2_o12048"/>
          <p:cNvSpPr/>
          <p:nvPr/>
        </p:nvSpPr>
        <p:spPr>
          <a:xfrm>
            <a:off x="8468641" y="515123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1" name="r2_o12049"/>
          <p:cNvSpPr/>
          <p:nvPr/>
        </p:nvSpPr>
        <p:spPr>
          <a:xfrm>
            <a:off x="8468641" y="515123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2" name="r2_o12050"/>
          <p:cNvSpPr/>
          <p:nvPr/>
        </p:nvSpPr>
        <p:spPr>
          <a:xfrm>
            <a:off x="8537972" y="516578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3" name="r2_o12051"/>
          <p:cNvSpPr/>
          <p:nvPr/>
        </p:nvSpPr>
        <p:spPr>
          <a:xfrm>
            <a:off x="8544706" y="517179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4" name="r2_o12052"/>
          <p:cNvSpPr/>
          <p:nvPr/>
        </p:nvSpPr>
        <p:spPr>
          <a:xfrm>
            <a:off x="8544706" y="517179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5" name="r2_o12053"/>
          <p:cNvSpPr/>
          <p:nvPr/>
        </p:nvSpPr>
        <p:spPr>
          <a:xfrm>
            <a:off x="8279545" y="517277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6" name="r2_o12054"/>
          <p:cNvSpPr/>
          <p:nvPr/>
        </p:nvSpPr>
        <p:spPr>
          <a:xfrm>
            <a:off x="8286279" y="517879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7" name="r2_o12055"/>
          <p:cNvSpPr/>
          <p:nvPr/>
        </p:nvSpPr>
        <p:spPr>
          <a:xfrm>
            <a:off x="8286279" y="517879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8" name="r2_o12056"/>
          <p:cNvSpPr/>
          <p:nvPr/>
        </p:nvSpPr>
        <p:spPr>
          <a:xfrm>
            <a:off x="8355611" y="519334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59" name="r2_o12057"/>
          <p:cNvSpPr/>
          <p:nvPr/>
        </p:nvSpPr>
        <p:spPr>
          <a:xfrm>
            <a:off x="8362345" y="519935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0" name="r2_o12058"/>
          <p:cNvSpPr/>
          <p:nvPr/>
        </p:nvSpPr>
        <p:spPr>
          <a:xfrm>
            <a:off x="8362345" y="519935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1" name="r2_o12059"/>
          <p:cNvSpPr/>
          <p:nvPr/>
        </p:nvSpPr>
        <p:spPr>
          <a:xfrm>
            <a:off x="8173260" y="522090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2" name="r2_o12060"/>
          <p:cNvSpPr/>
          <p:nvPr/>
        </p:nvSpPr>
        <p:spPr>
          <a:xfrm>
            <a:off x="8179994" y="522691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3" name="r2_o12061"/>
          <p:cNvSpPr/>
          <p:nvPr/>
        </p:nvSpPr>
        <p:spPr>
          <a:xfrm>
            <a:off x="8179994" y="522691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4" name="r2_o12062"/>
          <p:cNvSpPr/>
          <p:nvPr/>
        </p:nvSpPr>
        <p:spPr>
          <a:xfrm>
            <a:off x="8203564" y="524879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5" name="r2_o12063"/>
          <p:cNvSpPr/>
          <p:nvPr/>
        </p:nvSpPr>
        <p:spPr>
          <a:xfrm>
            <a:off x="8207873" y="525264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6" name="r2_o12064"/>
          <p:cNvSpPr/>
          <p:nvPr/>
        </p:nvSpPr>
        <p:spPr>
          <a:xfrm>
            <a:off x="8207873" y="525264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7" name="r2_o12065"/>
          <p:cNvSpPr/>
          <p:nvPr/>
        </p:nvSpPr>
        <p:spPr>
          <a:xfrm>
            <a:off x="8507753" y="523447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8" name="r2_o12066"/>
          <p:cNvSpPr/>
          <p:nvPr/>
        </p:nvSpPr>
        <p:spPr>
          <a:xfrm>
            <a:off x="8514487" y="524048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69" name="r2_o12067"/>
          <p:cNvSpPr/>
          <p:nvPr/>
        </p:nvSpPr>
        <p:spPr>
          <a:xfrm>
            <a:off x="8514487" y="524048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0" name="r2_o12068"/>
          <p:cNvSpPr/>
          <p:nvPr/>
        </p:nvSpPr>
        <p:spPr>
          <a:xfrm>
            <a:off x="8583818" y="525504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1" name="r2_o12069"/>
          <p:cNvSpPr/>
          <p:nvPr/>
        </p:nvSpPr>
        <p:spPr>
          <a:xfrm>
            <a:off x="8590552" y="526105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2" name="r2_o12070"/>
          <p:cNvSpPr/>
          <p:nvPr/>
        </p:nvSpPr>
        <p:spPr>
          <a:xfrm>
            <a:off x="8590552" y="526105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3" name="r2_o12071"/>
          <p:cNvSpPr/>
          <p:nvPr/>
        </p:nvSpPr>
        <p:spPr>
          <a:xfrm>
            <a:off x="8614122" y="528294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4" name="r2_o12072"/>
          <p:cNvSpPr/>
          <p:nvPr/>
        </p:nvSpPr>
        <p:spPr>
          <a:xfrm>
            <a:off x="8618432" y="528678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5" name="r2_o12073"/>
          <p:cNvSpPr/>
          <p:nvPr/>
        </p:nvSpPr>
        <p:spPr>
          <a:xfrm>
            <a:off x="8618432" y="528678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6" name="r2_o12074"/>
          <p:cNvSpPr/>
          <p:nvPr/>
        </p:nvSpPr>
        <p:spPr>
          <a:xfrm>
            <a:off x="8325391" y="526203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7" name="r2_o12075"/>
          <p:cNvSpPr/>
          <p:nvPr/>
        </p:nvSpPr>
        <p:spPr>
          <a:xfrm>
            <a:off x="8332125" y="526804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8" name="r2_o12076"/>
          <p:cNvSpPr/>
          <p:nvPr/>
        </p:nvSpPr>
        <p:spPr>
          <a:xfrm>
            <a:off x="8332125" y="526804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79" name="r2_o12077"/>
          <p:cNvSpPr/>
          <p:nvPr/>
        </p:nvSpPr>
        <p:spPr>
          <a:xfrm>
            <a:off x="8401467" y="528259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0" name="r2_o12078"/>
          <p:cNvSpPr/>
          <p:nvPr/>
        </p:nvSpPr>
        <p:spPr>
          <a:xfrm>
            <a:off x="8408202" y="528861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1" name="r2_o12079"/>
          <p:cNvSpPr/>
          <p:nvPr/>
        </p:nvSpPr>
        <p:spPr>
          <a:xfrm>
            <a:off x="8408202" y="528861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2" name="r2_o12080"/>
          <p:cNvSpPr/>
          <p:nvPr/>
        </p:nvSpPr>
        <p:spPr>
          <a:xfrm>
            <a:off x="8143041" y="528958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3" name="r2_o12081"/>
          <p:cNvSpPr/>
          <p:nvPr/>
        </p:nvSpPr>
        <p:spPr>
          <a:xfrm>
            <a:off x="8149775" y="529560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4" name="r2_o12082"/>
          <p:cNvSpPr/>
          <p:nvPr/>
        </p:nvSpPr>
        <p:spPr>
          <a:xfrm>
            <a:off x="8149775" y="529560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5" name="r2_o12083"/>
          <p:cNvSpPr/>
          <p:nvPr/>
        </p:nvSpPr>
        <p:spPr>
          <a:xfrm>
            <a:off x="8173344" y="531748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6" name="r2_o12084"/>
          <p:cNvSpPr/>
          <p:nvPr/>
        </p:nvSpPr>
        <p:spPr>
          <a:xfrm>
            <a:off x="8177654" y="532133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7" name="r2_o12085"/>
          <p:cNvSpPr/>
          <p:nvPr/>
        </p:nvSpPr>
        <p:spPr>
          <a:xfrm>
            <a:off x="8177654" y="532133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8" name="r2_o12086"/>
          <p:cNvSpPr/>
          <p:nvPr/>
        </p:nvSpPr>
        <p:spPr>
          <a:xfrm>
            <a:off x="8219106" y="531015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89" name="r2_o12087"/>
          <p:cNvSpPr/>
          <p:nvPr/>
        </p:nvSpPr>
        <p:spPr>
          <a:xfrm>
            <a:off x="8225840" y="531616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0" name="r2_o12088"/>
          <p:cNvSpPr/>
          <p:nvPr/>
        </p:nvSpPr>
        <p:spPr>
          <a:xfrm>
            <a:off x="8225840" y="531616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1" name="r2_o12089"/>
          <p:cNvSpPr/>
          <p:nvPr/>
        </p:nvSpPr>
        <p:spPr>
          <a:xfrm>
            <a:off x="8553599" y="532373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2" name="r2_o12090"/>
          <p:cNvSpPr/>
          <p:nvPr/>
        </p:nvSpPr>
        <p:spPr>
          <a:xfrm>
            <a:off x="8560333" y="532974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3" name="r2_o12091"/>
          <p:cNvSpPr/>
          <p:nvPr/>
        </p:nvSpPr>
        <p:spPr>
          <a:xfrm>
            <a:off x="8560333" y="532974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4" name="r2_o12092"/>
          <p:cNvSpPr/>
          <p:nvPr/>
        </p:nvSpPr>
        <p:spPr>
          <a:xfrm>
            <a:off x="8583902" y="535162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5" name="r2_o12093"/>
          <p:cNvSpPr/>
          <p:nvPr/>
        </p:nvSpPr>
        <p:spPr>
          <a:xfrm>
            <a:off x="8588212" y="535547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6" name="r2_o12094"/>
          <p:cNvSpPr/>
          <p:nvPr/>
        </p:nvSpPr>
        <p:spPr>
          <a:xfrm>
            <a:off x="8588212" y="535547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7" name="r2_o12095"/>
          <p:cNvSpPr/>
          <p:nvPr/>
        </p:nvSpPr>
        <p:spPr>
          <a:xfrm>
            <a:off x="8371248" y="535128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8" name="r2_o12096"/>
          <p:cNvSpPr/>
          <p:nvPr/>
        </p:nvSpPr>
        <p:spPr>
          <a:xfrm>
            <a:off x="8377982" y="535730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99" name="r2_o12097"/>
          <p:cNvSpPr/>
          <p:nvPr/>
        </p:nvSpPr>
        <p:spPr>
          <a:xfrm>
            <a:off x="8377982" y="535730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0" name="r2_o12098"/>
          <p:cNvSpPr/>
          <p:nvPr/>
        </p:nvSpPr>
        <p:spPr>
          <a:xfrm>
            <a:off x="8447313" y="537185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1" name="r2_o12099"/>
          <p:cNvSpPr/>
          <p:nvPr/>
        </p:nvSpPr>
        <p:spPr>
          <a:xfrm>
            <a:off x="8454048" y="537786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2" name="r2_o12100"/>
          <p:cNvSpPr/>
          <p:nvPr/>
        </p:nvSpPr>
        <p:spPr>
          <a:xfrm>
            <a:off x="8454048" y="537786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3" name="r2_o12101"/>
          <p:cNvSpPr/>
          <p:nvPr/>
        </p:nvSpPr>
        <p:spPr>
          <a:xfrm>
            <a:off x="8188887" y="537884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4" name="r2_o12102"/>
          <p:cNvSpPr/>
          <p:nvPr/>
        </p:nvSpPr>
        <p:spPr>
          <a:xfrm>
            <a:off x="8195621" y="538485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5" name="r2_o12103"/>
          <p:cNvSpPr/>
          <p:nvPr/>
        </p:nvSpPr>
        <p:spPr>
          <a:xfrm>
            <a:off x="8195621" y="538485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6" name="r2_o12104"/>
          <p:cNvSpPr/>
          <p:nvPr/>
        </p:nvSpPr>
        <p:spPr>
          <a:xfrm>
            <a:off x="8264952" y="539941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7" name="r2_o12105"/>
          <p:cNvSpPr/>
          <p:nvPr/>
        </p:nvSpPr>
        <p:spPr>
          <a:xfrm>
            <a:off x="8271686" y="540542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8" name="r2_o12106"/>
          <p:cNvSpPr/>
          <p:nvPr/>
        </p:nvSpPr>
        <p:spPr>
          <a:xfrm>
            <a:off x="8271686" y="540542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09" name="r2_o12107"/>
          <p:cNvSpPr/>
          <p:nvPr/>
        </p:nvSpPr>
        <p:spPr>
          <a:xfrm>
            <a:off x="8082601" y="542696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0" name="r2_o12108"/>
          <p:cNvSpPr/>
          <p:nvPr/>
        </p:nvSpPr>
        <p:spPr>
          <a:xfrm>
            <a:off x="8089335" y="543298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1" name="r2_o12109"/>
          <p:cNvSpPr/>
          <p:nvPr/>
        </p:nvSpPr>
        <p:spPr>
          <a:xfrm>
            <a:off x="8089335" y="543298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2" name="r2_o12110"/>
          <p:cNvSpPr/>
          <p:nvPr/>
        </p:nvSpPr>
        <p:spPr>
          <a:xfrm>
            <a:off x="8112905" y="545486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3" name="r2_o12111"/>
          <p:cNvSpPr/>
          <p:nvPr/>
        </p:nvSpPr>
        <p:spPr>
          <a:xfrm>
            <a:off x="8117215" y="545871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4" name="r2_o12112"/>
          <p:cNvSpPr/>
          <p:nvPr/>
        </p:nvSpPr>
        <p:spPr>
          <a:xfrm>
            <a:off x="8117215" y="545871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5" name="r2_o12113"/>
          <p:cNvSpPr/>
          <p:nvPr/>
        </p:nvSpPr>
        <p:spPr>
          <a:xfrm>
            <a:off x="8417094" y="544054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6" name="r2_o12114"/>
          <p:cNvSpPr/>
          <p:nvPr/>
        </p:nvSpPr>
        <p:spPr>
          <a:xfrm>
            <a:off x="8423828" y="544655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7" name="r2_o12115"/>
          <p:cNvSpPr/>
          <p:nvPr/>
        </p:nvSpPr>
        <p:spPr>
          <a:xfrm>
            <a:off x="8423828" y="544655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8" name="r2_o12116"/>
          <p:cNvSpPr/>
          <p:nvPr/>
        </p:nvSpPr>
        <p:spPr>
          <a:xfrm>
            <a:off x="8493160" y="546110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19" name="r2_o12117"/>
          <p:cNvSpPr/>
          <p:nvPr/>
        </p:nvSpPr>
        <p:spPr>
          <a:xfrm>
            <a:off x="8499894" y="546712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0" name="r2_o12118"/>
          <p:cNvSpPr/>
          <p:nvPr/>
        </p:nvSpPr>
        <p:spPr>
          <a:xfrm>
            <a:off x="8499894" y="546712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1" name="r2_o12119"/>
          <p:cNvSpPr/>
          <p:nvPr/>
        </p:nvSpPr>
        <p:spPr>
          <a:xfrm>
            <a:off x="8523463" y="548900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2" name="r2_o12120"/>
          <p:cNvSpPr/>
          <p:nvPr/>
        </p:nvSpPr>
        <p:spPr>
          <a:xfrm>
            <a:off x="8527773" y="549285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3" name="r2_o12121"/>
          <p:cNvSpPr/>
          <p:nvPr/>
        </p:nvSpPr>
        <p:spPr>
          <a:xfrm>
            <a:off x="8527773" y="549285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4" name="r2_o12122"/>
          <p:cNvSpPr/>
          <p:nvPr/>
        </p:nvSpPr>
        <p:spPr>
          <a:xfrm>
            <a:off x="8234733" y="546810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5" name="r2_o12123"/>
          <p:cNvSpPr/>
          <p:nvPr/>
        </p:nvSpPr>
        <p:spPr>
          <a:xfrm>
            <a:off x="8241467" y="547411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6" name="r2_o12124"/>
          <p:cNvSpPr/>
          <p:nvPr/>
        </p:nvSpPr>
        <p:spPr>
          <a:xfrm>
            <a:off x="8241467" y="547411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7" name="r2_o12125"/>
          <p:cNvSpPr/>
          <p:nvPr/>
        </p:nvSpPr>
        <p:spPr>
          <a:xfrm>
            <a:off x="8310809" y="548866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8" name="r2_o12126"/>
          <p:cNvSpPr/>
          <p:nvPr/>
        </p:nvSpPr>
        <p:spPr>
          <a:xfrm>
            <a:off x="8317543" y="549467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29" name="r2_o12127"/>
          <p:cNvSpPr/>
          <p:nvPr/>
        </p:nvSpPr>
        <p:spPr>
          <a:xfrm>
            <a:off x="8317543" y="549467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0" name="r2_o12128"/>
          <p:cNvSpPr/>
          <p:nvPr/>
        </p:nvSpPr>
        <p:spPr>
          <a:xfrm>
            <a:off x="8052382" y="549565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1" name="r2_o12129"/>
          <p:cNvSpPr/>
          <p:nvPr/>
        </p:nvSpPr>
        <p:spPr>
          <a:xfrm>
            <a:off x="8059116" y="550167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2" name="r2_o12130"/>
          <p:cNvSpPr/>
          <p:nvPr/>
        </p:nvSpPr>
        <p:spPr>
          <a:xfrm>
            <a:off x="8059116" y="550167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3" name="r2_o12131"/>
          <p:cNvSpPr/>
          <p:nvPr/>
        </p:nvSpPr>
        <p:spPr>
          <a:xfrm>
            <a:off x="8082685" y="552355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4" name="r2_o12132"/>
          <p:cNvSpPr/>
          <p:nvPr/>
        </p:nvSpPr>
        <p:spPr>
          <a:xfrm>
            <a:off x="8086995" y="552740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5" name="r2_o12133"/>
          <p:cNvSpPr/>
          <p:nvPr/>
        </p:nvSpPr>
        <p:spPr>
          <a:xfrm>
            <a:off x="8086995" y="552740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6" name="r2_o12134"/>
          <p:cNvSpPr/>
          <p:nvPr/>
        </p:nvSpPr>
        <p:spPr>
          <a:xfrm>
            <a:off x="8128447" y="551622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7" name="r2_o12135"/>
          <p:cNvSpPr/>
          <p:nvPr/>
        </p:nvSpPr>
        <p:spPr>
          <a:xfrm>
            <a:off x="8135182" y="552223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8" name="r2_o12136"/>
          <p:cNvSpPr/>
          <p:nvPr/>
        </p:nvSpPr>
        <p:spPr>
          <a:xfrm>
            <a:off x="8135182" y="552223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39" name="r2_o12137"/>
          <p:cNvSpPr/>
          <p:nvPr/>
        </p:nvSpPr>
        <p:spPr>
          <a:xfrm>
            <a:off x="8462940" y="552979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0" name="r2_o12138"/>
          <p:cNvSpPr/>
          <p:nvPr/>
        </p:nvSpPr>
        <p:spPr>
          <a:xfrm>
            <a:off x="8469674" y="553581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1" name="r2_o12139"/>
          <p:cNvSpPr/>
          <p:nvPr/>
        </p:nvSpPr>
        <p:spPr>
          <a:xfrm>
            <a:off x="8469674" y="553581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2" name="r2_o12140"/>
          <p:cNvSpPr/>
          <p:nvPr/>
        </p:nvSpPr>
        <p:spPr>
          <a:xfrm>
            <a:off x="8493243" y="555769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3" name="r2_o12141"/>
          <p:cNvSpPr/>
          <p:nvPr/>
        </p:nvSpPr>
        <p:spPr>
          <a:xfrm>
            <a:off x="8497553" y="556154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4" name="r2_o12142"/>
          <p:cNvSpPr/>
          <p:nvPr/>
        </p:nvSpPr>
        <p:spPr>
          <a:xfrm>
            <a:off x="8497553" y="556154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5" name="r2_o12143"/>
          <p:cNvSpPr/>
          <p:nvPr/>
        </p:nvSpPr>
        <p:spPr>
          <a:xfrm>
            <a:off x="8280589" y="555735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6" name="r2_o12144"/>
          <p:cNvSpPr/>
          <p:nvPr/>
        </p:nvSpPr>
        <p:spPr>
          <a:xfrm>
            <a:off x="8287323" y="556336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7" name="r2_o12145"/>
          <p:cNvSpPr/>
          <p:nvPr/>
        </p:nvSpPr>
        <p:spPr>
          <a:xfrm>
            <a:off x="8287323" y="556336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8" name="r2_o12146"/>
          <p:cNvSpPr/>
          <p:nvPr/>
        </p:nvSpPr>
        <p:spPr>
          <a:xfrm>
            <a:off x="8356655" y="557792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49" name="r2_o12147"/>
          <p:cNvSpPr/>
          <p:nvPr/>
        </p:nvSpPr>
        <p:spPr>
          <a:xfrm>
            <a:off x="8363389" y="558393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0" name="r2_o12148"/>
          <p:cNvSpPr/>
          <p:nvPr/>
        </p:nvSpPr>
        <p:spPr>
          <a:xfrm>
            <a:off x="8363389" y="558393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1" name="r2_o12149"/>
          <p:cNvSpPr/>
          <p:nvPr/>
        </p:nvSpPr>
        <p:spPr>
          <a:xfrm>
            <a:off x="8098228" y="558491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2" name="r2_o12150"/>
          <p:cNvSpPr/>
          <p:nvPr/>
        </p:nvSpPr>
        <p:spPr>
          <a:xfrm>
            <a:off x="8104962" y="559092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3" name="r2_o12151"/>
          <p:cNvSpPr/>
          <p:nvPr/>
        </p:nvSpPr>
        <p:spPr>
          <a:xfrm>
            <a:off x="8104962" y="559092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4" name="r2_o12152"/>
          <p:cNvSpPr/>
          <p:nvPr/>
        </p:nvSpPr>
        <p:spPr>
          <a:xfrm>
            <a:off x="8174293" y="56054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5" name="r2_o12153"/>
          <p:cNvSpPr/>
          <p:nvPr/>
        </p:nvSpPr>
        <p:spPr>
          <a:xfrm>
            <a:off x="8181028" y="561149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6" name="r2_o12154"/>
          <p:cNvSpPr/>
          <p:nvPr/>
        </p:nvSpPr>
        <p:spPr>
          <a:xfrm>
            <a:off x="8181028" y="561149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7" name="r2_o12155"/>
          <p:cNvSpPr/>
          <p:nvPr/>
        </p:nvSpPr>
        <p:spPr>
          <a:xfrm>
            <a:off x="7991943" y="563303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8" name="r2_o12156"/>
          <p:cNvSpPr/>
          <p:nvPr/>
        </p:nvSpPr>
        <p:spPr>
          <a:xfrm>
            <a:off x="7998677" y="563904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59" name="r2_o12157"/>
          <p:cNvSpPr/>
          <p:nvPr/>
        </p:nvSpPr>
        <p:spPr>
          <a:xfrm>
            <a:off x="7998677" y="563904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0" name="r2_o12158"/>
          <p:cNvSpPr/>
          <p:nvPr/>
        </p:nvSpPr>
        <p:spPr>
          <a:xfrm>
            <a:off x="8022246" y="566093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1" name="r2_o12159"/>
          <p:cNvSpPr/>
          <p:nvPr/>
        </p:nvSpPr>
        <p:spPr>
          <a:xfrm>
            <a:off x="8026556" y="566478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2" name="r2_o12160"/>
          <p:cNvSpPr/>
          <p:nvPr/>
        </p:nvSpPr>
        <p:spPr>
          <a:xfrm>
            <a:off x="8026556" y="566478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3" name="r2_o12161"/>
          <p:cNvSpPr/>
          <p:nvPr/>
        </p:nvSpPr>
        <p:spPr>
          <a:xfrm>
            <a:off x="8326435" y="564661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4" name="r2_o12162"/>
          <p:cNvSpPr/>
          <p:nvPr/>
        </p:nvSpPr>
        <p:spPr>
          <a:xfrm>
            <a:off x="8333169" y="565262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5" name="r2_o12163"/>
          <p:cNvSpPr/>
          <p:nvPr/>
        </p:nvSpPr>
        <p:spPr>
          <a:xfrm>
            <a:off x="8333169" y="565262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6" name="r2_o12164"/>
          <p:cNvSpPr/>
          <p:nvPr/>
        </p:nvSpPr>
        <p:spPr>
          <a:xfrm>
            <a:off x="8402501" y="566717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7" name="r2_o12165"/>
          <p:cNvSpPr/>
          <p:nvPr/>
        </p:nvSpPr>
        <p:spPr>
          <a:xfrm>
            <a:off x="8409235" y="567319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8" name="r2_o12166"/>
          <p:cNvSpPr/>
          <p:nvPr/>
        </p:nvSpPr>
        <p:spPr>
          <a:xfrm>
            <a:off x="8409235" y="567319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69" name="r2_o12167"/>
          <p:cNvSpPr/>
          <p:nvPr/>
        </p:nvSpPr>
        <p:spPr>
          <a:xfrm>
            <a:off x="8432804" y="569507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0" name="r2_o12168"/>
          <p:cNvSpPr/>
          <p:nvPr/>
        </p:nvSpPr>
        <p:spPr>
          <a:xfrm>
            <a:off x="8437114" y="569892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1" name="r2_o12169"/>
          <p:cNvSpPr/>
          <p:nvPr/>
        </p:nvSpPr>
        <p:spPr>
          <a:xfrm>
            <a:off x="8437114" y="569892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2" name="r2_o12170"/>
          <p:cNvSpPr/>
          <p:nvPr/>
        </p:nvSpPr>
        <p:spPr>
          <a:xfrm>
            <a:off x="8144074" y="567416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3" name="r2_o12171"/>
          <p:cNvSpPr/>
          <p:nvPr/>
        </p:nvSpPr>
        <p:spPr>
          <a:xfrm>
            <a:off x="8150808" y="568018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4" name="r2_o12172"/>
          <p:cNvSpPr/>
          <p:nvPr/>
        </p:nvSpPr>
        <p:spPr>
          <a:xfrm>
            <a:off x="8150808" y="568018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5" name="r2_o12173"/>
          <p:cNvSpPr/>
          <p:nvPr/>
        </p:nvSpPr>
        <p:spPr>
          <a:xfrm>
            <a:off x="8220150" y="569473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6" name="r2_o12174"/>
          <p:cNvSpPr/>
          <p:nvPr/>
        </p:nvSpPr>
        <p:spPr>
          <a:xfrm>
            <a:off x="8226884" y="570074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7" name="r2_o12175"/>
          <p:cNvSpPr/>
          <p:nvPr/>
        </p:nvSpPr>
        <p:spPr>
          <a:xfrm>
            <a:off x="8226884" y="570074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8" name="r2_o12176"/>
          <p:cNvSpPr/>
          <p:nvPr/>
        </p:nvSpPr>
        <p:spPr>
          <a:xfrm>
            <a:off x="7961723" y="570172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79" name="r2_o12177"/>
          <p:cNvSpPr/>
          <p:nvPr/>
        </p:nvSpPr>
        <p:spPr>
          <a:xfrm>
            <a:off x="7968457" y="570773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0" name="r2_o12178"/>
          <p:cNvSpPr/>
          <p:nvPr/>
        </p:nvSpPr>
        <p:spPr>
          <a:xfrm>
            <a:off x="7968457" y="570773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1" name="r2_o12179"/>
          <p:cNvSpPr/>
          <p:nvPr/>
        </p:nvSpPr>
        <p:spPr>
          <a:xfrm>
            <a:off x="7992027" y="572962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2" name="r2_o12180"/>
          <p:cNvSpPr/>
          <p:nvPr/>
        </p:nvSpPr>
        <p:spPr>
          <a:xfrm>
            <a:off x="7996336" y="573347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3" name="r2_o12181"/>
          <p:cNvSpPr/>
          <p:nvPr/>
        </p:nvSpPr>
        <p:spPr>
          <a:xfrm>
            <a:off x="7996336" y="573347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4" name="r2_o12182"/>
          <p:cNvSpPr/>
          <p:nvPr/>
        </p:nvSpPr>
        <p:spPr>
          <a:xfrm>
            <a:off x="8037789" y="572229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5" name="r2_o12183"/>
          <p:cNvSpPr/>
          <p:nvPr/>
        </p:nvSpPr>
        <p:spPr>
          <a:xfrm>
            <a:off x="8044523" y="572830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6" name="r2_o12184"/>
          <p:cNvSpPr/>
          <p:nvPr/>
        </p:nvSpPr>
        <p:spPr>
          <a:xfrm>
            <a:off x="8044523" y="572830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7" name="r2_o12185"/>
          <p:cNvSpPr/>
          <p:nvPr/>
        </p:nvSpPr>
        <p:spPr>
          <a:xfrm>
            <a:off x="8372281" y="573586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8" name="r2_o12186"/>
          <p:cNvSpPr/>
          <p:nvPr/>
        </p:nvSpPr>
        <p:spPr>
          <a:xfrm>
            <a:off x="8379015" y="574187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89" name="r2_o12187"/>
          <p:cNvSpPr/>
          <p:nvPr/>
        </p:nvSpPr>
        <p:spPr>
          <a:xfrm>
            <a:off x="8379015" y="574187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0" name="r2_o12188"/>
          <p:cNvSpPr/>
          <p:nvPr/>
        </p:nvSpPr>
        <p:spPr>
          <a:xfrm>
            <a:off x="8402585" y="576376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1" name="r2_o12189"/>
          <p:cNvSpPr/>
          <p:nvPr/>
        </p:nvSpPr>
        <p:spPr>
          <a:xfrm>
            <a:off x="8406895" y="576761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2" name="r2_o12190"/>
          <p:cNvSpPr/>
          <p:nvPr/>
        </p:nvSpPr>
        <p:spPr>
          <a:xfrm>
            <a:off x="8406895" y="576761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3" name="r2_o12191"/>
          <p:cNvSpPr/>
          <p:nvPr/>
        </p:nvSpPr>
        <p:spPr>
          <a:xfrm>
            <a:off x="8189930" y="576342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4" name="r2_o12192"/>
          <p:cNvSpPr/>
          <p:nvPr/>
        </p:nvSpPr>
        <p:spPr>
          <a:xfrm>
            <a:off x="8196665" y="57694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5" name="r2_o12193"/>
          <p:cNvSpPr/>
          <p:nvPr/>
        </p:nvSpPr>
        <p:spPr>
          <a:xfrm>
            <a:off x="8196665" y="57694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6" name="r2_o12194"/>
          <p:cNvSpPr/>
          <p:nvPr/>
        </p:nvSpPr>
        <p:spPr>
          <a:xfrm>
            <a:off x="8265996" y="578398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7" name="r2_o12195"/>
          <p:cNvSpPr/>
          <p:nvPr/>
        </p:nvSpPr>
        <p:spPr>
          <a:xfrm>
            <a:off x="8272730" y="579000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8" name="r2_o12196"/>
          <p:cNvSpPr/>
          <p:nvPr/>
        </p:nvSpPr>
        <p:spPr>
          <a:xfrm>
            <a:off x="8272730" y="579000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99" name="r2_o12197"/>
          <p:cNvSpPr/>
          <p:nvPr/>
        </p:nvSpPr>
        <p:spPr>
          <a:xfrm>
            <a:off x="8007569" y="579098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0" name="r2_o12198"/>
          <p:cNvSpPr/>
          <p:nvPr/>
        </p:nvSpPr>
        <p:spPr>
          <a:xfrm>
            <a:off x="8014303" y="579699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1" name="r2_o12199"/>
          <p:cNvSpPr/>
          <p:nvPr/>
        </p:nvSpPr>
        <p:spPr>
          <a:xfrm>
            <a:off x="8014303" y="579699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2" name="r2_o12200"/>
          <p:cNvSpPr/>
          <p:nvPr/>
        </p:nvSpPr>
        <p:spPr>
          <a:xfrm>
            <a:off x="8083635" y="581154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3" name="r2_o12201"/>
          <p:cNvSpPr/>
          <p:nvPr/>
        </p:nvSpPr>
        <p:spPr>
          <a:xfrm>
            <a:off x="8090369" y="581756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4" name="r2_o12202"/>
          <p:cNvSpPr/>
          <p:nvPr/>
        </p:nvSpPr>
        <p:spPr>
          <a:xfrm>
            <a:off x="8090369" y="581756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5" name="r2_o12203"/>
          <p:cNvSpPr/>
          <p:nvPr/>
        </p:nvSpPr>
        <p:spPr>
          <a:xfrm>
            <a:off x="7901284" y="583910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6" name="r2_o12204"/>
          <p:cNvSpPr/>
          <p:nvPr/>
        </p:nvSpPr>
        <p:spPr>
          <a:xfrm>
            <a:off x="7908018" y="584511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7" name="r2_o12205"/>
          <p:cNvSpPr/>
          <p:nvPr/>
        </p:nvSpPr>
        <p:spPr>
          <a:xfrm>
            <a:off x="7908018" y="584511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8" name="r2_o12206"/>
          <p:cNvSpPr/>
          <p:nvPr/>
        </p:nvSpPr>
        <p:spPr>
          <a:xfrm>
            <a:off x="7931587" y="586700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09" name="r2_o12207"/>
          <p:cNvSpPr/>
          <p:nvPr/>
        </p:nvSpPr>
        <p:spPr>
          <a:xfrm>
            <a:off x="7935897" y="587085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0" name="r2_o12208"/>
          <p:cNvSpPr/>
          <p:nvPr/>
        </p:nvSpPr>
        <p:spPr>
          <a:xfrm>
            <a:off x="7935897" y="587085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1" name="r2_o12209"/>
          <p:cNvSpPr/>
          <p:nvPr/>
        </p:nvSpPr>
        <p:spPr>
          <a:xfrm>
            <a:off x="8235777" y="58526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2" name="r2_o12210"/>
          <p:cNvSpPr/>
          <p:nvPr/>
        </p:nvSpPr>
        <p:spPr>
          <a:xfrm>
            <a:off x="8242511" y="585869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3" name="r2_o12211"/>
          <p:cNvSpPr/>
          <p:nvPr/>
        </p:nvSpPr>
        <p:spPr>
          <a:xfrm>
            <a:off x="8242511" y="585869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4" name="r2_o12212"/>
          <p:cNvSpPr/>
          <p:nvPr/>
        </p:nvSpPr>
        <p:spPr>
          <a:xfrm>
            <a:off x="8266080" y="588057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5" name="r2_o12213"/>
          <p:cNvSpPr/>
          <p:nvPr/>
        </p:nvSpPr>
        <p:spPr>
          <a:xfrm>
            <a:off x="8270390" y="588442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6" name="r2_o12214"/>
          <p:cNvSpPr/>
          <p:nvPr/>
        </p:nvSpPr>
        <p:spPr>
          <a:xfrm>
            <a:off x="8270390" y="588442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7" name="r2_o12215"/>
          <p:cNvSpPr/>
          <p:nvPr/>
        </p:nvSpPr>
        <p:spPr>
          <a:xfrm>
            <a:off x="8053415" y="588023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8" name="r2_o12216"/>
          <p:cNvSpPr/>
          <p:nvPr/>
        </p:nvSpPr>
        <p:spPr>
          <a:xfrm>
            <a:off x="8060149" y="588624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19" name="r2_o12217"/>
          <p:cNvSpPr/>
          <p:nvPr/>
        </p:nvSpPr>
        <p:spPr>
          <a:xfrm>
            <a:off x="8060149" y="588624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0" name="r2_o12218"/>
          <p:cNvSpPr/>
          <p:nvPr/>
        </p:nvSpPr>
        <p:spPr>
          <a:xfrm>
            <a:off x="8129491" y="590080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1" name="r2_o12219"/>
          <p:cNvSpPr/>
          <p:nvPr/>
        </p:nvSpPr>
        <p:spPr>
          <a:xfrm>
            <a:off x="8136225" y="590681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2" name="r2_o12220"/>
          <p:cNvSpPr/>
          <p:nvPr/>
        </p:nvSpPr>
        <p:spPr>
          <a:xfrm>
            <a:off x="8136225" y="590681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3" name="r2_o12221"/>
          <p:cNvSpPr/>
          <p:nvPr/>
        </p:nvSpPr>
        <p:spPr>
          <a:xfrm>
            <a:off x="8159795" y="592870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4" name="r2_o12222"/>
          <p:cNvSpPr/>
          <p:nvPr/>
        </p:nvSpPr>
        <p:spPr>
          <a:xfrm>
            <a:off x="8164105" y="593254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5" name="r2_o12223"/>
          <p:cNvSpPr/>
          <p:nvPr/>
        </p:nvSpPr>
        <p:spPr>
          <a:xfrm>
            <a:off x="8164105" y="593254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6" name="r2_o12224"/>
          <p:cNvSpPr/>
          <p:nvPr/>
        </p:nvSpPr>
        <p:spPr>
          <a:xfrm>
            <a:off x="7871064" y="590779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7" name="r2_o12225"/>
          <p:cNvSpPr/>
          <p:nvPr/>
        </p:nvSpPr>
        <p:spPr>
          <a:xfrm>
            <a:off x="7877799" y="591380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8" name="r2_o12226"/>
          <p:cNvSpPr/>
          <p:nvPr/>
        </p:nvSpPr>
        <p:spPr>
          <a:xfrm>
            <a:off x="7877799" y="591380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29" name="r2_o12227"/>
          <p:cNvSpPr/>
          <p:nvPr/>
        </p:nvSpPr>
        <p:spPr>
          <a:xfrm>
            <a:off x="7901368" y="593569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0" name="r2_o12228"/>
          <p:cNvSpPr/>
          <p:nvPr/>
        </p:nvSpPr>
        <p:spPr>
          <a:xfrm>
            <a:off x="7905678" y="593954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1" name="r2_o12229"/>
          <p:cNvSpPr/>
          <p:nvPr/>
        </p:nvSpPr>
        <p:spPr>
          <a:xfrm>
            <a:off x="7905678" y="593954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2" name="r2_o12230"/>
          <p:cNvSpPr/>
          <p:nvPr/>
        </p:nvSpPr>
        <p:spPr>
          <a:xfrm>
            <a:off x="7947130" y="592835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3" name="r2_o12231"/>
          <p:cNvSpPr/>
          <p:nvPr/>
        </p:nvSpPr>
        <p:spPr>
          <a:xfrm>
            <a:off x="7953864" y="593437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4" name="r2_o12232"/>
          <p:cNvSpPr/>
          <p:nvPr/>
        </p:nvSpPr>
        <p:spPr>
          <a:xfrm>
            <a:off x="7953864" y="593437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5" name="r2_o12233"/>
          <p:cNvSpPr/>
          <p:nvPr/>
        </p:nvSpPr>
        <p:spPr>
          <a:xfrm>
            <a:off x="7977433" y="595625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6" name="r2_o12234"/>
          <p:cNvSpPr/>
          <p:nvPr/>
        </p:nvSpPr>
        <p:spPr>
          <a:xfrm>
            <a:off x="7981743" y="596010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7" name="r2_o12235"/>
          <p:cNvSpPr/>
          <p:nvPr/>
        </p:nvSpPr>
        <p:spPr>
          <a:xfrm>
            <a:off x="7981743" y="596010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38" name="r2_o12236"/>
          <p:cNvSpPr/>
          <p:nvPr/>
        </p:nvSpPr>
        <p:spPr>
          <a:xfrm>
            <a:off x="7523686" y="4323752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39" name="r2_o12237"/>
          <p:cNvSpPr/>
          <p:nvPr/>
        </p:nvSpPr>
        <p:spPr>
          <a:xfrm>
            <a:off x="7367373" y="4256156"/>
            <a:ext cx="17902" cy="5330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0" name="r2_o12238"/>
          <p:cNvSpPr/>
          <p:nvPr/>
        </p:nvSpPr>
        <p:spPr>
          <a:xfrm flipV="1">
            <a:off x="7318208" y="4149565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1" name="r2_o12239"/>
          <p:cNvSpPr/>
          <p:nvPr/>
        </p:nvSpPr>
        <p:spPr>
          <a:xfrm flipV="1">
            <a:off x="7461161" y="4256938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2" name="r2_o12240"/>
          <p:cNvSpPr/>
          <p:nvPr/>
        </p:nvSpPr>
        <p:spPr>
          <a:xfrm>
            <a:off x="7425356" y="4190123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3" name="r2_o12241"/>
          <p:cNvSpPr/>
          <p:nvPr/>
        </p:nvSpPr>
        <p:spPr>
          <a:xfrm>
            <a:off x="7644195" y="4284758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4" name="r2_o12242"/>
          <p:cNvSpPr/>
          <p:nvPr/>
        </p:nvSpPr>
        <p:spPr>
          <a:xfrm flipV="1">
            <a:off x="7653278" y="4431130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5" name="r2_o12243"/>
          <p:cNvSpPr/>
          <p:nvPr/>
        </p:nvSpPr>
        <p:spPr>
          <a:xfrm flipV="1">
            <a:off x="7697901" y="4404868"/>
            <a:ext cx="13360" cy="3978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6" name="r2_o12244"/>
          <p:cNvSpPr/>
          <p:nvPr/>
        </p:nvSpPr>
        <p:spPr>
          <a:xfrm flipV="1">
            <a:off x="7465703" y="4350014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7" name="r2_o12245"/>
          <p:cNvSpPr/>
          <p:nvPr/>
        </p:nvSpPr>
        <p:spPr>
          <a:xfrm flipV="1">
            <a:off x="7514868" y="4416829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8" name="r2_o12246"/>
          <p:cNvSpPr/>
          <p:nvPr/>
        </p:nvSpPr>
        <p:spPr>
          <a:xfrm>
            <a:off x="7599572" y="4311015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49" name="r2_o12247"/>
          <p:cNvSpPr/>
          <p:nvPr/>
        </p:nvSpPr>
        <p:spPr>
          <a:xfrm>
            <a:off x="7505784" y="4270457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0" name="r2_o12248"/>
          <p:cNvSpPr/>
          <p:nvPr/>
        </p:nvSpPr>
        <p:spPr>
          <a:xfrm>
            <a:off x="7648736" y="4377830"/>
            <a:ext cx="17902" cy="5330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1" name="r2_o12249"/>
          <p:cNvSpPr/>
          <p:nvPr/>
        </p:nvSpPr>
        <p:spPr>
          <a:xfrm>
            <a:off x="7622016" y="4457387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2" name="r2_o12250"/>
          <p:cNvSpPr/>
          <p:nvPr/>
        </p:nvSpPr>
        <p:spPr>
          <a:xfrm>
            <a:off x="7322750" y="4282418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3" name="r2_o12251"/>
          <p:cNvSpPr/>
          <p:nvPr/>
        </p:nvSpPr>
        <p:spPr>
          <a:xfrm>
            <a:off x="7465703" y="4389790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4" name="r2_o12252"/>
          <p:cNvSpPr/>
          <p:nvPr/>
        </p:nvSpPr>
        <p:spPr>
          <a:xfrm>
            <a:off x="7604114" y="4404092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5" name="r2_o12253"/>
          <p:cNvSpPr/>
          <p:nvPr/>
        </p:nvSpPr>
        <p:spPr>
          <a:xfrm>
            <a:off x="7554949" y="4337272"/>
            <a:ext cx="17902" cy="5330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6" name="r2_o12254"/>
          <p:cNvSpPr/>
          <p:nvPr/>
        </p:nvSpPr>
        <p:spPr>
          <a:xfrm>
            <a:off x="7653278" y="4470906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7" name="r2_o12255"/>
          <p:cNvSpPr/>
          <p:nvPr/>
        </p:nvSpPr>
        <p:spPr>
          <a:xfrm>
            <a:off x="7666639" y="4431130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8" name="r2_o12256"/>
          <p:cNvSpPr/>
          <p:nvPr/>
        </p:nvSpPr>
        <p:spPr>
          <a:xfrm>
            <a:off x="7380733" y="4216380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59" name="r2_o12257"/>
          <p:cNvSpPr/>
          <p:nvPr/>
        </p:nvSpPr>
        <p:spPr>
          <a:xfrm>
            <a:off x="7572851" y="4390572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0" name="r2_o12258"/>
          <p:cNvSpPr/>
          <p:nvPr/>
        </p:nvSpPr>
        <p:spPr>
          <a:xfrm>
            <a:off x="7429898" y="4283194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1" name="r2_o12259"/>
          <p:cNvSpPr/>
          <p:nvPr/>
        </p:nvSpPr>
        <p:spPr>
          <a:xfrm flipV="1">
            <a:off x="7510326" y="4323752"/>
            <a:ext cx="13360" cy="3978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2" name="r2_o12260"/>
          <p:cNvSpPr/>
          <p:nvPr/>
        </p:nvSpPr>
        <p:spPr>
          <a:xfrm>
            <a:off x="7389817" y="4402528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3" name="r2_o12261"/>
          <p:cNvSpPr/>
          <p:nvPr/>
        </p:nvSpPr>
        <p:spPr>
          <a:xfrm>
            <a:off x="7568309" y="4297496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4" name="r2_o12262"/>
          <p:cNvSpPr/>
          <p:nvPr/>
        </p:nvSpPr>
        <p:spPr>
          <a:xfrm>
            <a:off x="7456619" y="4203642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5" name="r2_o12263"/>
          <p:cNvSpPr/>
          <p:nvPr/>
        </p:nvSpPr>
        <p:spPr>
          <a:xfrm>
            <a:off x="7331569" y="4149565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6" name="r2_o12264"/>
          <p:cNvSpPr/>
          <p:nvPr/>
        </p:nvSpPr>
        <p:spPr>
          <a:xfrm>
            <a:off x="7697901" y="4444650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7" name="r2_o12265"/>
          <p:cNvSpPr/>
          <p:nvPr/>
        </p:nvSpPr>
        <p:spPr>
          <a:xfrm flipV="1">
            <a:off x="7599572" y="4271239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8" name="r2_o12266"/>
          <p:cNvSpPr/>
          <p:nvPr/>
        </p:nvSpPr>
        <p:spPr>
          <a:xfrm flipV="1">
            <a:off x="7505784" y="4230681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69" name="r2_o12267"/>
          <p:cNvSpPr/>
          <p:nvPr/>
        </p:nvSpPr>
        <p:spPr>
          <a:xfrm>
            <a:off x="7411996" y="4229899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0" name="r2_o12268"/>
          <p:cNvSpPr/>
          <p:nvPr/>
        </p:nvSpPr>
        <p:spPr>
          <a:xfrm>
            <a:off x="7461161" y="4296714"/>
            <a:ext cx="17902" cy="5330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1" name="r2_o12269"/>
          <p:cNvSpPr/>
          <p:nvPr/>
        </p:nvSpPr>
        <p:spPr>
          <a:xfrm>
            <a:off x="7416538" y="4322976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2" name="r2_o12270"/>
          <p:cNvSpPr/>
          <p:nvPr/>
        </p:nvSpPr>
        <p:spPr>
          <a:xfrm flipV="1">
            <a:off x="7367373" y="4216380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3" name="r2_o12271"/>
          <p:cNvSpPr/>
          <p:nvPr/>
        </p:nvSpPr>
        <p:spPr>
          <a:xfrm>
            <a:off x="7474521" y="4256938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4" name="r2_o12272"/>
          <p:cNvSpPr/>
          <p:nvPr/>
        </p:nvSpPr>
        <p:spPr>
          <a:xfrm>
            <a:off x="7612932" y="4271239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5" name="r2_o12273"/>
          <p:cNvSpPr/>
          <p:nvPr/>
        </p:nvSpPr>
        <p:spPr>
          <a:xfrm flipV="1">
            <a:off x="7371915" y="4309456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6" name="r2_o12274"/>
          <p:cNvSpPr/>
          <p:nvPr/>
        </p:nvSpPr>
        <p:spPr>
          <a:xfrm>
            <a:off x="7336110" y="4242636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7" name="r2_o12275"/>
          <p:cNvSpPr/>
          <p:nvPr/>
        </p:nvSpPr>
        <p:spPr>
          <a:xfrm flipV="1">
            <a:off x="7421080" y="4376271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8" name="r2_o12276"/>
          <p:cNvSpPr/>
          <p:nvPr/>
        </p:nvSpPr>
        <p:spPr>
          <a:xfrm>
            <a:off x="7318208" y="4189341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79" name="r2_o12277"/>
          <p:cNvSpPr/>
          <p:nvPr/>
        </p:nvSpPr>
        <p:spPr>
          <a:xfrm flipV="1">
            <a:off x="7322750" y="4242636"/>
            <a:ext cx="13360" cy="3978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0" name="r2_o12278"/>
          <p:cNvSpPr/>
          <p:nvPr/>
        </p:nvSpPr>
        <p:spPr>
          <a:xfrm>
            <a:off x="7340652" y="4335713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1" name="r2_o12279"/>
          <p:cNvSpPr/>
          <p:nvPr/>
        </p:nvSpPr>
        <p:spPr>
          <a:xfrm>
            <a:off x="7483605" y="4443086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2" name="r2_o12280"/>
          <p:cNvSpPr/>
          <p:nvPr/>
        </p:nvSpPr>
        <p:spPr>
          <a:xfrm flipV="1">
            <a:off x="7608655" y="4457387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3" name="r2_o12281"/>
          <p:cNvSpPr/>
          <p:nvPr/>
        </p:nvSpPr>
        <p:spPr>
          <a:xfrm flipV="1">
            <a:off x="7416538" y="4283194"/>
            <a:ext cx="13360" cy="3978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4" name="r2_o12282"/>
          <p:cNvSpPr/>
          <p:nvPr/>
        </p:nvSpPr>
        <p:spPr>
          <a:xfrm>
            <a:off x="7519144" y="4230681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5" name="r2_o12283"/>
          <p:cNvSpPr/>
          <p:nvPr/>
        </p:nvSpPr>
        <p:spPr>
          <a:xfrm flipV="1">
            <a:off x="7604114" y="4364310"/>
            <a:ext cx="13360" cy="39781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6" name="r2_o12284"/>
          <p:cNvSpPr/>
          <p:nvPr/>
        </p:nvSpPr>
        <p:spPr>
          <a:xfrm flipV="1">
            <a:off x="7559491" y="4390572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7" name="r2_o12285"/>
          <p:cNvSpPr/>
          <p:nvPr/>
        </p:nvSpPr>
        <p:spPr>
          <a:xfrm>
            <a:off x="7671181" y="4524202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8" name="r2_o12286"/>
          <p:cNvSpPr/>
          <p:nvPr/>
        </p:nvSpPr>
        <p:spPr>
          <a:xfrm flipV="1">
            <a:off x="7648736" y="4338054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89" name="r2_o12287"/>
          <p:cNvSpPr/>
          <p:nvPr/>
        </p:nvSpPr>
        <p:spPr>
          <a:xfrm>
            <a:off x="7385275" y="4309456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0" name="r2_o12288"/>
          <p:cNvSpPr/>
          <p:nvPr/>
        </p:nvSpPr>
        <p:spPr>
          <a:xfrm>
            <a:off x="7479063" y="4350014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1" name="r2_o12289"/>
          <p:cNvSpPr/>
          <p:nvPr/>
        </p:nvSpPr>
        <p:spPr>
          <a:xfrm>
            <a:off x="7371915" y="4349232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2" name="r2_o12290"/>
          <p:cNvSpPr/>
          <p:nvPr/>
        </p:nvSpPr>
        <p:spPr>
          <a:xfrm flipV="1">
            <a:off x="7554949" y="4297496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3" name="r2_o12291"/>
          <p:cNvSpPr/>
          <p:nvPr/>
        </p:nvSpPr>
        <p:spPr>
          <a:xfrm>
            <a:off x="7434440" y="4376271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4" name="r2_o12292"/>
          <p:cNvSpPr/>
          <p:nvPr/>
        </p:nvSpPr>
        <p:spPr>
          <a:xfrm>
            <a:off x="7662097" y="4338054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5" name="r2_o12293"/>
          <p:cNvSpPr/>
          <p:nvPr/>
        </p:nvSpPr>
        <p:spPr>
          <a:xfrm>
            <a:off x="7510326" y="4363534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6" name="r2_o12294"/>
          <p:cNvSpPr/>
          <p:nvPr/>
        </p:nvSpPr>
        <p:spPr>
          <a:xfrm flipV="1">
            <a:off x="7702443" y="4497945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7" name="r2_o12295"/>
          <p:cNvSpPr/>
          <p:nvPr/>
        </p:nvSpPr>
        <p:spPr>
          <a:xfrm flipV="1">
            <a:off x="7411996" y="4190123"/>
            <a:ext cx="13360" cy="39776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8" name="r2_o12296"/>
          <p:cNvSpPr/>
          <p:nvPr/>
        </p:nvSpPr>
        <p:spPr>
          <a:xfrm>
            <a:off x="7617474" y="4364310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299" name="r2_o12297"/>
          <p:cNvSpPr/>
          <p:nvPr/>
        </p:nvSpPr>
        <p:spPr>
          <a:xfrm>
            <a:off x="7577393" y="4483644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300" name="r2_o12298"/>
          <p:cNvSpPr/>
          <p:nvPr/>
        </p:nvSpPr>
        <p:spPr>
          <a:xfrm>
            <a:off x="7362831" y="4163084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301" name="r2_o12299"/>
          <p:cNvSpPr/>
          <p:nvPr/>
        </p:nvSpPr>
        <p:spPr>
          <a:xfrm>
            <a:off x="7693359" y="4351573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302" name="r2_o12300"/>
          <p:cNvSpPr/>
          <p:nvPr/>
        </p:nvSpPr>
        <p:spPr>
          <a:xfrm>
            <a:off x="7559491" y="4430348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303" name="r2_o12301"/>
          <p:cNvSpPr/>
          <p:nvPr/>
        </p:nvSpPr>
        <p:spPr>
          <a:xfrm>
            <a:off x="7528228" y="4416829"/>
            <a:ext cx="31263" cy="13519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304" name="r2_o12302"/>
          <p:cNvSpPr/>
          <p:nvPr/>
        </p:nvSpPr>
        <p:spPr>
          <a:xfrm>
            <a:off x="7550407" y="4244200"/>
            <a:ext cx="17902" cy="53295"/>
          </a:xfrm>
          <a:prstGeom prst="line">
            <a:avLst/>
          </a:prstGeom>
          <a:noFill/>
          <a:ln w="2933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305" name="r2_o12303"/>
          <p:cNvSpPr/>
          <p:nvPr/>
        </p:nvSpPr>
        <p:spPr>
          <a:xfrm>
            <a:off x="7307518" y="412551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06" name="r2_o12304"/>
          <p:cNvSpPr/>
          <p:nvPr/>
        </p:nvSpPr>
        <p:spPr>
          <a:xfrm>
            <a:off x="7314252" y="413152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07" name="r2_o12305"/>
          <p:cNvSpPr/>
          <p:nvPr/>
        </p:nvSpPr>
        <p:spPr>
          <a:xfrm>
            <a:off x="7314252" y="413152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08" name="r2_o12306"/>
          <p:cNvSpPr/>
          <p:nvPr/>
        </p:nvSpPr>
        <p:spPr>
          <a:xfrm>
            <a:off x="7337822" y="415341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09" name="r2_o12307"/>
          <p:cNvSpPr/>
          <p:nvPr/>
        </p:nvSpPr>
        <p:spPr>
          <a:xfrm>
            <a:off x="7342132" y="415726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0" name="r2_o12308"/>
          <p:cNvSpPr/>
          <p:nvPr/>
        </p:nvSpPr>
        <p:spPr>
          <a:xfrm>
            <a:off x="7342132" y="415726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1" name="r2_o12309"/>
          <p:cNvSpPr/>
          <p:nvPr/>
        </p:nvSpPr>
        <p:spPr>
          <a:xfrm>
            <a:off x="7338781" y="413903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2" name="r2_o12310"/>
          <p:cNvSpPr/>
          <p:nvPr/>
        </p:nvSpPr>
        <p:spPr>
          <a:xfrm>
            <a:off x="7345515" y="414504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3" name="r2_o12311"/>
          <p:cNvSpPr/>
          <p:nvPr/>
        </p:nvSpPr>
        <p:spPr>
          <a:xfrm>
            <a:off x="7345515" y="414504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4" name="r2_o12312"/>
          <p:cNvSpPr/>
          <p:nvPr/>
        </p:nvSpPr>
        <p:spPr>
          <a:xfrm>
            <a:off x="7369084" y="416693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5" name="r2_o12313"/>
          <p:cNvSpPr/>
          <p:nvPr/>
        </p:nvSpPr>
        <p:spPr>
          <a:xfrm>
            <a:off x="7373394" y="417078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6" name="r2_o12314"/>
          <p:cNvSpPr/>
          <p:nvPr/>
        </p:nvSpPr>
        <p:spPr>
          <a:xfrm>
            <a:off x="7373394" y="417078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7" name="r2_o12315"/>
          <p:cNvSpPr/>
          <p:nvPr/>
        </p:nvSpPr>
        <p:spPr>
          <a:xfrm>
            <a:off x="7294158" y="416529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8" name="r2_o12316"/>
          <p:cNvSpPr/>
          <p:nvPr/>
        </p:nvSpPr>
        <p:spPr>
          <a:xfrm>
            <a:off x="7300892" y="417130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19" name="r2_o12317"/>
          <p:cNvSpPr/>
          <p:nvPr/>
        </p:nvSpPr>
        <p:spPr>
          <a:xfrm>
            <a:off x="7300892" y="417130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0" name="r2_o12318"/>
          <p:cNvSpPr/>
          <p:nvPr/>
        </p:nvSpPr>
        <p:spPr>
          <a:xfrm>
            <a:off x="7324461" y="419318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1" name="r2_o12319"/>
          <p:cNvSpPr/>
          <p:nvPr/>
        </p:nvSpPr>
        <p:spPr>
          <a:xfrm>
            <a:off x="7328771" y="419703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2" name="r2_o12320"/>
          <p:cNvSpPr/>
          <p:nvPr/>
        </p:nvSpPr>
        <p:spPr>
          <a:xfrm>
            <a:off x="7328771" y="419703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3" name="r2_o12321"/>
          <p:cNvSpPr/>
          <p:nvPr/>
        </p:nvSpPr>
        <p:spPr>
          <a:xfrm>
            <a:off x="7401306" y="416607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4" name="r2_o12322"/>
          <p:cNvSpPr/>
          <p:nvPr/>
        </p:nvSpPr>
        <p:spPr>
          <a:xfrm>
            <a:off x="7408040" y="417208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5" name="r2_o12323"/>
          <p:cNvSpPr/>
          <p:nvPr/>
        </p:nvSpPr>
        <p:spPr>
          <a:xfrm>
            <a:off x="7408040" y="417208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6" name="r2_o12324"/>
          <p:cNvSpPr/>
          <p:nvPr/>
        </p:nvSpPr>
        <p:spPr>
          <a:xfrm>
            <a:off x="7431609" y="419397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7" name="r2_o12325"/>
          <p:cNvSpPr/>
          <p:nvPr/>
        </p:nvSpPr>
        <p:spPr>
          <a:xfrm>
            <a:off x="7435919" y="419781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8" name="r2_o12326"/>
          <p:cNvSpPr/>
          <p:nvPr/>
        </p:nvSpPr>
        <p:spPr>
          <a:xfrm>
            <a:off x="7435919" y="419781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29" name="r2_o12327"/>
          <p:cNvSpPr/>
          <p:nvPr/>
        </p:nvSpPr>
        <p:spPr>
          <a:xfrm>
            <a:off x="7432569" y="417959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0" name="r2_o12328"/>
          <p:cNvSpPr/>
          <p:nvPr/>
        </p:nvSpPr>
        <p:spPr>
          <a:xfrm>
            <a:off x="7439303" y="418560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1" name="r2_o12329"/>
          <p:cNvSpPr/>
          <p:nvPr/>
        </p:nvSpPr>
        <p:spPr>
          <a:xfrm>
            <a:off x="7439303" y="418560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2" name="r2_o12330"/>
          <p:cNvSpPr/>
          <p:nvPr/>
        </p:nvSpPr>
        <p:spPr>
          <a:xfrm>
            <a:off x="7462872" y="420749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3" name="r2_o12331"/>
          <p:cNvSpPr/>
          <p:nvPr/>
        </p:nvSpPr>
        <p:spPr>
          <a:xfrm>
            <a:off x="7467182" y="421133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4" name="r2_o12332"/>
          <p:cNvSpPr/>
          <p:nvPr/>
        </p:nvSpPr>
        <p:spPr>
          <a:xfrm>
            <a:off x="7467182" y="421133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5" name="r2_o12333"/>
          <p:cNvSpPr/>
          <p:nvPr/>
        </p:nvSpPr>
        <p:spPr>
          <a:xfrm>
            <a:off x="7356683" y="419232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6" name="r2_o12334"/>
          <p:cNvSpPr/>
          <p:nvPr/>
        </p:nvSpPr>
        <p:spPr>
          <a:xfrm>
            <a:off x="7363417" y="419834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7" name="r2_o12335"/>
          <p:cNvSpPr/>
          <p:nvPr/>
        </p:nvSpPr>
        <p:spPr>
          <a:xfrm>
            <a:off x="7363417" y="419834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8" name="r2_o12336"/>
          <p:cNvSpPr/>
          <p:nvPr/>
        </p:nvSpPr>
        <p:spPr>
          <a:xfrm>
            <a:off x="7387946" y="420584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39" name="r2_o12337"/>
          <p:cNvSpPr/>
          <p:nvPr/>
        </p:nvSpPr>
        <p:spPr>
          <a:xfrm>
            <a:off x="7394680" y="421186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0" name="r2_o12338"/>
          <p:cNvSpPr/>
          <p:nvPr/>
        </p:nvSpPr>
        <p:spPr>
          <a:xfrm>
            <a:off x="7394680" y="421186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1" name="r2_o12339"/>
          <p:cNvSpPr/>
          <p:nvPr/>
        </p:nvSpPr>
        <p:spPr>
          <a:xfrm>
            <a:off x="7495094" y="420663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2" name="r2_o12340"/>
          <p:cNvSpPr/>
          <p:nvPr/>
        </p:nvSpPr>
        <p:spPr>
          <a:xfrm>
            <a:off x="7501828" y="421264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3" name="r2_o12341"/>
          <p:cNvSpPr/>
          <p:nvPr/>
        </p:nvSpPr>
        <p:spPr>
          <a:xfrm>
            <a:off x="7501828" y="421264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4" name="r2_o12342"/>
          <p:cNvSpPr/>
          <p:nvPr/>
        </p:nvSpPr>
        <p:spPr>
          <a:xfrm>
            <a:off x="7525397" y="423452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5" name="r2_o12343"/>
          <p:cNvSpPr/>
          <p:nvPr/>
        </p:nvSpPr>
        <p:spPr>
          <a:xfrm>
            <a:off x="7529707" y="423837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6" name="r2_o12344"/>
          <p:cNvSpPr/>
          <p:nvPr/>
        </p:nvSpPr>
        <p:spPr>
          <a:xfrm>
            <a:off x="7529707" y="423837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7" name="r2_o12345"/>
          <p:cNvSpPr/>
          <p:nvPr/>
        </p:nvSpPr>
        <p:spPr>
          <a:xfrm>
            <a:off x="7312060" y="421858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8" name="r2_o12346"/>
          <p:cNvSpPr/>
          <p:nvPr/>
        </p:nvSpPr>
        <p:spPr>
          <a:xfrm>
            <a:off x="7318794" y="422459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49" name="r2_o12347"/>
          <p:cNvSpPr/>
          <p:nvPr/>
        </p:nvSpPr>
        <p:spPr>
          <a:xfrm>
            <a:off x="7318794" y="422459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0" name="r2_o12348"/>
          <p:cNvSpPr/>
          <p:nvPr/>
        </p:nvSpPr>
        <p:spPr>
          <a:xfrm>
            <a:off x="7526356" y="422015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1" name="r2_o12349"/>
          <p:cNvSpPr/>
          <p:nvPr/>
        </p:nvSpPr>
        <p:spPr>
          <a:xfrm>
            <a:off x="7533091" y="422616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2" name="r2_o12350"/>
          <p:cNvSpPr/>
          <p:nvPr/>
        </p:nvSpPr>
        <p:spPr>
          <a:xfrm>
            <a:off x="7533091" y="422616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3" name="r2_o12351"/>
          <p:cNvSpPr/>
          <p:nvPr/>
        </p:nvSpPr>
        <p:spPr>
          <a:xfrm>
            <a:off x="7556660" y="4248048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4" name="r2_o12352"/>
          <p:cNvSpPr/>
          <p:nvPr/>
        </p:nvSpPr>
        <p:spPr>
          <a:xfrm>
            <a:off x="7560970" y="4251896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5" name="r2_o12353"/>
          <p:cNvSpPr/>
          <p:nvPr/>
        </p:nvSpPr>
        <p:spPr>
          <a:xfrm>
            <a:off x="7560970" y="4251896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6" name="r2_o12354"/>
          <p:cNvSpPr/>
          <p:nvPr/>
        </p:nvSpPr>
        <p:spPr>
          <a:xfrm>
            <a:off x="7343323" y="423210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7" name="r2_o12355"/>
          <p:cNvSpPr/>
          <p:nvPr/>
        </p:nvSpPr>
        <p:spPr>
          <a:xfrm>
            <a:off x="7350057" y="423811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8" name="r2_o12356"/>
          <p:cNvSpPr/>
          <p:nvPr/>
        </p:nvSpPr>
        <p:spPr>
          <a:xfrm>
            <a:off x="7350057" y="423811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59" name="r2_o12357"/>
          <p:cNvSpPr/>
          <p:nvPr/>
        </p:nvSpPr>
        <p:spPr>
          <a:xfrm>
            <a:off x="7450471" y="423288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0" name="r2_o12358"/>
          <p:cNvSpPr/>
          <p:nvPr/>
        </p:nvSpPr>
        <p:spPr>
          <a:xfrm>
            <a:off x="7457205" y="423890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1" name="r2_o12359"/>
          <p:cNvSpPr/>
          <p:nvPr/>
        </p:nvSpPr>
        <p:spPr>
          <a:xfrm>
            <a:off x="7457205" y="423890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2" name="r2_o12360"/>
          <p:cNvSpPr/>
          <p:nvPr/>
        </p:nvSpPr>
        <p:spPr>
          <a:xfrm>
            <a:off x="7481733" y="424640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3" name="r2_o12361"/>
          <p:cNvSpPr/>
          <p:nvPr/>
        </p:nvSpPr>
        <p:spPr>
          <a:xfrm>
            <a:off x="7488468" y="425241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4" name="r2_o12362"/>
          <p:cNvSpPr/>
          <p:nvPr/>
        </p:nvSpPr>
        <p:spPr>
          <a:xfrm>
            <a:off x="7488468" y="425241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5" name="r2_o12363"/>
          <p:cNvSpPr/>
          <p:nvPr/>
        </p:nvSpPr>
        <p:spPr>
          <a:xfrm>
            <a:off x="7588882" y="424718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6" name="r2_o12364"/>
          <p:cNvSpPr/>
          <p:nvPr/>
        </p:nvSpPr>
        <p:spPr>
          <a:xfrm>
            <a:off x="7595616" y="425320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7" name="r2_o12365"/>
          <p:cNvSpPr/>
          <p:nvPr/>
        </p:nvSpPr>
        <p:spPr>
          <a:xfrm>
            <a:off x="7595616" y="425320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8" name="r2_o12366"/>
          <p:cNvSpPr/>
          <p:nvPr/>
        </p:nvSpPr>
        <p:spPr>
          <a:xfrm>
            <a:off x="7619185" y="4275087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69" name="r2_o12367"/>
          <p:cNvSpPr/>
          <p:nvPr/>
        </p:nvSpPr>
        <p:spPr>
          <a:xfrm>
            <a:off x="7623495" y="4278935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0" name="r2_o12368"/>
          <p:cNvSpPr/>
          <p:nvPr/>
        </p:nvSpPr>
        <p:spPr>
          <a:xfrm>
            <a:off x="7623495" y="4278935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1" name="r2_o12369"/>
          <p:cNvSpPr/>
          <p:nvPr/>
        </p:nvSpPr>
        <p:spPr>
          <a:xfrm>
            <a:off x="7298700" y="425836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2" name="r2_o12370"/>
          <p:cNvSpPr/>
          <p:nvPr/>
        </p:nvSpPr>
        <p:spPr>
          <a:xfrm>
            <a:off x="7305434" y="426438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3" name="r2_o12371"/>
          <p:cNvSpPr/>
          <p:nvPr/>
        </p:nvSpPr>
        <p:spPr>
          <a:xfrm>
            <a:off x="7305434" y="426438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4" name="r2_o12372"/>
          <p:cNvSpPr/>
          <p:nvPr/>
        </p:nvSpPr>
        <p:spPr>
          <a:xfrm>
            <a:off x="7329003" y="428626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5" name="r2_o12373"/>
          <p:cNvSpPr/>
          <p:nvPr/>
        </p:nvSpPr>
        <p:spPr>
          <a:xfrm>
            <a:off x="7333313" y="429011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6" name="r2_o12374"/>
          <p:cNvSpPr/>
          <p:nvPr/>
        </p:nvSpPr>
        <p:spPr>
          <a:xfrm>
            <a:off x="7333313" y="429011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7" name="r2_o12375"/>
          <p:cNvSpPr/>
          <p:nvPr/>
        </p:nvSpPr>
        <p:spPr>
          <a:xfrm>
            <a:off x="7405848" y="425914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8" name="r2_o12376"/>
          <p:cNvSpPr/>
          <p:nvPr/>
        </p:nvSpPr>
        <p:spPr>
          <a:xfrm>
            <a:off x="7412582" y="426515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79" name="r2_o12377"/>
          <p:cNvSpPr/>
          <p:nvPr/>
        </p:nvSpPr>
        <p:spPr>
          <a:xfrm>
            <a:off x="7412582" y="426515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0" name="r2_o12378"/>
          <p:cNvSpPr/>
          <p:nvPr/>
        </p:nvSpPr>
        <p:spPr>
          <a:xfrm>
            <a:off x="7620144" y="426070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1" name="r2_o12379"/>
          <p:cNvSpPr/>
          <p:nvPr/>
        </p:nvSpPr>
        <p:spPr>
          <a:xfrm>
            <a:off x="7626878" y="426672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2" name="r2_o12380"/>
          <p:cNvSpPr/>
          <p:nvPr/>
        </p:nvSpPr>
        <p:spPr>
          <a:xfrm>
            <a:off x="7626878" y="426672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3" name="r2_o12381"/>
          <p:cNvSpPr/>
          <p:nvPr/>
        </p:nvSpPr>
        <p:spPr>
          <a:xfrm>
            <a:off x="7650448" y="428860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4" name="r2_o12382"/>
          <p:cNvSpPr/>
          <p:nvPr/>
        </p:nvSpPr>
        <p:spPr>
          <a:xfrm>
            <a:off x="7654758" y="429245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5" name="r2_o12383"/>
          <p:cNvSpPr/>
          <p:nvPr/>
        </p:nvSpPr>
        <p:spPr>
          <a:xfrm>
            <a:off x="7654758" y="429245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6" name="r2_o12384"/>
          <p:cNvSpPr/>
          <p:nvPr/>
        </p:nvSpPr>
        <p:spPr>
          <a:xfrm>
            <a:off x="7437110" y="427266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7" name="r2_o12385"/>
          <p:cNvSpPr/>
          <p:nvPr/>
        </p:nvSpPr>
        <p:spPr>
          <a:xfrm>
            <a:off x="7443845" y="427867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8" name="r2_o12386"/>
          <p:cNvSpPr/>
          <p:nvPr/>
        </p:nvSpPr>
        <p:spPr>
          <a:xfrm>
            <a:off x="7443845" y="427867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89" name="r2_o12387"/>
          <p:cNvSpPr/>
          <p:nvPr/>
        </p:nvSpPr>
        <p:spPr>
          <a:xfrm>
            <a:off x="7544259" y="427344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0" name="r2_o12388"/>
          <p:cNvSpPr/>
          <p:nvPr/>
        </p:nvSpPr>
        <p:spPr>
          <a:xfrm>
            <a:off x="7550993" y="427945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1" name="r2_o12389"/>
          <p:cNvSpPr/>
          <p:nvPr/>
        </p:nvSpPr>
        <p:spPr>
          <a:xfrm>
            <a:off x="7550993" y="427945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2" name="r2_o12390"/>
          <p:cNvSpPr/>
          <p:nvPr/>
        </p:nvSpPr>
        <p:spPr>
          <a:xfrm>
            <a:off x="7361225" y="428540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3" name="r2_o12391"/>
          <p:cNvSpPr/>
          <p:nvPr/>
        </p:nvSpPr>
        <p:spPr>
          <a:xfrm>
            <a:off x="7367959" y="429141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4" name="r2_o12392"/>
          <p:cNvSpPr/>
          <p:nvPr/>
        </p:nvSpPr>
        <p:spPr>
          <a:xfrm>
            <a:off x="7367959" y="429141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5" name="r2_o12393"/>
          <p:cNvSpPr/>
          <p:nvPr/>
        </p:nvSpPr>
        <p:spPr>
          <a:xfrm>
            <a:off x="7575521" y="428696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6" name="r2_o12394"/>
          <p:cNvSpPr/>
          <p:nvPr/>
        </p:nvSpPr>
        <p:spPr>
          <a:xfrm>
            <a:off x="7582255" y="429297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7" name="r2_o12395"/>
          <p:cNvSpPr/>
          <p:nvPr/>
        </p:nvSpPr>
        <p:spPr>
          <a:xfrm>
            <a:off x="7582255" y="429297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8" name="r2_o12396"/>
          <p:cNvSpPr/>
          <p:nvPr/>
        </p:nvSpPr>
        <p:spPr>
          <a:xfrm>
            <a:off x="7392488" y="429892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99" name="r2_o12397"/>
          <p:cNvSpPr/>
          <p:nvPr/>
        </p:nvSpPr>
        <p:spPr>
          <a:xfrm>
            <a:off x="7399222" y="430493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0" name="r2_o12398"/>
          <p:cNvSpPr/>
          <p:nvPr/>
        </p:nvSpPr>
        <p:spPr>
          <a:xfrm>
            <a:off x="7399222" y="430493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1" name="r2_o12399"/>
          <p:cNvSpPr/>
          <p:nvPr/>
        </p:nvSpPr>
        <p:spPr>
          <a:xfrm>
            <a:off x="7499636" y="429970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2" name="r2_o12400"/>
          <p:cNvSpPr/>
          <p:nvPr/>
        </p:nvSpPr>
        <p:spPr>
          <a:xfrm>
            <a:off x="7506370" y="430571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3" name="r2_o12401"/>
          <p:cNvSpPr/>
          <p:nvPr/>
        </p:nvSpPr>
        <p:spPr>
          <a:xfrm>
            <a:off x="7506370" y="430571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4" name="r2_o12402"/>
          <p:cNvSpPr/>
          <p:nvPr/>
        </p:nvSpPr>
        <p:spPr>
          <a:xfrm>
            <a:off x="7316602" y="431166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5" name="r2_o12403"/>
          <p:cNvSpPr/>
          <p:nvPr/>
        </p:nvSpPr>
        <p:spPr>
          <a:xfrm>
            <a:off x="7323336" y="431767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6" name="r2_o12404"/>
          <p:cNvSpPr/>
          <p:nvPr/>
        </p:nvSpPr>
        <p:spPr>
          <a:xfrm>
            <a:off x="7323336" y="431767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7" name="r2_o12405"/>
          <p:cNvSpPr/>
          <p:nvPr/>
        </p:nvSpPr>
        <p:spPr>
          <a:xfrm>
            <a:off x="7346906" y="433956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8" name="r2_o12406"/>
          <p:cNvSpPr/>
          <p:nvPr/>
        </p:nvSpPr>
        <p:spPr>
          <a:xfrm>
            <a:off x="7351215" y="434340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09" name="r2_o12407"/>
          <p:cNvSpPr/>
          <p:nvPr/>
        </p:nvSpPr>
        <p:spPr>
          <a:xfrm>
            <a:off x="7351215" y="434340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0" name="r2_o12408"/>
          <p:cNvSpPr/>
          <p:nvPr/>
        </p:nvSpPr>
        <p:spPr>
          <a:xfrm>
            <a:off x="7530898" y="431322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1" name="r2_o12409"/>
          <p:cNvSpPr/>
          <p:nvPr/>
        </p:nvSpPr>
        <p:spPr>
          <a:xfrm>
            <a:off x="7537632" y="431923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2" name="r2_o12410"/>
          <p:cNvSpPr/>
          <p:nvPr/>
        </p:nvSpPr>
        <p:spPr>
          <a:xfrm>
            <a:off x="7537632" y="431923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3" name="r2_o12411"/>
          <p:cNvSpPr/>
          <p:nvPr/>
        </p:nvSpPr>
        <p:spPr>
          <a:xfrm>
            <a:off x="7638046" y="431400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4" name="r2_o12412"/>
          <p:cNvSpPr/>
          <p:nvPr/>
        </p:nvSpPr>
        <p:spPr>
          <a:xfrm>
            <a:off x="7644781" y="432001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5" name="r2_o12413"/>
          <p:cNvSpPr/>
          <p:nvPr/>
        </p:nvSpPr>
        <p:spPr>
          <a:xfrm>
            <a:off x="7644781" y="432001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6" name="r2_o12414"/>
          <p:cNvSpPr/>
          <p:nvPr/>
        </p:nvSpPr>
        <p:spPr>
          <a:xfrm>
            <a:off x="7347865" y="432518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7" name="r2_o12415"/>
          <p:cNvSpPr/>
          <p:nvPr/>
        </p:nvSpPr>
        <p:spPr>
          <a:xfrm>
            <a:off x="7354599" y="433119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8" name="r2_o12416"/>
          <p:cNvSpPr/>
          <p:nvPr/>
        </p:nvSpPr>
        <p:spPr>
          <a:xfrm>
            <a:off x="7354599" y="433119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19" name="r2_o12417"/>
          <p:cNvSpPr/>
          <p:nvPr/>
        </p:nvSpPr>
        <p:spPr>
          <a:xfrm>
            <a:off x="7455013" y="4325964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0" name="r2_o12418"/>
          <p:cNvSpPr/>
          <p:nvPr/>
        </p:nvSpPr>
        <p:spPr>
          <a:xfrm>
            <a:off x="7461747" y="433197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1" name="r2_o12419"/>
          <p:cNvSpPr/>
          <p:nvPr/>
        </p:nvSpPr>
        <p:spPr>
          <a:xfrm>
            <a:off x="7461747" y="433197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2" name="r2_o12420"/>
          <p:cNvSpPr/>
          <p:nvPr/>
        </p:nvSpPr>
        <p:spPr>
          <a:xfrm>
            <a:off x="7669309" y="432752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3" name="r2_o12421"/>
          <p:cNvSpPr/>
          <p:nvPr/>
        </p:nvSpPr>
        <p:spPr>
          <a:xfrm>
            <a:off x="7676043" y="43335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4" name="r2_o12422"/>
          <p:cNvSpPr/>
          <p:nvPr/>
        </p:nvSpPr>
        <p:spPr>
          <a:xfrm>
            <a:off x="7676043" y="43335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5" name="r2_o12423"/>
          <p:cNvSpPr/>
          <p:nvPr/>
        </p:nvSpPr>
        <p:spPr>
          <a:xfrm>
            <a:off x="7699612" y="435542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6" name="r2_o12424"/>
          <p:cNvSpPr/>
          <p:nvPr/>
        </p:nvSpPr>
        <p:spPr>
          <a:xfrm>
            <a:off x="7703922" y="435926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7" name="r2_o12425"/>
          <p:cNvSpPr/>
          <p:nvPr/>
        </p:nvSpPr>
        <p:spPr>
          <a:xfrm>
            <a:off x="7703922" y="435926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8" name="r2_o12426"/>
          <p:cNvSpPr/>
          <p:nvPr/>
        </p:nvSpPr>
        <p:spPr>
          <a:xfrm>
            <a:off x="7486276" y="433948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29" name="r2_o12427"/>
          <p:cNvSpPr/>
          <p:nvPr/>
        </p:nvSpPr>
        <p:spPr>
          <a:xfrm>
            <a:off x="7493010" y="434549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0" name="r2_o12428"/>
          <p:cNvSpPr/>
          <p:nvPr/>
        </p:nvSpPr>
        <p:spPr>
          <a:xfrm>
            <a:off x="7493010" y="434549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1" name="r2_o12429"/>
          <p:cNvSpPr/>
          <p:nvPr/>
        </p:nvSpPr>
        <p:spPr>
          <a:xfrm>
            <a:off x="7593423" y="434026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2" name="r2_o12430"/>
          <p:cNvSpPr/>
          <p:nvPr/>
        </p:nvSpPr>
        <p:spPr>
          <a:xfrm>
            <a:off x="7600158" y="434627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3" name="r2_o12431"/>
          <p:cNvSpPr/>
          <p:nvPr/>
        </p:nvSpPr>
        <p:spPr>
          <a:xfrm>
            <a:off x="7600158" y="434627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4" name="r2_o12432"/>
          <p:cNvSpPr/>
          <p:nvPr/>
        </p:nvSpPr>
        <p:spPr>
          <a:xfrm>
            <a:off x="7410390" y="435222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5" name="r2_o12433"/>
          <p:cNvSpPr/>
          <p:nvPr/>
        </p:nvSpPr>
        <p:spPr>
          <a:xfrm>
            <a:off x="7417124" y="435823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6" name="r2_o12434"/>
          <p:cNvSpPr/>
          <p:nvPr/>
        </p:nvSpPr>
        <p:spPr>
          <a:xfrm>
            <a:off x="7417124" y="435823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7" name="r2_o12435"/>
          <p:cNvSpPr/>
          <p:nvPr/>
        </p:nvSpPr>
        <p:spPr>
          <a:xfrm>
            <a:off x="7624686" y="43537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8" name="r2_o12436"/>
          <p:cNvSpPr/>
          <p:nvPr/>
        </p:nvSpPr>
        <p:spPr>
          <a:xfrm>
            <a:off x="7631420" y="435979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39" name="r2_o12437"/>
          <p:cNvSpPr/>
          <p:nvPr/>
        </p:nvSpPr>
        <p:spPr>
          <a:xfrm>
            <a:off x="7631420" y="435979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0" name="r2_o12438"/>
          <p:cNvSpPr/>
          <p:nvPr/>
        </p:nvSpPr>
        <p:spPr>
          <a:xfrm>
            <a:off x="7441653" y="436574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1" name="r2_o12439"/>
          <p:cNvSpPr/>
          <p:nvPr/>
        </p:nvSpPr>
        <p:spPr>
          <a:xfrm>
            <a:off x="7448387" y="437175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2" name="r2_o12440"/>
          <p:cNvSpPr/>
          <p:nvPr/>
        </p:nvSpPr>
        <p:spPr>
          <a:xfrm>
            <a:off x="7448387" y="437175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3" name="r2_o12441"/>
          <p:cNvSpPr/>
          <p:nvPr/>
        </p:nvSpPr>
        <p:spPr>
          <a:xfrm>
            <a:off x="7548801" y="4366522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4" name="r2_o12442"/>
          <p:cNvSpPr/>
          <p:nvPr/>
        </p:nvSpPr>
        <p:spPr>
          <a:xfrm>
            <a:off x="7555535" y="437253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5" name="r2_o12443"/>
          <p:cNvSpPr/>
          <p:nvPr/>
        </p:nvSpPr>
        <p:spPr>
          <a:xfrm>
            <a:off x="7555535" y="437253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6" name="r2_o12444"/>
          <p:cNvSpPr/>
          <p:nvPr/>
        </p:nvSpPr>
        <p:spPr>
          <a:xfrm>
            <a:off x="7365767" y="437847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7" name="r2_o12445"/>
          <p:cNvSpPr/>
          <p:nvPr/>
        </p:nvSpPr>
        <p:spPr>
          <a:xfrm>
            <a:off x="7372501" y="4384490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8" name="r2_o12446"/>
          <p:cNvSpPr/>
          <p:nvPr/>
        </p:nvSpPr>
        <p:spPr>
          <a:xfrm>
            <a:off x="7372501" y="4384490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49" name="r2_o12447"/>
          <p:cNvSpPr/>
          <p:nvPr/>
        </p:nvSpPr>
        <p:spPr>
          <a:xfrm>
            <a:off x="7396070" y="440637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0" name="r2_o12448"/>
          <p:cNvSpPr/>
          <p:nvPr/>
        </p:nvSpPr>
        <p:spPr>
          <a:xfrm>
            <a:off x="7400380" y="441022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1" name="r2_o12449"/>
          <p:cNvSpPr/>
          <p:nvPr/>
        </p:nvSpPr>
        <p:spPr>
          <a:xfrm>
            <a:off x="7400380" y="441022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2" name="r2_o12450"/>
          <p:cNvSpPr/>
          <p:nvPr/>
        </p:nvSpPr>
        <p:spPr>
          <a:xfrm>
            <a:off x="7580063" y="438004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3" name="r2_o12451"/>
          <p:cNvSpPr/>
          <p:nvPr/>
        </p:nvSpPr>
        <p:spPr>
          <a:xfrm>
            <a:off x="7586797" y="438605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4" name="r2_o12452"/>
          <p:cNvSpPr/>
          <p:nvPr/>
        </p:nvSpPr>
        <p:spPr>
          <a:xfrm>
            <a:off x="7586797" y="438605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5" name="r2_o12453"/>
          <p:cNvSpPr/>
          <p:nvPr/>
        </p:nvSpPr>
        <p:spPr>
          <a:xfrm>
            <a:off x="7687211" y="438081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6" name="r2_o12454"/>
          <p:cNvSpPr/>
          <p:nvPr/>
        </p:nvSpPr>
        <p:spPr>
          <a:xfrm>
            <a:off x="7693945" y="438683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7" name="r2_o12455"/>
          <p:cNvSpPr/>
          <p:nvPr/>
        </p:nvSpPr>
        <p:spPr>
          <a:xfrm>
            <a:off x="7693945" y="438683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8" name="r2_o12456"/>
          <p:cNvSpPr/>
          <p:nvPr/>
        </p:nvSpPr>
        <p:spPr>
          <a:xfrm>
            <a:off x="7717515" y="4408716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59" name="r2_o12457"/>
          <p:cNvSpPr/>
          <p:nvPr/>
        </p:nvSpPr>
        <p:spPr>
          <a:xfrm>
            <a:off x="7721825" y="4412564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0" name="r2_o12458"/>
          <p:cNvSpPr/>
          <p:nvPr/>
        </p:nvSpPr>
        <p:spPr>
          <a:xfrm>
            <a:off x="7721825" y="4412564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1" name="r2_o12459"/>
          <p:cNvSpPr/>
          <p:nvPr/>
        </p:nvSpPr>
        <p:spPr>
          <a:xfrm>
            <a:off x="7397030" y="439199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2" name="r2_o12460"/>
          <p:cNvSpPr/>
          <p:nvPr/>
        </p:nvSpPr>
        <p:spPr>
          <a:xfrm>
            <a:off x="7403764" y="439800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3" name="r2_o12461"/>
          <p:cNvSpPr/>
          <p:nvPr/>
        </p:nvSpPr>
        <p:spPr>
          <a:xfrm>
            <a:off x="7403764" y="439800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4" name="r2_o12462"/>
          <p:cNvSpPr/>
          <p:nvPr/>
        </p:nvSpPr>
        <p:spPr>
          <a:xfrm>
            <a:off x="7427333" y="4419895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5" name="r2_o12463"/>
          <p:cNvSpPr/>
          <p:nvPr/>
        </p:nvSpPr>
        <p:spPr>
          <a:xfrm>
            <a:off x="7431643" y="4423743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6" name="r2_o12464"/>
          <p:cNvSpPr/>
          <p:nvPr/>
        </p:nvSpPr>
        <p:spPr>
          <a:xfrm>
            <a:off x="7431643" y="4423743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7" name="r2_o12465"/>
          <p:cNvSpPr/>
          <p:nvPr/>
        </p:nvSpPr>
        <p:spPr>
          <a:xfrm>
            <a:off x="7504178" y="439277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8" name="r2_o12466"/>
          <p:cNvSpPr/>
          <p:nvPr/>
        </p:nvSpPr>
        <p:spPr>
          <a:xfrm>
            <a:off x="7510912" y="439879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69" name="r2_o12467"/>
          <p:cNvSpPr/>
          <p:nvPr/>
        </p:nvSpPr>
        <p:spPr>
          <a:xfrm>
            <a:off x="7510912" y="439879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0" name="r2_o12468"/>
          <p:cNvSpPr/>
          <p:nvPr/>
        </p:nvSpPr>
        <p:spPr>
          <a:xfrm>
            <a:off x="7535440" y="4406298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1" name="r2_o12469"/>
          <p:cNvSpPr/>
          <p:nvPr/>
        </p:nvSpPr>
        <p:spPr>
          <a:xfrm>
            <a:off x="7542174" y="4412311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2" name="r2_o12470"/>
          <p:cNvSpPr/>
          <p:nvPr/>
        </p:nvSpPr>
        <p:spPr>
          <a:xfrm>
            <a:off x="7542174" y="4412311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3" name="r2_o12471"/>
          <p:cNvSpPr/>
          <p:nvPr/>
        </p:nvSpPr>
        <p:spPr>
          <a:xfrm>
            <a:off x="7642588" y="4407080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4" name="r2_o12472"/>
          <p:cNvSpPr/>
          <p:nvPr/>
        </p:nvSpPr>
        <p:spPr>
          <a:xfrm>
            <a:off x="7649323" y="441309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5" name="r2_o12473"/>
          <p:cNvSpPr/>
          <p:nvPr/>
        </p:nvSpPr>
        <p:spPr>
          <a:xfrm>
            <a:off x="7649323" y="441309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6" name="r2_o12474"/>
          <p:cNvSpPr/>
          <p:nvPr/>
        </p:nvSpPr>
        <p:spPr>
          <a:xfrm>
            <a:off x="7459555" y="441903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7" name="r2_o12475"/>
          <p:cNvSpPr/>
          <p:nvPr/>
        </p:nvSpPr>
        <p:spPr>
          <a:xfrm>
            <a:off x="7466289" y="4425048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8" name="r2_o12476"/>
          <p:cNvSpPr/>
          <p:nvPr/>
        </p:nvSpPr>
        <p:spPr>
          <a:xfrm>
            <a:off x="7466289" y="4425048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79" name="r2_o12477"/>
          <p:cNvSpPr/>
          <p:nvPr/>
        </p:nvSpPr>
        <p:spPr>
          <a:xfrm>
            <a:off x="7489858" y="4446934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0" name="r2_o12478"/>
          <p:cNvSpPr/>
          <p:nvPr/>
        </p:nvSpPr>
        <p:spPr>
          <a:xfrm>
            <a:off x="7494168" y="4450782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1" name="r2_o12479"/>
          <p:cNvSpPr/>
          <p:nvPr/>
        </p:nvSpPr>
        <p:spPr>
          <a:xfrm>
            <a:off x="7494168" y="4450782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2" name="r2_o12480"/>
          <p:cNvSpPr/>
          <p:nvPr/>
        </p:nvSpPr>
        <p:spPr>
          <a:xfrm>
            <a:off x="7673851" y="4420599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3" name="r2_o12481"/>
          <p:cNvSpPr/>
          <p:nvPr/>
        </p:nvSpPr>
        <p:spPr>
          <a:xfrm>
            <a:off x="7680585" y="4426612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4" name="r2_o12482"/>
          <p:cNvSpPr/>
          <p:nvPr/>
        </p:nvSpPr>
        <p:spPr>
          <a:xfrm>
            <a:off x="7680585" y="4426612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5" name="r2_o12483"/>
          <p:cNvSpPr/>
          <p:nvPr/>
        </p:nvSpPr>
        <p:spPr>
          <a:xfrm>
            <a:off x="7490817" y="443255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6" name="r2_o12484"/>
          <p:cNvSpPr/>
          <p:nvPr/>
        </p:nvSpPr>
        <p:spPr>
          <a:xfrm>
            <a:off x="7497551" y="443856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7" name="r2_o12485"/>
          <p:cNvSpPr/>
          <p:nvPr/>
        </p:nvSpPr>
        <p:spPr>
          <a:xfrm>
            <a:off x="7497551" y="443856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8" name="r2_o12486"/>
          <p:cNvSpPr/>
          <p:nvPr/>
        </p:nvSpPr>
        <p:spPr>
          <a:xfrm>
            <a:off x="7521121" y="446045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89" name="r2_o12487"/>
          <p:cNvSpPr/>
          <p:nvPr/>
        </p:nvSpPr>
        <p:spPr>
          <a:xfrm>
            <a:off x="7525431" y="446430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0" name="r2_o12488"/>
          <p:cNvSpPr/>
          <p:nvPr/>
        </p:nvSpPr>
        <p:spPr>
          <a:xfrm>
            <a:off x="7525431" y="446430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1" name="r2_o12489"/>
          <p:cNvSpPr/>
          <p:nvPr/>
        </p:nvSpPr>
        <p:spPr>
          <a:xfrm>
            <a:off x="7597966" y="4433337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2" name="r2_o12490"/>
          <p:cNvSpPr/>
          <p:nvPr/>
        </p:nvSpPr>
        <p:spPr>
          <a:xfrm>
            <a:off x="7604700" y="443934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3" name="r2_o12491"/>
          <p:cNvSpPr/>
          <p:nvPr/>
        </p:nvSpPr>
        <p:spPr>
          <a:xfrm>
            <a:off x="7604700" y="443934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4" name="r2_o12492"/>
          <p:cNvSpPr/>
          <p:nvPr/>
        </p:nvSpPr>
        <p:spPr>
          <a:xfrm>
            <a:off x="7629228" y="4446856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5" name="r2_o12493"/>
          <p:cNvSpPr/>
          <p:nvPr/>
        </p:nvSpPr>
        <p:spPr>
          <a:xfrm>
            <a:off x="7635962" y="4452869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6" name="r2_o12494"/>
          <p:cNvSpPr/>
          <p:nvPr/>
        </p:nvSpPr>
        <p:spPr>
          <a:xfrm>
            <a:off x="7635962" y="4452869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7" name="r2_o12495"/>
          <p:cNvSpPr/>
          <p:nvPr/>
        </p:nvSpPr>
        <p:spPr>
          <a:xfrm>
            <a:off x="7553343" y="445959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8" name="r2_o12496"/>
          <p:cNvSpPr/>
          <p:nvPr/>
        </p:nvSpPr>
        <p:spPr>
          <a:xfrm>
            <a:off x="7560077" y="4465606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99" name="r2_o12497"/>
          <p:cNvSpPr/>
          <p:nvPr/>
        </p:nvSpPr>
        <p:spPr>
          <a:xfrm>
            <a:off x="7560077" y="4465606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0" name="r2_o12498"/>
          <p:cNvSpPr/>
          <p:nvPr/>
        </p:nvSpPr>
        <p:spPr>
          <a:xfrm>
            <a:off x="7583646" y="4487492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1" name="r2_o12499"/>
          <p:cNvSpPr/>
          <p:nvPr/>
        </p:nvSpPr>
        <p:spPr>
          <a:xfrm>
            <a:off x="7587956" y="4491340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2" name="r2_o12500"/>
          <p:cNvSpPr/>
          <p:nvPr/>
        </p:nvSpPr>
        <p:spPr>
          <a:xfrm>
            <a:off x="7587956" y="4491340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3" name="r2_o12501"/>
          <p:cNvSpPr/>
          <p:nvPr/>
        </p:nvSpPr>
        <p:spPr>
          <a:xfrm>
            <a:off x="7584605" y="4473113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4" name="r2_o12502"/>
          <p:cNvSpPr/>
          <p:nvPr/>
        </p:nvSpPr>
        <p:spPr>
          <a:xfrm>
            <a:off x="7591339" y="4479125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5" name="r2_o12503"/>
          <p:cNvSpPr/>
          <p:nvPr/>
        </p:nvSpPr>
        <p:spPr>
          <a:xfrm>
            <a:off x="7591339" y="4479125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6" name="r2_o12504"/>
          <p:cNvSpPr/>
          <p:nvPr/>
        </p:nvSpPr>
        <p:spPr>
          <a:xfrm>
            <a:off x="7614909" y="4501011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7" name="r2_o12505"/>
          <p:cNvSpPr/>
          <p:nvPr/>
        </p:nvSpPr>
        <p:spPr>
          <a:xfrm>
            <a:off x="7619218" y="4504859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8" name="r2_o12506"/>
          <p:cNvSpPr/>
          <p:nvPr/>
        </p:nvSpPr>
        <p:spPr>
          <a:xfrm>
            <a:off x="7619218" y="4504859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09" name="r2_o12507"/>
          <p:cNvSpPr/>
          <p:nvPr/>
        </p:nvSpPr>
        <p:spPr>
          <a:xfrm>
            <a:off x="7691753" y="4473895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0" name="r2_o12508"/>
          <p:cNvSpPr/>
          <p:nvPr/>
        </p:nvSpPr>
        <p:spPr>
          <a:xfrm>
            <a:off x="7698487" y="4479907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1" name="r2_o12509"/>
          <p:cNvSpPr/>
          <p:nvPr/>
        </p:nvSpPr>
        <p:spPr>
          <a:xfrm>
            <a:off x="7698487" y="4479907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2" name="r2_o12510"/>
          <p:cNvSpPr/>
          <p:nvPr/>
        </p:nvSpPr>
        <p:spPr>
          <a:xfrm>
            <a:off x="7722057" y="4501793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3" name="r2_o12511"/>
          <p:cNvSpPr/>
          <p:nvPr/>
        </p:nvSpPr>
        <p:spPr>
          <a:xfrm>
            <a:off x="7726367" y="4505641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4" name="r2_o12512"/>
          <p:cNvSpPr/>
          <p:nvPr/>
        </p:nvSpPr>
        <p:spPr>
          <a:xfrm>
            <a:off x="7726367" y="4505641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5" name="r2_o12513"/>
          <p:cNvSpPr/>
          <p:nvPr/>
        </p:nvSpPr>
        <p:spPr>
          <a:xfrm>
            <a:off x="7647130" y="450015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6" name="r2_o12514"/>
          <p:cNvSpPr/>
          <p:nvPr/>
        </p:nvSpPr>
        <p:spPr>
          <a:xfrm>
            <a:off x="7653864" y="4506164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7" name="r2_o12515"/>
          <p:cNvSpPr/>
          <p:nvPr/>
        </p:nvSpPr>
        <p:spPr>
          <a:xfrm>
            <a:off x="7653864" y="4506164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8" name="r2_o12516"/>
          <p:cNvSpPr/>
          <p:nvPr/>
        </p:nvSpPr>
        <p:spPr>
          <a:xfrm>
            <a:off x="7677434" y="4528050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19" name="r2_o12517"/>
          <p:cNvSpPr/>
          <p:nvPr/>
        </p:nvSpPr>
        <p:spPr>
          <a:xfrm>
            <a:off x="7681744" y="4531898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0" name="r2_o12518"/>
          <p:cNvSpPr/>
          <p:nvPr/>
        </p:nvSpPr>
        <p:spPr>
          <a:xfrm>
            <a:off x="7681744" y="4531898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1" name="r2_o12519"/>
          <p:cNvSpPr/>
          <p:nvPr/>
        </p:nvSpPr>
        <p:spPr>
          <a:xfrm>
            <a:off x="7678393" y="4513671"/>
            <a:ext cx="48101" cy="48101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2" name="r2_o12520"/>
          <p:cNvSpPr/>
          <p:nvPr/>
        </p:nvSpPr>
        <p:spPr>
          <a:xfrm>
            <a:off x="7685127" y="4519683"/>
            <a:ext cx="23377" cy="23377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3" name="r2_o12521"/>
          <p:cNvSpPr/>
          <p:nvPr/>
        </p:nvSpPr>
        <p:spPr>
          <a:xfrm>
            <a:off x="7685127" y="4519683"/>
            <a:ext cx="14611" cy="1461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4" name="r2_o12522"/>
          <p:cNvSpPr/>
          <p:nvPr/>
        </p:nvSpPr>
        <p:spPr>
          <a:xfrm>
            <a:off x="7708696" y="4541569"/>
            <a:ext cx="30784" cy="30784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5" name="r2_o12523"/>
          <p:cNvSpPr/>
          <p:nvPr/>
        </p:nvSpPr>
        <p:spPr>
          <a:xfrm>
            <a:off x="7713006" y="4545417"/>
            <a:ext cx="14961" cy="14961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6" name="r2_o12524"/>
          <p:cNvSpPr/>
          <p:nvPr/>
        </p:nvSpPr>
        <p:spPr>
          <a:xfrm>
            <a:off x="7713006" y="4545417"/>
            <a:ext cx="9351" cy="9351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7" name="r2_o12525"/>
          <p:cNvSpPr/>
          <p:nvPr/>
        </p:nvSpPr>
        <p:spPr>
          <a:xfrm>
            <a:off x="8202722" y="5062820"/>
            <a:ext cx="61519" cy="6151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8" name="r2_o12526"/>
          <p:cNvSpPr/>
          <p:nvPr/>
        </p:nvSpPr>
        <p:spPr>
          <a:xfrm>
            <a:off x="8211335" y="5070510"/>
            <a:ext cx="29898" cy="2989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29" name="r2_o12527"/>
          <p:cNvSpPr/>
          <p:nvPr/>
        </p:nvSpPr>
        <p:spPr>
          <a:xfrm>
            <a:off x="8211335" y="5070510"/>
            <a:ext cx="18686" cy="1868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0" name="r2_o12528"/>
          <p:cNvSpPr/>
          <p:nvPr/>
        </p:nvSpPr>
        <p:spPr>
          <a:xfrm>
            <a:off x="8189188" y="5056053"/>
            <a:ext cx="35066" cy="3506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1" name="r2_o12529"/>
          <p:cNvSpPr/>
          <p:nvPr/>
        </p:nvSpPr>
        <p:spPr>
          <a:xfrm>
            <a:off x="8194097" y="5060436"/>
            <a:ext cx="17042" cy="170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2" name="r2_o12530"/>
          <p:cNvSpPr/>
          <p:nvPr/>
        </p:nvSpPr>
        <p:spPr>
          <a:xfrm>
            <a:off x="8194097" y="5060436"/>
            <a:ext cx="10651" cy="1065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3" name="r2_o12531"/>
          <p:cNvSpPr/>
          <p:nvPr/>
        </p:nvSpPr>
        <p:spPr>
          <a:xfrm>
            <a:off x="8243632" y="5088350"/>
            <a:ext cx="35066" cy="3506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4" name="r2_o12532"/>
          <p:cNvSpPr/>
          <p:nvPr/>
        </p:nvSpPr>
        <p:spPr>
          <a:xfrm>
            <a:off x="8248542" y="5092734"/>
            <a:ext cx="17042" cy="170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5" name="r2_o12533"/>
          <p:cNvSpPr/>
          <p:nvPr/>
        </p:nvSpPr>
        <p:spPr>
          <a:xfrm>
            <a:off x="8248542" y="5092734"/>
            <a:ext cx="10651" cy="1065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6" name="r2_o12534"/>
          <p:cNvSpPr/>
          <p:nvPr/>
        </p:nvSpPr>
        <p:spPr>
          <a:xfrm>
            <a:off x="6961459" y="4753700"/>
            <a:ext cx="45223" cy="4522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7" name="r2_o12535"/>
          <p:cNvSpPr/>
          <p:nvPr/>
        </p:nvSpPr>
        <p:spPr>
          <a:xfrm>
            <a:off x="6967791" y="4759353"/>
            <a:ext cx="21978" cy="2197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8" name="r2_o12536"/>
          <p:cNvSpPr/>
          <p:nvPr/>
        </p:nvSpPr>
        <p:spPr>
          <a:xfrm>
            <a:off x="6967791" y="4759353"/>
            <a:ext cx="13737" cy="1373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39" name="r2_o12537"/>
          <p:cNvSpPr/>
          <p:nvPr/>
        </p:nvSpPr>
        <p:spPr>
          <a:xfrm>
            <a:off x="6951510" y="4748725"/>
            <a:ext cx="25777" cy="2577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0" name="r2_o12538"/>
          <p:cNvSpPr/>
          <p:nvPr/>
        </p:nvSpPr>
        <p:spPr>
          <a:xfrm>
            <a:off x="6955119" y="4751947"/>
            <a:ext cx="12528" cy="1252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1" name="r2_o12539"/>
          <p:cNvSpPr/>
          <p:nvPr/>
        </p:nvSpPr>
        <p:spPr>
          <a:xfrm>
            <a:off x="6955119" y="4751947"/>
            <a:ext cx="7830" cy="783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2" name="r2_o12540"/>
          <p:cNvSpPr/>
          <p:nvPr/>
        </p:nvSpPr>
        <p:spPr>
          <a:xfrm>
            <a:off x="6991533" y="4772467"/>
            <a:ext cx="25777" cy="2577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3" name="r2_o12541"/>
          <p:cNvSpPr/>
          <p:nvPr/>
        </p:nvSpPr>
        <p:spPr>
          <a:xfrm>
            <a:off x="6995142" y="4775690"/>
            <a:ext cx="12528" cy="1252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4" name="r2_o12542"/>
          <p:cNvSpPr/>
          <p:nvPr/>
        </p:nvSpPr>
        <p:spPr>
          <a:xfrm>
            <a:off x="6995142" y="4775690"/>
            <a:ext cx="7830" cy="783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5" name="r2_o12543"/>
          <p:cNvSpPr/>
          <p:nvPr/>
        </p:nvSpPr>
        <p:spPr>
          <a:xfrm>
            <a:off x="7062454" y="4580144"/>
            <a:ext cx="61919" cy="6191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6" name="r2_o12544"/>
          <p:cNvSpPr/>
          <p:nvPr/>
        </p:nvSpPr>
        <p:spPr>
          <a:xfrm>
            <a:off x="7071123" y="4587883"/>
            <a:ext cx="30093" cy="3009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7" name="r2_o12545"/>
          <p:cNvSpPr/>
          <p:nvPr/>
        </p:nvSpPr>
        <p:spPr>
          <a:xfrm>
            <a:off x="7071123" y="4587883"/>
            <a:ext cx="18808" cy="1880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8" name="r2_o12546"/>
          <p:cNvSpPr/>
          <p:nvPr/>
        </p:nvSpPr>
        <p:spPr>
          <a:xfrm>
            <a:off x="7048832" y="4573332"/>
            <a:ext cx="35294" cy="3529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49" name="r2_o12547"/>
          <p:cNvSpPr/>
          <p:nvPr/>
        </p:nvSpPr>
        <p:spPr>
          <a:xfrm>
            <a:off x="7053773" y="4577744"/>
            <a:ext cx="17153" cy="1715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0" name="r2_o12548"/>
          <p:cNvSpPr/>
          <p:nvPr/>
        </p:nvSpPr>
        <p:spPr>
          <a:xfrm>
            <a:off x="7053773" y="4577744"/>
            <a:ext cx="10720" cy="1072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1" name="r2_o12549"/>
          <p:cNvSpPr/>
          <p:nvPr/>
        </p:nvSpPr>
        <p:spPr>
          <a:xfrm>
            <a:off x="7103630" y="4605840"/>
            <a:ext cx="35294" cy="3529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2" name="r2_o12550"/>
          <p:cNvSpPr/>
          <p:nvPr/>
        </p:nvSpPr>
        <p:spPr>
          <a:xfrm>
            <a:off x="7108571" y="4610252"/>
            <a:ext cx="17153" cy="1715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3" name="r2_o12551"/>
          <p:cNvSpPr/>
          <p:nvPr/>
        </p:nvSpPr>
        <p:spPr>
          <a:xfrm>
            <a:off x="7108571" y="4610252"/>
            <a:ext cx="10720" cy="1072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4" name="r2_o12552"/>
          <p:cNvSpPr/>
          <p:nvPr/>
        </p:nvSpPr>
        <p:spPr>
          <a:xfrm>
            <a:off x="7854751" y="5491215"/>
            <a:ext cx="67503" cy="6750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5" name="r2_o12553"/>
          <p:cNvSpPr/>
          <p:nvPr/>
        </p:nvSpPr>
        <p:spPr>
          <a:xfrm>
            <a:off x="7864201" y="5499653"/>
            <a:ext cx="32806" cy="3280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6" name="r2_o12554"/>
          <p:cNvSpPr/>
          <p:nvPr/>
        </p:nvSpPr>
        <p:spPr>
          <a:xfrm>
            <a:off x="7864201" y="5499653"/>
            <a:ext cx="20504" cy="2050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7" name="r2_o12555"/>
          <p:cNvSpPr/>
          <p:nvPr/>
        </p:nvSpPr>
        <p:spPr>
          <a:xfrm>
            <a:off x="7839900" y="5483789"/>
            <a:ext cx="38477" cy="3847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8" name="r2_o12556"/>
          <p:cNvSpPr/>
          <p:nvPr/>
        </p:nvSpPr>
        <p:spPr>
          <a:xfrm>
            <a:off x="7845287" y="5488599"/>
            <a:ext cx="18700" cy="1870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59" name="r2_o12557"/>
          <p:cNvSpPr/>
          <p:nvPr/>
        </p:nvSpPr>
        <p:spPr>
          <a:xfrm>
            <a:off x="7845287" y="5488599"/>
            <a:ext cx="11687" cy="1168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0" name="r2_o12558"/>
          <p:cNvSpPr/>
          <p:nvPr/>
        </p:nvSpPr>
        <p:spPr>
          <a:xfrm>
            <a:off x="7899640" y="5519229"/>
            <a:ext cx="38477" cy="3847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1" name="r2_o12559"/>
          <p:cNvSpPr/>
          <p:nvPr/>
        </p:nvSpPr>
        <p:spPr>
          <a:xfrm>
            <a:off x="7905027" y="5524038"/>
            <a:ext cx="18700" cy="1870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2" name="r2_o12560"/>
          <p:cNvSpPr/>
          <p:nvPr/>
        </p:nvSpPr>
        <p:spPr>
          <a:xfrm>
            <a:off x="7905027" y="5524038"/>
            <a:ext cx="11687" cy="1168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3" name="r2_o12561"/>
          <p:cNvSpPr/>
          <p:nvPr/>
        </p:nvSpPr>
        <p:spPr>
          <a:xfrm>
            <a:off x="6864173" y="5152027"/>
            <a:ext cx="51584" cy="5158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4" name="r2_o12562"/>
          <p:cNvSpPr/>
          <p:nvPr/>
        </p:nvSpPr>
        <p:spPr>
          <a:xfrm>
            <a:off x="6871395" y="5158475"/>
            <a:ext cx="25070" cy="2507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5" name="r2_o12563"/>
          <p:cNvSpPr/>
          <p:nvPr/>
        </p:nvSpPr>
        <p:spPr>
          <a:xfrm>
            <a:off x="6871395" y="5158475"/>
            <a:ext cx="15669" cy="1566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6" name="r2_o12564"/>
          <p:cNvSpPr/>
          <p:nvPr/>
        </p:nvSpPr>
        <p:spPr>
          <a:xfrm>
            <a:off x="6852824" y="5146353"/>
            <a:ext cx="29403" cy="2940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7" name="r2_o12565"/>
          <p:cNvSpPr/>
          <p:nvPr/>
        </p:nvSpPr>
        <p:spPr>
          <a:xfrm>
            <a:off x="6856941" y="5150029"/>
            <a:ext cx="14290" cy="1429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8" name="r2_o12566"/>
          <p:cNvSpPr/>
          <p:nvPr/>
        </p:nvSpPr>
        <p:spPr>
          <a:xfrm>
            <a:off x="6856941" y="5150029"/>
            <a:ext cx="8931" cy="893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69" name="r2_o12567"/>
          <p:cNvSpPr/>
          <p:nvPr/>
        </p:nvSpPr>
        <p:spPr>
          <a:xfrm>
            <a:off x="6898476" y="5173435"/>
            <a:ext cx="29403" cy="2940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0" name="r2_o12568"/>
          <p:cNvSpPr/>
          <p:nvPr/>
        </p:nvSpPr>
        <p:spPr>
          <a:xfrm>
            <a:off x="6902592" y="5177110"/>
            <a:ext cx="14290" cy="1429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1" name="r2_o12569"/>
          <p:cNvSpPr/>
          <p:nvPr/>
        </p:nvSpPr>
        <p:spPr>
          <a:xfrm>
            <a:off x="6902592" y="5177110"/>
            <a:ext cx="8931" cy="893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2" name="r2_o12570"/>
          <p:cNvSpPr/>
          <p:nvPr/>
        </p:nvSpPr>
        <p:spPr>
          <a:xfrm>
            <a:off x="8137205" y="5818969"/>
            <a:ext cx="62385" cy="6238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3" name="r2_o12571"/>
          <p:cNvSpPr/>
          <p:nvPr/>
        </p:nvSpPr>
        <p:spPr>
          <a:xfrm>
            <a:off x="8145939" y="5826767"/>
            <a:ext cx="30319" cy="3031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4" name="r2_o12572"/>
          <p:cNvSpPr/>
          <p:nvPr/>
        </p:nvSpPr>
        <p:spPr>
          <a:xfrm>
            <a:off x="8145939" y="5826767"/>
            <a:ext cx="18949" cy="1894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5" name="r2_o12573"/>
          <p:cNvSpPr/>
          <p:nvPr/>
        </p:nvSpPr>
        <p:spPr>
          <a:xfrm>
            <a:off x="8123481" y="5812106"/>
            <a:ext cx="35559" cy="355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6" name="r2_o12574"/>
          <p:cNvSpPr/>
          <p:nvPr/>
        </p:nvSpPr>
        <p:spPr>
          <a:xfrm>
            <a:off x="8128459" y="5816551"/>
            <a:ext cx="17282" cy="1728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7" name="r2_o12575"/>
          <p:cNvSpPr/>
          <p:nvPr/>
        </p:nvSpPr>
        <p:spPr>
          <a:xfrm>
            <a:off x="8128459" y="5816551"/>
            <a:ext cx="10801" cy="1080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8" name="r2_o12576"/>
          <p:cNvSpPr/>
          <p:nvPr/>
        </p:nvSpPr>
        <p:spPr>
          <a:xfrm>
            <a:off x="8178691" y="5844858"/>
            <a:ext cx="35559" cy="355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79" name="r2_o12577"/>
          <p:cNvSpPr/>
          <p:nvPr/>
        </p:nvSpPr>
        <p:spPr>
          <a:xfrm>
            <a:off x="8183670" y="5849303"/>
            <a:ext cx="17282" cy="1728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0" name="r2_o12578"/>
          <p:cNvSpPr/>
          <p:nvPr/>
        </p:nvSpPr>
        <p:spPr>
          <a:xfrm>
            <a:off x="8183670" y="5849303"/>
            <a:ext cx="10801" cy="1080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1" name="r2_o12579"/>
          <p:cNvSpPr/>
          <p:nvPr/>
        </p:nvSpPr>
        <p:spPr>
          <a:xfrm>
            <a:off x="8044835" y="5173345"/>
            <a:ext cx="51230" cy="5123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2" name="r2_o12580"/>
          <p:cNvSpPr/>
          <p:nvPr/>
        </p:nvSpPr>
        <p:spPr>
          <a:xfrm>
            <a:off x="8052007" y="5179748"/>
            <a:ext cx="24898" cy="2489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3" name="r2_o12581"/>
          <p:cNvSpPr/>
          <p:nvPr/>
        </p:nvSpPr>
        <p:spPr>
          <a:xfrm>
            <a:off x="8052007" y="5179748"/>
            <a:ext cx="15561" cy="1556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4" name="r2_o12582"/>
          <p:cNvSpPr/>
          <p:nvPr/>
        </p:nvSpPr>
        <p:spPr>
          <a:xfrm>
            <a:off x="8033565" y="5167709"/>
            <a:ext cx="29201" cy="2920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5" name="r2_o12583"/>
          <p:cNvSpPr/>
          <p:nvPr/>
        </p:nvSpPr>
        <p:spPr>
          <a:xfrm>
            <a:off x="8037653" y="5171360"/>
            <a:ext cx="14192" cy="141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6" name="r2_o12584"/>
          <p:cNvSpPr/>
          <p:nvPr/>
        </p:nvSpPr>
        <p:spPr>
          <a:xfrm>
            <a:off x="8037653" y="5171360"/>
            <a:ext cx="8870" cy="887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7" name="r2_o12585"/>
          <p:cNvSpPr/>
          <p:nvPr/>
        </p:nvSpPr>
        <p:spPr>
          <a:xfrm>
            <a:off x="8078903" y="5194605"/>
            <a:ext cx="29201" cy="2920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8" name="r2_o12586"/>
          <p:cNvSpPr/>
          <p:nvPr/>
        </p:nvSpPr>
        <p:spPr>
          <a:xfrm>
            <a:off x="8082991" y="5198255"/>
            <a:ext cx="14192" cy="141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89" name="r2_o12587"/>
          <p:cNvSpPr/>
          <p:nvPr/>
        </p:nvSpPr>
        <p:spPr>
          <a:xfrm>
            <a:off x="8082991" y="5198255"/>
            <a:ext cx="8870" cy="887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0" name="r2_o12588"/>
          <p:cNvSpPr/>
          <p:nvPr/>
        </p:nvSpPr>
        <p:spPr>
          <a:xfrm>
            <a:off x="6801665" y="5303020"/>
            <a:ext cx="113317" cy="11331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1" name="r2_o12589"/>
          <p:cNvSpPr/>
          <p:nvPr/>
        </p:nvSpPr>
        <p:spPr>
          <a:xfrm>
            <a:off x="6817530" y="5317185"/>
            <a:ext cx="55072" cy="5507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2" name="r2_o12590"/>
          <p:cNvSpPr/>
          <p:nvPr/>
        </p:nvSpPr>
        <p:spPr>
          <a:xfrm>
            <a:off x="6817530" y="5317185"/>
            <a:ext cx="34420" cy="34420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3" name="r2_o12591"/>
          <p:cNvSpPr/>
          <p:nvPr/>
        </p:nvSpPr>
        <p:spPr>
          <a:xfrm>
            <a:off x="7511908" y="5202098"/>
            <a:ext cx="77858" cy="7785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4" name="r2_o12592"/>
          <p:cNvSpPr/>
          <p:nvPr/>
        </p:nvSpPr>
        <p:spPr>
          <a:xfrm>
            <a:off x="7522808" y="5211830"/>
            <a:ext cx="37839" cy="3783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5" name="r2_o12593"/>
          <p:cNvSpPr/>
          <p:nvPr/>
        </p:nvSpPr>
        <p:spPr>
          <a:xfrm>
            <a:off x="7522808" y="5211830"/>
            <a:ext cx="23649" cy="2364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6" name="r2_o12594"/>
          <p:cNvSpPr/>
          <p:nvPr/>
        </p:nvSpPr>
        <p:spPr>
          <a:xfrm>
            <a:off x="7494779" y="5193534"/>
            <a:ext cx="44379" cy="443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7" name="r2_o12595"/>
          <p:cNvSpPr/>
          <p:nvPr/>
        </p:nvSpPr>
        <p:spPr>
          <a:xfrm>
            <a:off x="7500992" y="5199081"/>
            <a:ext cx="21568" cy="2156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8" name="r2_o12596"/>
          <p:cNvSpPr/>
          <p:nvPr/>
        </p:nvSpPr>
        <p:spPr>
          <a:xfrm>
            <a:off x="7500992" y="5199081"/>
            <a:ext cx="13480" cy="1348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99" name="r2_o12597"/>
          <p:cNvSpPr/>
          <p:nvPr/>
        </p:nvSpPr>
        <p:spPr>
          <a:xfrm>
            <a:off x="7563683" y="5234409"/>
            <a:ext cx="44379" cy="443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0" name="r2_o12598"/>
          <p:cNvSpPr/>
          <p:nvPr/>
        </p:nvSpPr>
        <p:spPr>
          <a:xfrm>
            <a:off x="7569896" y="5239957"/>
            <a:ext cx="21568" cy="2156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1" name="r2_o12599"/>
          <p:cNvSpPr/>
          <p:nvPr/>
        </p:nvSpPr>
        <p:spPr>
          <a:xfrm>
            <a:off x="7569896" y="5239957"/>
            <a:ext cx="13480" cy="1348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2" name="r2_o12600"/>
          <p:cNvSpPr/>
          <p:nvPr/>
        </p:nvSpPr>
        <p:spPr>
          <a:xfrm>
            <a:off x="8484276" y="5824885"/>
            <a:ext cx="85355" cy="8535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3" name="r2_o12601"/>
          <p:cNvSpPr/>
          <p:nvPr/>
        </p:nvSpPr>
        <p:spPr>
          <a:xfrm>
            <a:off x="8496226" y="5835554"/>
            <a:ext cx="41482" cy="4148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4" name="r2_o12602"/>
          <p:cNvSpPr/>
          <p:nvPr/>
        </p:nvSpPr>
        <p:spPr>
          <a:xfrm>
            <a:off x="8496226" y="5835554"/>
            <a:ext cx="25927" cy="2592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5" name="r2_o12603"/>
          <p:cNvSpPr/>
          <p:nvPr/>
        </p:nvSpPr>
        <p:spPr>
          <a:xfrm>
            <a:off x="8465498" y="5815496"/>
            <a:ext cx="48652" cy="4865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6" name="r2_o12604"/>
          <p:cNvSpPr/>
          <p:nvPr/>
        </p:nvSpPr>
        <p:spPr>
          <a:xfrm>
            <a:off x="8472309" y="5821578"/>
            <a:ext cx="23645" cy="236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7" name="r2_o12605"/>
          <p:cNvSpPr/>
          <p:nvPr/>
        </p:nvSpPr>
        <p:spPr>
          <a:xfrm>
            <a:off x="8472309" y="5821578"/>
            <a:ext cx="14778" cy="147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8" name="r2_o12606"/>
          <p:cNvSpPr/>
          <p:nvPr/>
        </p:nvSpPr>
        <p:spPr>
          <a:xfrm>
            <a:off x="8541037" y="5860307"/>
            <a:ext cx="48652" cy="4865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09" name="r2_o12607"/>
          <p:cNvSpPr/>
          <p:nvPr/>
        </p:nvSpPr>
        <p:spPr>
          <a:xfrm>
            <a:off x="8547848" y="5866389"/>
            <a:ext cx="23645" cy="2364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0" name="r2_o12608"/>
          <p:cNvSpPr/>
          <p:nvPr/>
        </p:nvSpPr>
        <p:spPr>
          <a:xfrm>
            <a:off x="8547848" y="5866389"/>
            <a:ext cx="14778" cy="147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1" name="r2_o12609"/>
          <p:cNvSpPr/>
          <p:nvPr/>
        </p:nvSpPr>
        <p:spPr>
          <a:xfrm>
            <a:off x="8392959" y="4489256"/>
            <a:ext cx="80861" cy="8086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2" name="r2_o12610"/>
          <p:cNvSpPr/>
          <p:nvPr/>
        </p:nvSpPr>
        <p:spPr>
          <a:xfrm>
            <a:off x="8404280" y="4499364"/>
            <a:ext cx="39298" cy="3929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3" name="r2_o12611"/>
          <p:cNvSpPr/>
          <p:nvPr/>
        </p:nvSpPr>
        <p:spPr>
          <a:xfrm>
            <a:off x="8404280" y="4499364"/>
            <a:ext cx="24561" cy="2456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4" name="r2_o12612"/>
          <p:cNvSpPr/>
          <p:nvPr/>
        </p:nvSpPr>
        <p:spPr>
          <a:xfrm>
            <a:off x="8375170" y="4480362"/>
            <a:ext cx="46091" cy="4609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5" name="r2_o12613"/>
          <p:cNvSpPr/>
          <p:nvPr/>
        </p:nvSpPr>
        <p:spPr>
          <a:xfrm>
            <a:off x="8381622" y="4486123"/>
            <a:ext cx="22400" cy="2240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6" name="r2_o12614"/>
          <p:cNvSpPr/>
          <p:nvPr/>
        </p:nvSpPr>
        <p:spPr>
          <a:xfrm>
            <a:off x="8381622" y="4486123"/>
            <a:ext cx="14000" cy="1400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7" name="r2_o12615"/>
          <p:cNvSpPr/>
          <p:nvPr/>
        </p:nvSpPr>
        <p:spPr>
          <a:xfrm>
            <a:off x="8446731" y="4522813"/>
            <a:ext cx="46091" cy="4609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8" name="r2_o12616"/>
          <p:cNvSpPr/>
          <p:nvPr/>
        </p:nvSpPr>
        <p:spPr>
          <a:xfrm>
            <a:off x="8453184" y="4528575"/>
            <a:ext cx="22400" cy="2240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19" name="r2_o12617"/>
          <p:cNvSpPr/>
          <p:nvPr/>
        </p:nvSpPr>
        <p:spPr>
          <a:xfrm>
            <a:off x="8453184" y="4528575"/>
            <a:ext cx="14000" cy="1400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0" name="r2_o12618"/>
          <p:cNvSpPr/>
          <p:nvPr/>
        </p:nvSpPr>
        <p:spPr>
          <a:xfrm>
            <a:off x="8259661" y="6014570"/>
            <a:ext cx="73078" cy="7307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1" name="r2_o12619"/>
          <p:cNvSpPr/>
          <p:nvPr/>
        </p:nvSpPr>
        <p:spPr>
          <a:xfrm>
            <a:off x="8269892" y="6023705"/>
            <a:ext cx="35516" cy="3551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2" name="r2_o12620"/>
          <p:cNvSpPr/>
          <p:nvPr/>
        </p:nvSpPr>
        <p:spPr>
          <a:xfrm>
            <a:off x="8269892" y="6023705"/>
            <a:ext cx="22197" cy="2219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3" name="r2_o12621"/>
          <p:cNvSpPr/>
          <p:nvPr/>
        </p:nvSpPr>
        <p:spPr>
          <a:xfrm>
            <a:off x="8243584" y="6006532"/>
            <a:ext cx="41654" cy="4165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4" name="r2_o12622"/>
          <p:cNvSpPr/>
          <p:nvPr/>
        </p:nvSpPr>
        <p:spPr>
          <a:xfrm>
            <a:off x="8249416" y="6011738"/>
            <a:ext cx="20244" cy="2024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5" name="r2_o12623"/>
          <p:cNvSpPr/>
          <p:nvPr/>
        </p:nvSpPr>
        <p:spPr>
          <a:xfrm>
            <a:off x="8249416" y="6011738"/>
            <a:ext cx="12652" cy="126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6" name="r2_o12624"/>
          <p:cNvSpPr/>
          <p:nvPr/>
        </p:nvSpPr>
        <p:spPr>
          <a:xfrm>
            <a:off x="8308258" y="6044897"/>
            <a:ext cx="41654" cy="4165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7" name="r2_o12625"/>
          <p:cNvSpPr/>
          <p:nvPr/>
        </p:nvSpPr>
        <p:spPr>
          <a:xfrm>
            <a:off x="8314090" y="6050104"/>
            <a:ext cx="20244" cy="2024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8" name="r2_o12626"/>
          <p:cNvSpPr/>
          <p:nvPr/>
        </p:nvSpPr>
        <p:spPr>
          <a:xfrm>
            <a:off x="8314090" y="6050104"/>
            <a:ext cx="12652" cy="126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29" name="r2_o12627"/>
          <p:cNvSpPr/>
          <p:nvPr/>
        </p:nvSpPr>
        <p:spPr>
          <a:xfrm>
            <a:off x="6674614" y="5445643"/>
            <a:ext cx="125655" cy="12565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0" name="r2_o12628"/>
          <p:cNvSpPr/>
          <p:nvPr/>
        </p:nvSpPr>
        <p:spPr>
          <a:xfrm>
            <a:off x="6692206" y="5461350"/>
            <a:ext cx="61068" cy="6106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1" name="r2_o12629"/>
          <p:cNvSpPr/>
          <p:nvPr/>
        </p:nvSpPr>
        <p:spPr>
          <a:xfrm>
            <a:off x="6692206" y="5461350"/>
            <a:ext cx="38168" cy="38168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2" name="r2_o12630"/>
          <p:cNvSpPr/>
          <p:nvPr/>
        </p:nvSpPr>
        <p:spPr>
          <a:xfrm>
            <a:off x="8602358" y="4796957"/>
            <a:ext cx="76037" cy="7603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3" name="r2_o12631"/>
          <p:cNvSpPr/>
          <p:nvPr/>
        </p:nvSpPr>
        <p:spPr>
          <a:xfrm>
            <a:off x="8613004" y="4806462"/>
            <a:ext cx="36954" cy="36954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4" name="r2_o12632"/>
          <p:cNvSpPr/>
          <p:nvPr/>
        </p:nvSpPr>
        <p:spPr>
          <a:xfrm>
            <a:off x="8613004" y="4806462"/>
            <a:ext cx="23096" cy="2309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5" name="r2_o12633"/>
          <p:cNvSpPr/>
          <p:nvPr/>
        </p:nvSpPr>
        <p:spPr>
          <a:xfrm>
            <a:off x="7717060" y="4303147"/>
            <a:ext cx="70388" cy="7038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6" name="r2_o12634"/>
          <p:cNvSpPr/>
          <p:nvPr/>
        </p:nvSpPr>
        <p:spPr>
          <a:xfrm>
            <a:off x="7726914" y="4311945"/>
            <a:ext cx="34209" cy="3420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7" name="r2_o12635"/>
          <p:cNvSpPr/>
          <p:nvPr/>
        </p:nvSpPr>
        <p:spPr>
          <a:xfrm>
            <a:off x="7726914" y="4311945"/>
            <a:ext cx="21380" cy="2138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8" name="r2_o12636"/>
          <p:cNvSpPr/>
          <p:nvPr/>
        </p:nvSpPr>
        <p:spPr>
          <a:xfrm>
            <a:off x="7701574" y="4295404"/>
            <a:ext cx="40121" cy="4012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39" name="r2_o12637"/>
          <p:cNvSpPr/>
          <p:nvPr/>
        </p:nvSpPr>
        <p:spPr>
          <a:xfrm>
            <a:off x="7707191" y="4300419"/>
            <a:ext cx="19499" cy="1949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0" name="r2_o12638"/>
          <p:cNvSpPr/>
          <p:nvPr/>
        </p:nvSpPr>
        <p:spPr>
          <a:xfrm>
            <a:off x="7707191" y="4300419"/>
            <a:ext cx="12187" cy="1218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1" name="r2_o12639"/>
          <p:cNvSpPr/>
          <p:nvPr/>
        </p:nvSpPr>
        <p:spPr>
          <a:xfrm>
            <a:off x="7763868" y="4332358"/>
            <a:ext cx="40121" cy="4012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2" name="r2_o12640"/>
          <p:cNvSpPr/>
          <p:nvPr/>
        </p:nvSpPr>
        <p:spPr>
          <a:xfrm>
            <a:off x="7769485" y="4337373"/>
            <a:ext cx="19499" cy="1949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3" name="r2_o12641"/>
          <p:cNvSpPr/>
          <p:nvPr/>
        </p:nvSpPr>
        <p:spPr>
          <a:xfrm>
            <a:off x="7769485" y="4337373"/>
            <a:ext cx="12187" cy="1218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4" name="r2_o12642"/>
          <p:cNvSpPr/>
          <p:nvPr/>
        </p:nvSpPr>
        <p:spPr>
          <a:xfrm>
            <a:off x="7661076" y="5471743"/>
            <a:ext cx="106282" cy="10628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5" name="r2_o12643"/>
          <p:cNvSpPr/>
          <p:nvPr/>
        </p:nvSpPr>
        <p:spPr>
          <a:xfrm>
            <a:off x="7675955" y="5485028"/>
            <a:ext cx="51653" cy="5165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6" name="r2_o12644"/>
          <p:cNvSpPr/>
          <p:nvPr/>
        </p:nvSpPr>
        <p:spPr>
          <a:xfrm>
            <a:off x="7675955" y="5485028"/>
            <a:ext cx="32283" cy="3228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7" name="r2_o12645"/>
          <p:cNvSpPr/>
          <p:nvPr/>
        </p:nvSpPr>
        <p:spPr>
          <a:xfrm>
            <a:off x="6643430" y="5214779"/>
            <a:ext cx="50467" cy="5046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8" name="r2_o12646"/>
          <p:cNvSpPr/>
          <p:nvPr/>
        </p:nvSpPr>
        <p:spPr>
          <a:xfrm>
            <a:off x="6650495" y="5221087"/>
            <a:ext cx="24527" cy="2452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49" name="r2_o12647"/>
          <p:cNvSpPr/>
          <p:nvPr/>
        </p:nvSpPr>
        <p:spPr>
          <a:xfrm>
            <a:off x="6650495" y="5221087"/>
            <a:ext cx="15329" cy="1532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0" name="r2_o12648"/>
          <p:cNvSpPr/>
          <p:nvPr/>
        </p:nvSpPr>
        <p:spPr>
          <a:xfrm>
            <a:off x="6632327" y="5209227"/>
            <a:ext cx="28766" cy="2876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1" name="r2_o12649"/>
          <p:cNvSpPr/>
          <p:nvPr/>
        </p:nvSpPr>
        <p:spPr>
          <a:xfrm>
            <a:off x="6636354" y="5212823"/>
            <a:ext cx="13980" cy="1398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2" name="r2_o12650"/>
          <p:cNvSpPr/>
          <p:nvPr/>
        </p:nvSpPr>
        <p:spPr>
          <a:xfrm>
            <a:off x="6636354" y="5212823"/>
            <a:ext cx="8738" cy="873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3" name="r2_o12651"/>
          <p:cNvSpPr/>
          <p:nvPr/>
        </p:nvSpPr>
        <p:spPr>
          <a:xfrm>
            <a:off x="6676990" y="5235723"/>
            <a:ext cx="28766" cy="2876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4" name="r2_o12652"/>
          <p:cNvSpPr/>
          <p:nvPr/>
        </p:nvSpPr>
        <p:spPr>
          <a:xfrm>
            <a:off x="6681018" y="5239319"/>
            <a:ext cx="13980" cy="1398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5" name="r2_o12653"/>
          <p:cNvSpPr/>
          <p:nvPr/>
        </p:nvSpPr>
        <p:spPr>
          <a:xfrm>
            <a:off x="6681018" y="5239319"/>
            <a:ext cx="8738" cy="873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6" name="r2_o12654"/>
          <p:cNvSpPr/>
          <p:nvPr/>
        </p:nvSpPr>
        <p:spPr>
          <a:xfrm>
            <a:off x="7240681" y="4392175"/>
            <a:ext cx="133613" cy="13361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7" name="r2_o12655"/>
          <p:cNvSpPr/>
          <p:nvPr/>
        </p:nvSpPr>
        <p:spPr>
          <a:xfrm>
            <a:off x="7259387" y="4408877"/>
            <a:ext cx="64936" cy="6493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8" name="r2_o12656"/>
          <p:cNvSpPr/>
          <p:nvPr/>
        </p:nvSpPr>
        <p:spPr>
          <a:xfrm>
            <a:off x="7259387" y="4408877"/>
            <a:ext cx="40585" cy="4058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59" name="r2_o12657"/>
          <p:cNvSpPr/>
          <p:nvPr/>
        </p:nvSpPr>
        <p:spPr>
          <a:xfrm>
            <a:off x="7124268" y="5679705"/>
            <a:ext cx="80787" cy="8078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0" name="r2_o12658"/>
          <p:cNvSpPr/>
          <p:nvPr/>
        </p:nvSpPr>
        <p:spPr>
          <a:xfrm>
            <a:off x="7135579" y="5689803"/>
            <a:ext cx="39263" cy="3926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1" name="r2_o12659"/>
          <p:cNvSpPr/>
          <p:nvPr/>
        </p:nvSpPr>
        <p:spPr>
          <a:xfrm>
            <a:off x="7135579" y="5689803"/>
            <a:ext cx="24539" cy="2453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2" name="r2_o12660"/>
          <p:cNvSpPr/>
          <p:nvPr/>
        </p:nvSpPr>
        <p:spPr>
          <a:xfrm>
            <a:off x="7106495" y="5670818"/>
            <a:ext cx="46049" cy="4604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3" name="r2_o12661"/>
          <p:cNvSpPr/>
          <p:nvPr/>
        </p:nvSpPr>
        <p:spPr>
          <a:xfrm>
            <a:off x="7112942" y="5676574"/>
            <a:ext cx="22380" cy="2238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4" name="r2_o12662"/>
          <p:cNvSpPr/>
          <p:nvPr/>
        </p:nvSpPr>
        <p:spPr>
          <a:xfrm>
            <a:off x="7112942" y="5676574"/>
            <a:ext cx="13987" cy="1398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5" name="r2_o12663"/>
          <p:cNvSpPr/>
          <p:nvPr/>
        </p:nvSpPr>
        <p:spPr>
          <a:xfrm>
            <a:off x="7177992" y="5713232"/>
            <a:ext cx="46049" cy="4604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6" name="r2_o12664"/>
          <p:cNvSpPr/>
          <p:nvPr/>
        </p:nvSpPr>
        <p:spPr>
          <a:xfrm>
            <a:off x="7184439" y="5718988"/>
            <a:ext cx="22380" cy="2238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7" name="r2_o12665"/>
          <p:cNvSpPr/>
          <p:nvPr/>
        </p:nvSpPr>
        <p:spPr>
          <a:xfrm>
            <a:off x="7184439" y="5718988"/>
            <a:ext cx="13987" cy="1398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8" name="r2_o12666"/>
          <p:cNvSpPr/>
          <p:nvPr/>
        </p:nvSpPr>
        <p:spPr>
          <a:xfrm>
            <a:off x="6936401" y="5172990"/>
            <a:ext cx="136666" cy="13666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69" name="r2_o12667"/>
          <p:cNvSpPr/>
          <p:nvPr/>
        </p:nvSpPr>
        <p:spPr>
          <a:xfrm>
            <a:off x="6955534" y="5190073"/>
            <a:ext cx="66420" cy="66420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0" name="r2_o12668"/>
          <p:cNvSpPr/>
          <p:nvPr/>
        </p:nvSpPr>
        <p:spPr>
          <a:xfrm>
            <a:off x="6955534" y="5190073"/>
            <a:ext cx="41512" cy="4151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1" name="r2_o12669"/>
          <p:cNvSpPr/>
          <p:nvPr/>
        </p:nvSpPr>
        <p:spPr>
          <a:xfrm>
            <a:off x="7217932" y="4344291"/>
            <a:ext cx="47502" cy="4750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2" name="r2_o12670"/>
          <p:cNvSpPr/>
          <p:nvPr/>
        </p:nvSpPr>
        <p:spPr>
          <a:xfrm>
            <a:off x="7224582" y="4350228"/>
            <a:ext cx="23086" cy="2308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3" name="r2_o12671"/>
          <p:cNvSpPr/>
          <p:nvPr/>
        </p:nvSpPr>
        <p:spPr>
          <a:xfrm>
            <a:off x="7224582" y="4350228"/>
            <a:ext cx="14429" cy="1442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4" name="r2_o12672"/>
          <p:cNvSpPr/>
          <p:nvPr/>
        </p:nvSpPr>
        <p:spPr>
          <a:xfrm>
            <a:off x="7207481" y="4339065"/>
            <a:ext cx="27076" cy="2707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5" name="r2_o12673"/>
          <p:cNvSpPr/>
          <p:nvPr/>
        </p:nvSpPr>
        <p:spPr>
          <a:xfrm>
            <a:off x="7211272" y="4342450"/>
            <a:ext cx="13159" cy="1315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6" name="r2_o12674"/>
          <p:cNvSpPr/>
          <p:nvPr/>
        </p:nvSpPr>
        <p:spPr>
          <a:xfrm>
            <a:off x="7211272" y="4342450"/>
            <a:ext cx="8224" cy="82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7" name="r2_o12675"/>
          <p:cNvSpPr/>
          <p:nvPr/>
        </p:nvSpPr>
        <p:spPr>
          <a:xfrm>
            <a:off x="7249521" y="4364004"/>
            <a:ext cx="27076" cy="27076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8" name="r2_o12676"/>
          <p:cNvSpPr/>
          <p:nvPr/>
        </p:nvSpPr>
        <p:spPr>
          <a:xfrm>
            <a:off x="7253311" y="4367388"/>
            <a:ext cx="13159" cy="13159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79" name="r2_o12677"/>
          <p:cNvSpPr/>
          <p:nvPr/>
        </p:nvSpPr>
        <p:spPr>
          <a:xfrm>
            <a:off x="7253311" y="4367388"/>
            <a:ext cx="8224" cy="822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0" name="r2_o12678"/>
          <p:cNvSpPr/>
          <p:nvPr/>
        </p:nvSpPr>
        <p:spPr>
          <a:xfrm>
            <a:off x="7032169" y="5554970"/>
            <a:ext cx="86339" cy="86339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1" name="r2_o12679"/>
          <p:cNvSpPr/>
          <p:nvPr/>
        </p:nvSpPr>
        <p:spPr>
          <a:xfrm>
            <a:off x="7044257" y="5565763"/>
            <a:ext cx="41961" cy="4196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2" name="r2_o12680"/>
          <p:cNvSpPr/>
          <p:nvPr/>
        </p:nvSpPr>
        <p:spPr>
          <a:xfrm>
            <a:off x="7044257" y="5565763"/>
            <a:ext cx="26226" cy="2622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3" name="r2_o12681"/>
          <p:cNvSpPr/>
          <p:nvPr/>
        </p:nvSpPr>
        <p:spPr>
          <a:xfrm>
            <a:off x="8974604" y="2208261"/>
            <a:ext cx="568463" cy="349824"/>
          </a:xfrm>
          <a:prstGeom prst="rightArrow">
            <a:avLst/>
          </a:prstGeom>
          <a:solidFill>
            <a:srgbClr val="7DA4D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4" name="r2_o12682"/>
          <p:cNvSpPr/>
          <p:nvPr/>
        </p:nvSpPr>
        <p:spPr>
          <a:xfrm>
            <a:off x="8901724" y="4955834"/>
            <a:ext cx="728799" cy="269656"/>
          </a:xfrm>
          <a:prstGeom prst="rightArrow">
            <a:avLst/>
          </a:prstGeom>
          <a:solidFill>
            <a:srgbClr val="D5E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5" name="r3_o12683"/>
          <p:cNvSpPr/>
          <p:nvPr/>
        </p:nvSpPr>
        <p:spPr>
          <a:xfrm>
            <a:off x="9550356" y="947439"/>
            <a:ext cx="2244701" cy="2361309"/>
          </a:xfrm>
          <a:prstGeom prst="rect">
            <a:avLst/>
          </a:prstGeom>
          <a:solidFill>
            <a:srgbClr val="EDF5F8"/>
          </a:solidFill>
          <a:ln w="10160">
            <a:solidFill>
              <a:srgbClr val="91A5AD"/>
            </a:solidFill>
          </a:ln>
        </p:spPr>
        <p:txBody>
          <a:bodyPr/>
          <a:lstStyle/>
          <a:p/>
        </p:txBody>
      </p:sp>
      <p:sp>
        <p:nvSpPr>
          <p:cNvPr id="12686" name="r3_o12684"/>
          <p:cNvSpPr/>
          <p:nvPr/>
        </p:nvSpPr>
        <p:spPr>
          <a:xfrm>
            <a:off x="9550356" y="3031804"/>
            <a:ext cx="2244701" cy="583039"/>
          </a:xfrm>
          <a:prstGeom prst="ellipse">
            <a:avLst/>
          </a:prstGeom>
          <a:solidFill>
            <a:srgbClr val="DBEAF0"/>
          </a:solidFill>
          <a:ln w="12700">
            <a:solidFill>
              <a:srgbClr val="91A5AD"/>
            </a:solidFill>
          </a:ln>
        </p:spPr>
        <p:txBody>
          <a:bodyPr/>
          <a:lstStyle/>
          <a:p/>
        </p:txBody>
      </p:sp>
      <p:sp>
        <p:nvSpPr>
          <p:cNvPr id="12687" name="r3_o12685"/>
          <p:cNvSpPr/>
          <p:nvPr/>
        </p:nvSpPr>
        <p:spPr>
          <a:xfrm>
            <a:off x="9594084" y="1362854"/>
            <a:ext cx="2157245" cy="1931318"/>
          </a:xfrm>
          <a:prstGeom prst="rect">
            <a:avLst/>
          </a:prstGeom>
          <a:solidFill>
            <a:srgbClr val="DFED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88" name="r3_o12686"/>
          <p:cNvSpPr/>
          <p:nvPr/>
        </p:nvSpPr>
        <p:spPr>
          <a:xfrm>
            <a:off x="9594084" y="1180655"/>
            <a:ext cx="2157245" cy="284232"/>
          </a:xfrm>
          <a:prstGeom prst="ellipse">
            <a:avLst/>
          </a:prstGeom>
          <a:solidFill>
            <a:srgbClr val="D2E7F1"/>
          </a:solidFill>
          <a:ln w="10160">
            <a:solidFill>
              <a:srgbClr val="8CABBB"/>
            </a:solidFill>
          </a:ln>
        </p:spPr>
        <p:txBody>
          <a:bodyPr/>
          <a:lstStyle/>
          <a:p/>
        </p:txBody>
      </p:sp>
      <p:sp>
        <p:nvSpPr>
          <p:cNvPr id="12689" name="r3_o12687"/>
          <p:cNvSpPr/>
          <p:nvPr/>
        </p:nvSpPr>
        <p:spPr>
          <a:xfrm>
            <a:off x="9550356" y="830831"/>
            <a:ext cx="2244701" cy="211352"/>
          </a:xfrm>
          <a:prstGeom prst="ellipse">
            <a:avLst/>
          </a:prstGeom>
          <a:solidFill>
            <a:srgbClr val="F8FAFB"/>
          </a:solidFill>
          <a:ln w="10160">
            <a:solidFill>
              <a:srgbClr val="92A0A5"/>
            </a:solidFill>
          </a:ln>
        </p:spPr>
        <p:txBody>
          <a:bodyPr/>
          <a:lstStyle/>
          <a:p/>
        </p:txBody>
      </p:sp>
      <p:sp>
        <p:nvSpPr>
          <p:cNvPr id="12690" name="r3_o12688"/>
          <p:cNvSpPr/>
          <p:nvPr/>
        </p:nvSpPr>
        <p:spPr>
          <a:xfrm>
            <a:off x="9594084" y="1042183"/>
            <a:ext cx="0" cy="2237413"/>
          </a:xfrm>
          <a:prstGeom prst="line">
            <a:avLst/>
          </a:prstGeom>
          <a:noFill/>
          <a:ln w="1778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2691" name="r3_o12689"/>
          <p:cNvSpPr/>
          <p:nvPr/>
        </p:nvSpPr>
        <p:spPr>
          <a:xfrm>
            <a:off x="11736753" y="1049471"/>
            <a:ext cx="0" cy="2237413"/>
          </a:xfrm>
          <a:prstGeom prst="line">
            <a:avLst/>
          </a:prstGeom>
          <a:noFill/>
          <a:ln w="12700">
            <a:solidFill>
              <a:srgbClr val="B9CCD3"/>
            </a:solidFill>
          </a:ln>
        </p:spPr>
        <p:txBody>
          <a:bodyPr/>
          <a:lstStyle/>
          <a:p/>
        </p:txBody>
      </p:sp>
      <p:sp>
        <p:nvSpPr>
          <p:cNvPr id="12692" name="r3_o12690"/>
          <p:cNvSpPr/>
          <p:nvPr/>
        </p:nvSpPr>
        <p:spPr>
          <a:xfrm>
            <a:off x="9594084" y="3119260"/>
            <a:ext cx="2157245" cy="451855"/>
          </a:xfrm>
          <a:prstGeom prst="ellipse">
            <a:avLst/>
          </a:prstGeom>
          <a:noFill/>
          <a:ln w="12700">
            <a:solidFill>
              <a:srgbClr val="B3CBD6"/>
            </a:solidFill>
          </a:ln>
        </p:spPr>
        <p:txBody>
          <a:bodyPr/>
          <a:lstStyle/>
          <a:p/>
        </p:txBody>
      </p:sp>
      <p:sp>
        <p:nvSpPr>
          <p:cNvPr id="12693" name="r3_o12691"/>
          <p:cNvSpPr/>
          <p:nvPr/>
        </p:nvSpPr>
        <p:spPr>
          <a:xfrm>
            <a:off x="10797711" y="2259999"/>
            <a:ext cx="35160" cy="3516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4" name="r3_o12692"/>
          <p:cNvSpPr/>
          <p:nvPr/>
        </p:nvSpPr>
        <p:spPr>
          <a:xfrm>
            <a:off x="10802633" y="2264394"/>
            <a:ext cx="17088" cy="1708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5" name="r3_o12693"/>
          <p:cNvSpPr/>
          <p:nvPr/>
        </p:nvSpPr>
        <p:spPr>
          <a:xfrm>
            <a:off x="10802633" y="2264394"/>
            <a:ext cx="10680" cy="1068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6" name="r3_o12694"/>
          <p:cNvSpPr/>
          <p:nvPr/>
        </p:nvSpPr>
        <p:spPr>
          <a:xfrm>
            <a:off x="10789975" y="2256131"/>
            <a:ext cx="20041" cy="200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7" name="r3_o12695"/>
          <p:cNvSpPr/>
          <p:nvPr/>
        </p:nvSpPr>
        <p:spPr>
          <a:xfrm>
            <a:off x="10792781" y="2258636"/>
            <a:ext cx="9740" cy="974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8" name="r3_o12696"/>
          <p:cNvSpPr/>
          <p:nvPr/>
        </p:nvSpPr>
        <p:spPr>
          <a:xfrm>
            <a:off x="10792781" y="2258636"/>
            <a:ext cx="6088" cy="608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99" name="r3_o12697"/>
          <p:cNvSpPr/>
          <p:nvPr/>
        </p:nvSpPr>
        <p:spPr>
          <a:xfrm>
            <a:off x="10821092" y="2274590"/>
            <a:ext cx="20041" cy="200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0" name="r3_o12698"/>
          <p:cNvSpPr/>
          <p:nvPr/>
        </p:nvSpPr>
        <p:spPr>
          <a:xfrm>
            <a:off x="10823898" y="2277095"/>
            <a:ext cx="9740" cy="974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1" name="r3_o12699"/>
          <p:cNvSpPr/>
          <p:nvPr/>
        </p:nvSpPr>
        <p:spPr>
          <a:xfrm>
            <a:off x="10823898" y="2277095"/>
            <a:ext cx="6088" cy="608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2" name="r3_o12700"/>
          <p:cNvSpPr/>
          <p:nvPr/>
        </p:nvSpPr>
        <p:spPr>
          <a:xfrm>
            <a:off x="11281469" y="3008575"/>
            <a:ext cx="33823" cy="3382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3" name="r3_o12701"/>
          <p:cNvSpPr/>
          <p:nvPr/>
        </p:nvSpPr>
        <p:spPr>
          <a:xfrm>
            <a:off x="11286204" y="3012803"/>
            <a:ext cx="16438" cy="1643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4" name="r3_o12702"/>
          <p:cNvSpPr/>
          <p:nvPr/>
        </p:nvSpPr>
        <p:spPr>
          <a:xfrm>
            <a:off x="11286204" y="3012803"/>
            <a:ext cx="10274" cy="10274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5" name="r3_o12703"/>
          <p:cNvSpPr/>
          <p:nvPr/>
        </p:nvSpPr>
        <p:spPr>
          <a:xfrm>
            <a:off x="11274028" y="3004855"/>
            <a:ext cx="19279" cy="192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6" name="r3_o12704"/>
          <p:cNvSpPr/>
          <p:nvPr/>
        </p:nvSpPr>
        <p:spPr>
          <a:xfrm>
            <a:off x="11276727" y="3007264"/>
            <a:ext cx="9370" cy="937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7" name="r3_o12705"/>
          <p:cNvSpPr/>
          <p:nvPr/>
        </p:nvSpPr>
        <p:spPr>
          <a:xfrm>
            <a:off x="11276727" y="3007264"/>
            <a:ext cx="5856" cy="585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8" name="r3_o12706"/>
          <p:cNvSpPr/>
          <p:nvPr/>
        </p:nvSpPr>
        <p:spPr>
          <a:xfrm>
            <a:off x="11303961" y="3022612"/>
            <a:ext cx="19279" cy="1927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09" name="r3_o12707"/>
          <p:cNvSpPr/>
          <p:nvPr/>
        </p:nvSpPr>
        <p:spPr>
          <a:xfrm>
            <a:off x="11306660" y="3025021"/>
            <a:ext cx="9370" cy="937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0" name="r3_o12708"/>
          <p:cNvSpPr/>
          <p:nvPr/>
        </p:nvSpPr>
        <p:spPr>
          <a:xfrm>
            <a:off x="11306660" y="3025021"/>
            <a:ext cx="5856" cy="585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1" name="r3_o12709"/>
          <p:cNvSpPr/>
          <p:nvPr/>
        </p:nvSpPr>
        <p:spPr>
          <a:xfrm>
            <a:off x="10664341" y="2036335"/>
            <a:ext cx="99281" cy="9928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2" name="r3_o12710"/>
          <p:cNvSpPr/>
          <p:nvPr/>
        </p:nvSpPr>
        <p:spPr>
          <a:xfrm>
            <a:off x="10678240" y="2048745"/>
            <a:ext cx="48251" cy="48251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3" name="r3_o12711"/>
          <p:cNvSpPr/>
          <p:nvPr/>
        </p:nvSpPr>
        <p:spPr>
          <a:xfrm>
            <a:off x="10678240" y="2048745"/>
            <a:ext cx="30157" cy="3015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4" name="r3_o12712"/>
          <p:cNvSpPr/>
          <p:nvPr/>
        </p:nvSpPr>
        <p:spPr>
          <a:xfrm>
            <a:off x="11640918" y="1525947"/>
            <a:ext cx="46736" cy="4673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5" name="r3_o12713"/>
          <p:cNvSpPr/>
          <p:nvPr/>
        </p:nvSpPr>
        <p:spPr>
          <a:xfrm>
            <a:off x="11647461" y="1531789"/>
            <a:ext cx="22714" cy="2271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6" name="r3_o12714"/>
          <p:cNvSpPr/>
          <p:nvPr/>
        </p:nvSpPr>
        <p:spPr>
          <a:xfrm>
            <a:off x="11647461" y="1531789"/>
            <a:ext cx="14196" cy="1419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7" name="r3_o12715"/>
          <p:cNvSpPr/>
          <p:nvPr/>
        </p:nvSpPr>
        <p:spPr>
          <a:xfrm>
            <a:off x="11630636" y="1520806"/>
            <a:ext cx="26640" cy="2664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8" name="r3_o12716"/>
          <p:cNvSpPr/>
          <p:nvPr/>
        </p:nvSpPr>
        <p:spPr>
          <a:xfrm>
            <a:off x="11634365" y="1524136"/>
            <a:ext cx="12947" cy="1294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19" name="r3_o12717"/>
          <p:cNvSpPr/>
          <p:nvPr/>
        </p:nvSpPr>
        <p:spPr>
          <a:xfrm>
            <a:off x="11634365" y="1524136"/>
            <a:ext cx="8092" cy="809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0" name="r3_o12718"/>
          <p:cNvSpPr/>
          <p:nvPr/>
        </p:nvSpPr>
        <p:spPr>
          <a:xfrm>
            <a:off x="11671997" y="1545343"/>
            <a:ext cx="26640" cy="2664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1" name="r3_o12719"/>
          <p:cNvSpPr/>
          <p:nvPr/>
        </p:nvSpPr>
        <p:spPr>
          <a:xfrm>
            <a:off x="11675727" y="1548673"/>
            <a:ext cx="12947" cy="1294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2" name="r3_o12720"/>
          <p:cNvSpPr/>
          <p:nvPr/>
        </p:nvSpPr>
        <p:spPr>
          <a:xfrm>
            <a:off x="11675727" y="1548673"/>
            <a:ext cx="8092" cy="809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3" name="r3_o12721"/>
          <p:cNvSpPr/>
          <p:nvPr/>
        </p:nvSpPr>
        <p:spPr>
          <a:xfrm>
            <a:off x="10415049" y="1981073"/>
            <a:ext cx="42469" cy="4246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4" name="r3_o12722"/>
          <p:cNvSpPr/>
          <p:nvPr/>
        </p:nvSpPr>
        <p:spPr>
          <a:xfrm>
            <a:off x="10420995" y="1986382"/>
            <a:ext cx="20640" cy="2064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5" name="r3_o12723"/>
          <p:cNvSpPr/>
          <p:nvPr/>
        </p:nvSpPr>
        <p:spPr>
          <a:xfrm>
            <a:off x="10420995" y="1986382"/>
            <a:ext cx="12900" cy="1290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6" name="r3_o12724"/>
          <p:cNvSpPr/>
          <p:nvPr/>
        </p:nvSpPr>
        <p:spPr>
          <a:xfrm>
            <a:off x="10405706" y="1976402"/>
            <a:ext cx="24208" cy="2420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7" name="r3_o12725"/>
          <p:cNvSpPr/>
          <p:nvPr/>
        </p:nvSpPr>
        <p:spPr>
          <a:xfrm>
            <a:off x="10409095" y="1979428"/>
            <a:ext cx="11765" cy="1176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8" name="r3_o12726"/>
          <p:cNvSpPr/>
          <p:nvPr/>
        </p:nvSpPr>
        <p:spPr>
          <a:xfrm>
            <a:off x="10409095" y="1979428"/>
            <a:ext cx="7353" cy="735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29" name="r3_o12727"/>
          <p:cNvSpPr/>
          <p:nvPr/>
        </p:nvSpPr>
        <p:spPr>
          <a:xfrm>
            <a:off x="10443292" y="1998698"/>
            <a:ext cx="24208" cy="2420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0" name="r3_o12728"/>
          <p:cNvSpPr/>
          <p:nvPr/>
        </p:nvSpPr>
        <p:spPr>
          <a:xfrm>
            <a:off x="10446681" y="2001724"/>
            <a:ext cx="11765" cy="1176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1" name="r3_o12729"/>
          <p:cNvSpPr/>
          <p:nvPr/>
        </p:nvSpPr>
        <p:spPr>
          <a:xfrm>
            <a:off x="10446681" y="2001724"/>
            <a:ext cx="7353" cy="735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2" name="r3_o12730"/>
          <p:cNvSpPr/>
          <p:nvPr/>
        </p:nvSpPr>
        <p:spPr>
          <a:xfrm>
            <a:off x="10999607" y="2674756"/>
            <a:ext cx="88496" cy="8849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3" name="r3_o12731"/>
          <p:cNvSpPr/>
          <p:nvPr/>
        </p:nvSpPr>
        <p:spPr>
          <a:xfrm>
            <a:off x="11011996" y="2685818"/>
            <a:ext cx="43009" cy="4300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4" name="r3_o12732"/>
          <p:cNvSpPr/>
          <p:nvPr/>
        </p:nvSpPr>
        <p:spPr>
          <a:xfrm>
            <a:off x="11011996" y="2685818"/>
            <a:ext cx="26881" cy="2688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5" name="r3_o12733"/>
          <p:cNvSpPr/>
          <p:nvPr/>
        </p:nvSpPr>
        <p:spPr>
          <a:xfrm>
            <a:off x="11620821" y="3286537"/>
            <a:ext cx="30442" cy="3044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6" name="r3_o12734"/>
          <p:cNvSpPr/>
          <p:nvPr/>
        </p:nvSpPr>
        <p:spPr>
          <a:xfrm>
            <a:off x="11625083" y="3290343"/>
            <a:ext cx="14795" cy="1479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7" name="r3_o12735"/>
          <p:cNvSpPr/>
          <p:nvPr/>
        </p:nvSpPr>
        <p:spPr>
          <a:xfrm>
            <a:off x="11625083" y="3290343"/>
            <a:ext cx="9247" cy="924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8" name="r3_o12736"/>
          <p:cNvSpPr/>
          <p:nvPr/>
        </p:nvSpPr>
        <p:spPr>
          <a:xfrm>
            <a:off x="11614124" y="3283189"/>
            <a:ext cx="17352" cy="1735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39" name="r3_o12737"/>
          <p:cNvSpPr/>
          <p:nvPr/>
        </p:nvSpPr>
        <p:spPr>
          <a:xfrm>
            <a:off x="11616553" y="3285358"/>
            <a:ext cx="8433" cy="843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0" name="r3_o12738"/>
          <p:cNvSpPr/>
          <p:nvPr/>
        </p:nvSpPr>
        <p:spPr>
          <a:xfrm>
            <a:off x="11616553" y="3285358"/>
            <a:ext cx="5271" cy="527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1" name="r3_o12739"/>
          <p:cNvSpPr/>
          <p:nvPr/>
        </p:nvSpPr>
        <p:spPr>
          <a:xfrm>
            <a:off x="11641065" y="3299171"/>
            <a:ext cx="17352" cy="1735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2" name="r3_o12740"/>
          <p:cNvSpPr/>
          <p:nvPr/>
        </p:nvSpPr>
        <p:spPr>
          <a:xfrm>
            <a:off x="11643494" y="3301340"/>
            <a:ext cx="8433" cy="843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3" name="r3_o12741"/>
          <p:cNvSpPr/>
          <p:nvPr/>
        </p:nvSpPr>
        <p:spPr>
          <a:xfrm>
            <a:off x="11643494" y="3301340"/>
            <a:ext cx="5271" cy="527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4" name="r3_o12742"/>
          <p:cNvSpPr/>
          <p:nvPr/>
        </p:nvSpPr>
        <p:spPr>
          <a:xfrm>
            <a:off x="9663359" y="1699757"/>
            <a:ext cx="37981" cy="3798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5" name="r3_o12743"/>
          <p:cNvSpPr/>
          <p:nvPr/>
        </p:nvSpPr>
        <p:spPr>
          <a:xfrm>
            <a:off x="9668676" y="1704505"/>
            <a:ext cx="18459" cy="1845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6" name="r3_o12744"/>
          <p:cNvSpPr/>
          <p:nvPr/>
        </p:nvSpPr>
        <p:spPr>
          <a:xfrm>
            <a:off x="9668676" y="1704505"/>
            <a:ext cx="11537" cy="1153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7" name="r3_o12745"/>
          <p:cNvSpPr/>
          <p:nvPr/>
        </p:nvSpPr>
        <p:spPr>
          <a:xfrm>
            <a:off x="9655003" y="1695579"/>
            <a:ext cx="21649" cy="2164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8" name="r3_o12746"/>
          <p:cNvSpPr/>
          <p:nvPr/>
        </p:nvSpPr>
        <p:spPr>
          <a:xfrm>
            <a:off x="9658034" y="1698286"/>
            <a:ext cx="10521" cy="1052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49" name="r3_o12747"/>
          <p:cNvSpPr/>
          <p:nvPr/>
        </p:nvSpPr>
        <p:spPr>
          <a:xfrm>
            <a:off x="9658034" y="1698286"/>
            <a:ext cx="6576" cy="657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0" name="r3_o12748"/>
          <p:cNvSpPr/>
          <p:nvPr/>
        </p:nvSpPr>
        <p:spPr>
          <a:xfrm>
            <a:off x="9688616" y="1715519"/>
            <a:ext cx="21649" cy="2164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1" name="r3_o12749"/>
          <p:cNvSpPr/>
          <p:nvPr/>
        </p:nvSpPr>
        <p:spPr>
          <a:xfrm>
            <a:off x="9691647" y="1718226"/>
            <a:ext cx="10521" cy="1052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2" name="r3_o12750"/>
          <p:cNvSpPr/>
          <p:nvPr/>
        </p:nvSpPr>
        <p:spPr>
          <a:xfrm>
            <a:off x="9691647" y="1718226"/>
            <a:ext cx="6576" cy="657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3" name="r3_o12751"/>
          <p:cNvSpPr/>
          <p:nvPr/>
        </p:nvSpPr>
        <p:spPr>
          <a:xfrm>
            <a:off x="10367543" y="3128991"/>
            <a:ext cx="75736" cy="7573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4" name="r3_o12752"/>
          <p:cNvSpPr/>
          <p:nvPr/>
        </p:nvSpPr>
        <p:spPr>
          <a:xfrm>
            <a:off x="10378146" y="3138457"/>
            <a:ext cx="36808" cy="3680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5" name="r3_o12753"/>
          <p:cNvSpPr/>
          <p:nvPr/>
        </p:nvSpPr>
        <p:spPr>
          <a:xfrm>
            <a:off x="10378146" y="3138457"/>
            <a:ext cx="23005" cy="2300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6" name="r3_o12754"/>
          <p:cNvSpPr/>
          <p:nvPr/>
        </p:nvSpPr>
        <p:spPr>
          <a:xfrm>
            <a:off x="10518087" y="1561163"/>
            <a:ext cx="53758" cy="5375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7" name="r3_o12755"/>
          <p:cNvSpPr/>
          <p:nvPr/>
        </p:nvSpPr>
        <p:spPr>
          <a:xfrm>
            <a:off x="10525613" y="1567883"/>
            <a:ext cx="26126" cy="2612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8" name="r3_o12756"/>
          <p:cNvSpPr/>
          <p:nvPr/>
        </p:nvSpPr>
        <p:spPr>
          <a:xfrm>
            <a:off x="10525613" y="1567883"/>
            <a:ext cx="16329" cy="1632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59" name="r3_o12757"/>
          <p:cNvSpPr/>
          <p:nvPr/>
        </p:nvSpPr>
        <p:spPr>
          <a:xfrm>
            <a:off x="10506260" y="1555250"/>
            <a:ext cx="30642" cy="3064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0" name="r3_o12758"/>
          <p:cNvSpPr/>
          <p:nvPr/>
        </p:nvSpPr>
        <p:spPr>
          <a:xfrm>
            <a:off x="10510550" y="1559080"/>
            <a:ext cx="14892" cy="148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1" name="r3_o12759"/>
          <p:cNvSpPr/>
          <p:nvPr/>
        </p:nvSpPr>
        <p:spPr>
          <a:xfrm>
            <a:off x="10510550" y="1559080"/>
            <a:ext cx="9308" cy="930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2" name="r3_o12760"/>
          <p:cNvSpPr/>
          <p:nvPr/>
        </p:nvSpPr>
        <p:spPr>
          <a:xfrm>
            <a:off x="10553836" y="1583473"/>
            <a:ext cx="30642" cy="3064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3" name="r3_o12761"/>
          <p:cNvSpPr/>
          <p:nvPr/>
        </p:nvSpPr>
        <p:spPr>
          <a:xfrm>
            <a:off x="10558126" y="1587303"/>
            <a:ext cx="14892" cy="1489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4" name="r3_o12762"/>
          <p:cNvSpPr/>
          <p:nvPr/>
        </p:nvSpPr>
        <p:spPr>
          <a:xfrm>
            <a:off x="10558126" y="1587303"/>
            <a:ext cx="9308" cy="930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5" name="r3_o12763"/>
          <p:cNvSpPr/>
          <p:nvPr/>
        </p:nvSpPr>
        <p:spPr>
          <a:xfrm>
            <a:off x="9971492" y="1874791"/>
            <a:ext cx="30228" cy="3022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6" name="r3_o12764"/>
          <p:cNvSpPr/>
          <p:nvPr/>
        </p:nvSpPr>
        <p:spPr>
          <a:xfrm>
            <a:off x="9975724" y="1878570"/>
            <a:ext cx="14691" cy="1469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7" name="r3_o12765"/>
          <p:cNvSpPr/>
          <p:nvPr/>
        </p:nvSpPr>
        <p:spPr>
          <a:xfrm>
            <a:off x="9975724" y="1878570"/>
            <a:ext cx="9182" cy="918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8" name="r3_o12766"/>
          <p:cNvSpPr/>
          <p:nvPr/>
        </p:nvSpPr>
        <p:spPr>
          <a:xfrm>
            <a:off x="9964841" y="1871466"/>
            <a:ext cx="17230" cy="172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69" name="r3_o12767"/>
          <p:cNvSpPr/>
          <p:nvPr/>
        </p:nvSpPr>
        <p:spPr>
          <a:xfrm>
            <a:off x="9967254" y="1873620"/>
            <a:ext cx="8374" cy="837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0" name="r3_o12768"/>
          <p:cNvSpPr/>
          <p:nvPr/>
        </p:nvSpPr>
        <p:spPr>
          <a:xfrm>
            <a:off x="9967254" y="1873620"/>
            <a:ext cx="5234" cy="523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1" name="r3_o12769"/>
          <p:cNvSpPr/>
          <p:nvPr/>
        </p:nvSpPr>
        <p:spPr>
          <a:xfrm>
            <a:off x="9991594" y="1887336"/>
            <a:ext cx="17230" cy="172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2" name="r3_o12770"/>
          <p:cNvSpPr/>
          <p:nvPr/>
        </p:nvSpPr>
        <p:spPr>
          <a:xfrm>
            <a:off x="9994006" y="1889490"/>
            <a:ext cx="8374" cy="837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3" name="r3_o12771"/>
          <p:cNvSpPr/>
          <p:nvPr/>
        </p:nvSpPr>
        <p:spPr>
          <a:xfrm>
            <a:off x="9994006" y="1889490"/>
            <a:ext cx="5234" cy="523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4" name="r3_o12772"/>
          <p:cNvSpPr/>
          <p:nvPr/>
        </p:nvSpPr>
        <p:spPr>
          <a:xfrm>
            <a:off x="10643572" y="2992512"/>
            <a:ext cx="44704" cy="4470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5" name="r3_o12773"/>
          <p:cNvSpPr/>
          <p:nvPr/>
        </p:nvSpPr>
        <p:spPr>
          <a:xfrm>
            <a:off x="10649830" y="2998100"/>
            <a:ext cx="21726" cy="2172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6" name="r3_o12774"/>
          <p:cNvSpPr/>
          <p:nvPr/>
        </p:nvSpPr>
        <p:spPr>
          <a:xfrm>
            <a:off x="10649830" y="2998100"/>
            <a:ext cx="13579" cy="1357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7" name="r3_o12775"/>
          <p:cNvSpPr/>
          <p:nvPr/>
        </p:nvSpPr>
        <p:spPr>
          <a:xfrm>
            <a:off x="10633737" y="2987594"/>
            <a:ext cx="25481" cy="2548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8" name="r3_o12776"/>
          <p:cNvSpPr/>
          <p:nvPr/>
        </p:nvSpPr>
        <p:spPr>
          <a:xfrm>
            <a:off x="10637304" y="2990780"/>
            <a:ext cx="12384" cy="1238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79" name="r3_o12777"/>
          <p:cNvSpPr/>
          <p:nvPr/>
        </p:nvSpPr>
        <p:spPr>
          <a:xfrm>
            <a:off x="10637304" y="2990780"/>
            <a:ext cx="7740" cy="77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0" name="r3_o12778"/>
          <p:cNvSpPr/>
          <p:nvPr/>
        </p:nvSpPr>
        <p:spPr>
          <a:xfrm>
            <a:off x="10673300" y="3011064"/>
            <a:ext cx="25481" cy="2548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1" name="r3_o12779"/>
          <p:cNvSpPr/>
          <p:nvPr/>
        </p:nvSpPr>
        <p:spPr>
          <a:xfrm>
            <a:off x="10676867" y="3014249"/>
            <a:ext cx="12384" cy="1238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2" name="r3_o12780"/>
          <p:cNvSpPr/>
          <p:nvPr/>
        </p:nvSpPr>
        <p:spPr>
          <a:xfrm>
            <a:off x="10676867" y="3014249"/>
            <a:ext cx="7740" cy="774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3" name="r3_o12781"/>
          <p:cNvSpPr/>
          <p:nvPr/>
        </p:nvSpPr>
        <p:spPr>
          <a:xfrm>
            <a:off x="11361830" y="1728497"/>
            <a:ext cx="40060" cy="4006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4" name="r3_o12782"/>
          <p:cNvSpPr/>
          <p:nvPr/>
        </p:nvSpPr>
        <p:spPr>
          <a:xfrm>
            <a:off x="11367439" y="1733505"/>
            <a:ext cx="19469" cy="1946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5" name="r3_o12783"/>
          <p:cNvSpPr/>
          <p:nvPr/>
        </p:nvSpPr>
        <p:spPr>
          <a:xfrm>
            <a:off x="11367439" y="1733505"/>
            <a:ext cx="12168" cy="1216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6" name="r3_o12784"/>
          <p:cNvSpPr/>
          <p:nvPr/>
        </p:nvSpPr>
        <p:spPr>
          <a:xfrm>
            <a:off x="11353017" y="1724090"/>
            <a:ext cx="22834" cy="2283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7" name="r3_o12785"/>
          <p:cNvSpPr/>
          <p:nvPr/>
        </p:nvSpPr>
        <p:spPr>
          <a:xfrm>
            <a:off x="11356214" y="1726945"/>
            <a:ext cx="11097" cy="1109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8" name="r3_o12786"/>
          <p:cNvSpPr/>
          <p:nvPr/>
        </p:nvSpPr>
        <p:spPr>
          <a:xfrm>
            <a:off x="11356214" y="1726945"/>
            <a:ext cx="6936" cy="693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89" name="r3_o12787"/>
          <p:cNvSpPr/>
          <p:nvPr/>
        </p:nvSpPr>
        <p:spPr>
          <a:xfrm>
            <a:off x="11388470" y="1745122"/>
            <a:ext cx="22834" cy="2283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0" name="r3_o12788"/>
          <p:cNvSpPr/>
          <p:nvPr/>
        </p:nvSpPr>
        <p:spPr>
          <a:xfrm>
            <a:off x="11391667" y="1747976"/>
            <a:ext cx="11097" cy="1109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1" name="r3_o12789"/>
          <p:cNvSpPr/>
          <p:nvPr/>
        </p:nvSpPr>
        <p:spPr>
          <a:xfrm>
            <a:off x="11391667" y="1747976"/>
            <a:ext cx="6936" cy="693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2" name="r3_o12790"/>
          <p:cNvSpPr/>
          <p:nvPr/>
        </p:nvSpPr>
        <p:spPr>
          <a:xfrm>
            <a:off x="10859018" y="1662864"/>
            <a:ext cx="31968" cy="3196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3" name="r3_o12791"/>
          <p:cNvSpPr/>
          <p:nvPr/>
        </p:nvSpPr>
        <p:spPr>
          <a:xfrm>
            <a:off x="10863494" y="1666860"/>
            <a:ext cx="15537" cy="1553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4" name="r3_o12792"/>
          <p:cNvSpPr/>
          <p:nvPr/>
        </p:nvSpPr>
        <p:spPr>
          <a:xfrm>
            <a:off x="10863494" y="1666860"/>
            <a:ext cx="9710" cy="971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5" name="r3_o12793"/>
          <p:cNvSpPr/>
          <p:nvPr/>
        </p:nvSpPr>
        <p:spPr>
          <a:xfrm>
            <a:off x="10851985" y="1659347"/>
            <a:ext cx="18222" cy="1822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6" name="r3_o12794"/>
          <p:cNvSpPr/>
          <p:nvPr/>
        </p:nvSpPr>
        <p:spPr>
          <a:xfrm>
            <a:off x="10854536" y="1661625"/>
            <a:ext cx="8856" cy="885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7" name="r3_o12795"/>
          <p:cNvSpPr/>
          <p:nvPr/>
        </p:nvSpPr>
        <p:spPr>
          <a:xfrm>
            <a:off x="10854536" y="1661625"/>
            <a:ext cx="5535" cy="553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8" name="r3_o12796"/>
          <p:cNvSpPr/>
          <p:nvPr/>
        </p:nvSpPr>
        <p:spPr>
          <a:xfrm>
            <a:off x="10880277" y="1676130"/>
            <a:ext cx="18222" cy="1822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99" name="r3_o12797"/>
          <p:cNvSpPr/>
          <p:nvPr/>
        </p:nvSpPr>
        <p:spPr>
          <a:xfrm>
            <a:off x="10882828" y="1678408"/>
            <a:ext cx="8856" cy="885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0" name="r3_o12798"/>
          <p:cNvSpPr/>
          <p:nvPr/>
        </p:nvSpPr>
        <p:spPr>
          <a:xfrm>
            <a:off x="10882828" y="1678408"/>
            <a:ext cx="5535" cy="553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1" name="r3_o12799"/>
          <p:cNvSpPr/>
          <p:nvPr/>
        </p:nvSpPr>
        <p:spPr>
          <a:xfrm>
            <a:off x="9985574" y="2974014"/>
            <a:ext cx="41782" cy="4178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2" name="r3_o12800"/>
          <p:cNvSpPr/>
          <p:nvPr/>
        </p:nvSpPr>
        <p:spPr>
          <a:xfrm>
            <a:off x="9991423" y="2979237"/>
            <a:ext cx="20306" cy="20306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3" name="r3_o12801"/>
          <p:cNvSpPr/>
          <p:nvPr/>
        </p:nvSpPr>
        <p:spPr>
          <a:xfrm>
            <a:off x="9991423" y="2979237"/>
            <a:ext cx="12691" cy="1269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4" name="r3_o12802"/>
          <p:cNvSpPr/>
          <p:nvPr/>
        </p:nvSpPr>
        <p:spPr>
          <a:xfrm>
            <a:off x="9976382" y="2969418"/>
            <a:ext cx="23815" cy="2381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5" name="r3_o12803"/>
          <p:cNvSpPr/>
          <p:nvPr/>
        </p:nvSpPr>
        <p:spPr>
          <a:xfrm>
            <a:off x="9979716" y="2972395"/>
            <a:ext cx="11574" cy="1157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6" name="r3_o12804"/>
          <p:cNvSpPr/>
          <p:nvPr/>
        </p:nvSpPr>
        <p:spPr>
          <a:xfrm>
            <a:off x="9979716" y="2972395"/>
            <a:ext cx="7234" cy="723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7" name="r3_o12805"/>
          <p:cNvSpPr/>
          <p:nvPr/>
        </p:nvSpPr>
        <p:spPr>
          <a:xfrm>
            <a:off x="10013359" y="2991353"/>
            <a:ext cx="23815" cy="2381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8" name="r3_o12806"/>
          <p:cNvSpPr/>
          <p:nvPr/>
        </p:nvSpPr>
        <p:spPr>
          <a:xfrm>
            <a:off x="10016693" y="2994330"/>
            <a:ext cx="11574" cy="1157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09" name="r3_o12807"/>
          <p:cNvSpPr/>
          <p:nvPr/>
        </p:nvSpPr>
        <p:spPr>
          <a:xfrm>
            <a:off x="10016693" y="2994330"/>
            <a:ext cx="7234" cy="723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0" name="r3_o12808"/>
          <p:cNvSpPr/>
          <p:nvPr/>
        </p:nvSpPr>
        <p:spPr>
          <a:xfrm>
            <a:off x="10461275" y="1890186"/>
            <a:ext cx="79716" cy="7971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1" name="r3_o12809"/>
          <p:cNvSpPr/>
          <p:nvPr/>
        </p:nvSpPr>
        <p:spPr>
          <a:xfrm>
            <a:off x="10472436" y="1900151"/>
            <a:ext cx="38742" cy="3874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2" name="r3_o12810"/>
          <p:cNvSpPr/>
          <p:nvPr/>
        </p:nvSpPr>
        <p:spPr>
          <a:xfrm>
            <a:off x="10472436" y="1900151"/>
            <a:ext cx="24214" cy="24214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3" name="r3_o12811"/>
          <p:cNvSpPr/>
          <p:nvPr/>
        </p:nvSpPr>
        <p:spPr>
          <a:xfrm>
            <a:off x="10013641" y="1674311"/>
            <a:ext cx="33960" cy="3396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4" name="r3_o12812"/>
          <p:cNvSpPr/>
          <p:nvPr/>
        </p:nvSpPr>
        <p:spPr>
          <a:xfrm>
            <a:off x="10018395" y="1678556"/>
            <a:ext cx="16505" cy="1650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5" name="r3_o12813"/>
          <p:cNvSpPr/>
          <p:nvPr/>
        </p:nvSpPr>
        <p:spPr>
          <a:xfrm>
            <a:off x="10018395" y="1678556"/>
            <a:ext cx="10315" cy="1031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6" name="r3_o12814"/>
          <p:cNvSpPr/>
          <p:nvPr/>
        </p:nvSpPr>
        <p:spPr>
          <a:xfrm>
            <a:off x="10006169" y="1670575"/>
            <a:ext cx="19357" cy="1935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7" name="r3_o12815"/>
          <p:cNvSpPr/>
          <p:nvPr/>
        </p:nvSpPr>
        <p:spPr>
          <a:xfrm>
            <a:off x="10008879" y="1672995"/>
            <a:ext cx="9408" cy="940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8" name="r3_o12816"/>
          <p:cNvSpPr/>
          <p:nvPr/>
        </p:nvSpPr>
        <p:spPr>
          <a:xfrm>
            <a:off x="10008879" y="1672995"/>
            <a:ext cx="5880" cy="588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19" name="r3_o12817"/>
          <p:cNvSpPr/>
          <p:nvPr/>
        </p:nvSpPr>
        <p:spPr>
          <a:xfrm>
            <a:off x="10036224" y="1688404"/>
            <a:ext cx="19357" cy="1935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0" name="r3_o12818"/>
          <p:cNvSpPr/>
          <p:nvPr/>
        </p:nvSpPr>
        <p:spPr>
          <a:xfrm>
            <a:off x="10038934" y="1690824"/>
            <a:ext cx="9408" cy="940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1" name="r3_o12819"/>
          <p:cNvSpPr/>
          <p:nvPr/>
        </p:nvSpPr>
        <p:spPr>
          <a:xfrm>
            <a:off x="10038934" y="1690824"/>
            <a:ext cx="5880" cy="588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2" name="r3_o12820"/>
          <p:cNvSpPr/>
          <p:nvPr/>
        </p:nvSpPr>
        <p:spPr>
          <a:xfrm>
            <a:off x="10948122" y="2999112"/>
            <a:ext cx="43149" cy="4314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3" name="r3_o12821"/>
          <p:cNvSpPr/>
          <p:nvPr/>
        </p:nvSpPr>
        <p:spPr>
          <a:xfrm>
            <a:off x="10954163" y="3004506"/>
            <a:ext cx="20970" cy="2097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4" name="r3_o12822"/>
          <p:cNvSpPr/>
          <p:nvPr/>
        </p:nvSpPr>
        <p:spPr>
          <a:xfrm>
            <a:off x="10954163" y="3004506"/>
            <a:ext cx="13106" cy="1310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5" name="r3_o12823"/>
          <p:cNvSpPr/>
          <p:nvPr/>
        </p:nvSpPr>
        <p:spPr>
          <a:xfrm>
            <a:off x="10938629" y="2994366"/>
            <a:ext cx="24595" cy="2459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6" name="r3_o12824"/>
          <p:cNvSpPr/>
          <p:nvPr/>
        </p:nvSpPr>
        <p:spPr>
          <a:xfrm>
            <a:off x="10942072" y="2997440"/>
            <a:ext cx="11953" cy="1195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7" name="r3_o12825"/>
          <p:cNvSpPr/>
          <p:nvPr/>
        </p:nvSpPr>
        <p:spPr>
          <a:xfrm>
            <a:off x="10942072" y="2997440"/>
            <a:ext cx="7471" cy="747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8" name="r3_o12826"/>
          <p:cNvSpPr/>
          <p:nvPr/>
        </p:nvSpPr>
        <p:spPr>
          <a:xfrm>
            <a:off x="10976816" y="3017019"/>
            <a:ext cx="24595" cy="2459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29" name="r3_o12827"/>
          <p:cNvSpPr/>
          <p:nvPr/>
        </p:nvSpPr>
        <p:spPr>
          <a:xfrm>
            <a:off x="10980259" y="3020093"/>
            <a:ext cx="11953" cy="1195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0" name="r3_o12828"/>
          <p:cNvSpPr/>
          <p:nvPr/>
        </p:nvSpPr>
        <p:spPr>
          <a:xfrm>
            <a:off x="10980259" y="3020093"/>
            <a:ext cx="7471" cy="747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1" name="r3_o12829"/>
          <p:cNvSpPr/>
          <p:nvPr/>
        </p:nvSpPr>
        <p:spPr>
          <a:xfrm>
            <a:off x="10325683" y="2245973"/>
            <a:ext cx="85274" cy="85274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2" name="r3_o12830"/>
          <p:cNvSpPr/>
          <p:nvPr/>
        </p:nvSpPr>
        <p:spPr>
          <a:xfrm>
            <a:off x="10337621" y="2256632"/>
            <a:ext cx="41443" cy="4144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3" name="r3_o12831"/>
          <p:cNvSpPr/>
          <p:nvPr/>
        </p:nvSpPr>
        <p:spPr>
          <a:xfrm>
            <a:off x="10337621" y="2256632"/>
            <a:ext cx="25902" cy="25902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4" name="r3_o12832"/>
          <p:cNvSpPr/>
          <p:nvPr/>
        </p:nvSpPr>
        <p:spPr>
          <a:xfrm>
            <a:off x="10301615" y="2035229"/>
            <a:ext cx="69851" cy="6985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5" name="r3_o12833"/>
          <p:cNvSpPr/>
          <p:nvPr/>
        </p:nvSpPr>
        <p:spPr>
          <a:xfrm>
            <a:off x="10311394" y="2043960"/>
            <a:ext cx="33948" cy="3394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6" name="r3_o12834"/>
          <p:cNvSpPr/>
          <p:nvPr/>
        </p:nvSpPr>
        <p:spPr>
          <a:xfrm>
            <a:off x="10311394" y="2043960"/>
            <a:ext cx="21217" cy="2121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7" name="r3_o12835"/>
          <p:cNvSpPr/>
          <p:nvPr/>
        </p:nvSpPr>
        <p:spPr>
          <a:xfrm>
            <a:off x="10813757" y="2180610"/>
            <a:ext cx="48782" cy="4878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8" name="r3_o12836"/>
          <p:cNvSpPr/>
          <p:nvPr/>
        </p:nvSpPr>
        <p:spPr>
          <a:xfrm>
            <a:off x="10820587" y="2186708"/>
            <a:ext cx="23708" cy="2370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39" name="r3_o12837"/>
          <p:cNvSpPr/>
          <p:nvPr/>
        </p:nvSpPr>
        <p:spPr>
          <a:xfrm>
            <a:off x="10820587" y="2186708"/>
            <a:ext cx="14817" cy="1481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0" name="r3_o12838"/>
          <p:cNvSpPr/>
          <p:nvPr/>
        </p:nvSpPr>
        <p:spPr>
          <a:xfrm>
            <a:off x="10803025" y="2175244"/>
            <a:ext cx="27805" cy="2780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1" name="r3_o12839"/>
          <p:cNvSpPr/>
          <p:nvPr/>
        </p:nvSpPr>
        <p:spPr>
          <a:xfrm>
            <a:off x="10806918" y="2178720"/>
            <a:ext cx="13513" cy="135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2" name="r3_o12840"/>
          <p:cNvSpPr/>
          <p:nvPr/>
        </p:nvSpPr>
        <p:spPr>
          <a:xfrm>
            <a:off x="10806918" y="2178720"/>
            <a:ext cx="8446" cy="844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3" name="r3_o12841"/>
          <p:cNvSpPr/>
          <p:nvPr/>
        </p:nvSpPr>
        <p:spPr>
          <a:xfrm>
            <a:off x="10846197" y="2200854"/>
            <a:ext cx="27805" cy="27805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4" name="r3_o12842"/>
          <p:cNvSpPr/>
          <p:nvPr/>
        </p:nvSpPr>
        <p:spPr>
          <a:xfrm>
            <a:off x="10850090" y="2204330"/>
            <a:ext cx="13513" cy="1351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5" name="r3_o12843"/>
          <p:cNvSpPr/>
          <p:nvPr/>
        </p:nvSpPr>
        <p:spPr>
          <a:xfrm>
            <a:off x="10850090" y="2204330"/>
            <a:ext cx="8446" cy="844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6" name="r3_o12844"/>
          <p:cNvSpPr/>
          <p:nvPr/>
        </p:nvSpPr>
        <p:spPr>
          <a:xfrm>
            <a:off x="10134165" y="2438211"/>
            <a:ext cx="44314" cy="4431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7" name="r3_o12845"/>
          <p:cNvSpPr/>
          <p:nvPr/>
        </p:nvSpPr>
        <p:spPr>
          <a:xfrm>
            <a:off x="10140369" y="2443750"/>
            <a:ext cx="21537" cy="2153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8" name="r3_o12846"/>
          <p:cNvSpPr/>
          <p:nvPr/>
        </p:nvSpPr>
        <p:spPr>
          <a:xfrm>
            <a:off x="10140369" y="2443750"/>
            <a:ext cx="13460" cy="1346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49" name="r3_o12847"/>
          <p:cNvSpPr/>
          <p:nvPr/>
        </p:nvSpPr>
        <p:spPr>
          <a:xfrm>
            <a:off x="10124416" y="2433336"/>
            <a:ext cx="25259" cy="252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0" name="r3_o12848"/>
          <p:cNvSpPr/>
          <p:nvPr/>
        </p:nvSpPr>
        <p:spPr>
          <a:xfrm>
            <a:off x="10127952" y="2436493"/>
            <a:ext cx="12276" cy="1227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1" name="r3_o12849"/>
          <p:cNvSpPr/>
          <p:nvPr/>
        </p:nvSpPr>
        <p:spPr>
          <a:xfrm>
            <a:off x="10127952" y="2436493"/>
            <a:ext cx="7672" cy="767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2" name="r3_o12850"/>
          <p:cNvSpPr/>
          <p:nvPr/>
        </p:nvSpPr>
        <p:spPr>
          <a:xfrm>
            <a:off x="10163634" y="2456601"/>
            <a:ext cx="25259" cy="2525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3" name="r3_o12851"/>
          <p:cNvSpPr/>
          <p:nvPr/>
        </p:nvSpPr>
        <p:spPr>
          <a:xfrm>
            <a:off x="10167170" y="2459758"/>
            <a:ext cx="12276" cy="1227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4" name="r3_o12852"/>
          <p:cNvSpPr/>
          <p:nvPr/>
        </p:nvSpPr>
        <p:spPr>
          <a:xfrm>
            <a:off x="10167170" y="2459758"/>
            <a:ext cx="7672" cy="767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5" name="r3_o12853"/>
          <p:cNvSpPr/>
          <p:nvPr/>
        </p:nvSpPr>
        <p:spPr>
          <a:xfrm>
            <a:off x="10855299" y="1562533"/>
            <a:ext cx="42604" cy="42604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6" name="r3_o12854"/>
          <p:cNvSpPr/>
          <p:nvPr/>
        </p:nvSpPr>
        <p:spPr>
          <a:xfrm>
            <a:off x="10861263" y="1567858"/>
            <a:ext cx="20705" cy="2070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7" name="r3_o12855"/>
          <p:cNvSpPr/>
          <p:nvPr/>
        </p:nvSpPr>
        <p:spPr>
          <a:xfrm>
            <a:off x="10861263" y="1567858"/>
            <a:ext cx="12941" cy="1294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8" name="r3_o12856"/>
          <p:cNvSpPr/>
          <p:nvPr/>
        </p:nvSpPr>
        <p:spPr>
          <a:xfrm>
            <a:off x="10845926" y="1557846"/>
            <a:ext cx="24284" cy="242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59" name="r3_o12857"/>
          <p:cNvSpPr/>
          <p:nvPr/>
        </p:nvSpPr>
        <p:spPr>
          <a:xfrm>
            <a:off x="10849325" y="1560882"/>
            <a:ext cx="11802" cy="1180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0" name="r3_o12858"/>
          <p:cNvSpPr/>
          <p:nvPr/>
        </p:nvSpPr>
        <p:spPr>
          <a:xfrm>
            <a:off x="10849325" y="1560882"/>
            <a:ext cx="7376" cy="737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1" name="r3_o12859"/>
          <p:cNvSpPr/>
          <p:nvPr/>
        </p:nvSpPr>
        <p:spPr>
          <a:xfrm>
            <a:off x="10883630" y="1580213"/>
            <a:ext cx="24284" cy="242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2" name="r3_o12860"/>
          <p:cNvSpPr/>
          <p:nvPr/>
        </p:nvSpPr>
        <p:spPr>
          <a:xfrm>
            <a:off x="10887030" y="1583249"/>
            <a:ext cx="11802" cy="1180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3" name="r3_o12861"/>
          <p:cNvSpPr/>
          <p:nvPr/>
        </p:nvSpPr>
        <p:spPr>
          <a:xfrm>
            <a:off x="10887030" y="1583249"/>
            <a:ext cx="7376" cy="737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4" name="r3_o12862"/>
          <p:cNvSpPr/>
          <p:nvPr/>
        </p:nvSpPr>
        <p:spPr>
          <a:xfrm>
            <a:off x="10452844" y="2239132"/>
            <a:ext cx="44855" cy="4485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5" name="r3_o12863"/>
          <p:cNvSpPr/>
          <p:nvPr/>
        </p:nvSpPr>
        <p:spPr>
          <a:xfrm>
            <a:off x="10459124" y="2244739"/>
            <a:ext cx="21800" cy="2180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6" name="r3_o12864"/>
          <p:cNvSpPr/>
          <p:nvPr/>
        </p:nvSpPr>
        <p:spPr>
          <a:xfrm>
            <a:off x="10459124" y="2244739"/>
            <a:ext cx="13625" cy="1362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7" name="r3_o12865"/>
          <p:cNvSpPr/>
          <p:nvPr/>
        </p:nvSpPr>
        <p:spPr>
          <a:xfrm>
            <a:off x="10442976" y="2234198"/>
            <a:ext cx="25567" cy="2556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8" name="r3_o12866"/>
          <p:cNvSpPr/>
          <p:nvPr/>
        </p:nvSpPr>
        <p:spPr>
          <a:xfrm>
            <a:off x="10446555" y="2237394"/>
            <a:ext cx="12426" cy="1242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69" name="r3_o12867"/>
          <p:cNvSpPr/>
          <p:nvPr/>
        </p:nvSpPr>
        <p:spPr>
          <a:xfrm>
            <a:off x="10446555" y="2237394"/>
            <a:ext cx="7766" cy="776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0" name="r3_o12868"/>
          <p:cNvSpPr/>
          <p:nvPr/>
        </p:nvSpPr>
        <p:spPr>
          <a:xfrm>
            <a:off x="10482673" y="2257747"/>
            <a:ext cx="25567" cy="2556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1" name="r3_o12869"/>
          <p:cNvSpPr/>
          <p:nvPr/>
        </p:nvSpPr>
        <p:spPr>
          <a:xfrm>
            <a:off x="10486252" y="2260943"/>
            <a:ext cx="12426" cy="1242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2" name="r3_o12870"/>
          <p:cNvSpPr/>
          <p:nvPr/>
        </p:nvSpPr>
        <p:spPr>
          <a:xfrm>
            <a:off x="10486252" y="2260943"/>
            <a:ext cx="7766" cy="7766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3" name="r3_o12871"/>
          <p:cNvSpPr/>
          <p:nvPr/>
        </p:nvSpPr>
        <p:spPr>
          <a:xfrm>
            <a:off x="10623834" y="1750355"/>
            <a:ext cx="57391" cy="57391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4" name="r3_o12872"/>
          <p:cNvSpPr/>
          <p:nvPr/>
        </p:nvSpPr>
        <p:spPr>
          <a:xfrm>
            <a:off x="10631868" y="1757529"/>
            <a:ext cx="27892" cy="2789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5" name="r3_o12873"/>
          <p:cNvSpPr/>
          <p:nvPr/>
        </p:nvSpPr>
        <p:spPr>
          <a:xfrm>
            <a:off x="10631868" y="1757529"/>
            <a:ext cx="17432" cy="1743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6" name="r3_o12874"/>
          <p:cNvSpPr/>
          <p:nvPr/>
        </p:nvSpPr>
        <p:spPr>
          <a:xfrm>
            <a:off x="10611208" y="1744042"/>
            <a:ext cx="32713" cy="327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7" name="r3_o12875"/>
          <p:cNvSpPr/>
          <p:nvPr/>
        </p:nvSpPr>
        <p:spPr>
          <a:xfrm>
            <a:off x="10615787" y="1748131"/>
            <a:ext cx="15898" cy="1589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8" name="r3_o12876"/>
          <p:cNvSpPr/>
          <p:nvPr/>
        </p:nvSpPr>
        <p:spPr>
          <a:xfrm>
            <a:off x="10615787" y="1748131"/>
            <a:ext cx="9937" cy="993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79" name="r3_o12877"/>
          <p:cNvSpPr/>
          <p:nvPr/>
        </p:nvSpPr>
        <p:spPr>
          <a:xfrm>
            <a:off x="10661998" y="1774172"/>
            <a:ext cx="32713" cy="3271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0" name="r3_o12878"/>
          <p:cNvSpPr/>
          <p:nvPr/>
        </p:nvSpPr>
        <p:spPr>
          <a:xfrm>
            <a:off x="10666578" y="1778261"/>
            <a:ext cx="15898" cy="1589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1" name="r3_o12879"/>
          <p:cNvSpPr/>
          <p:nvPr/>
        </p:nvSpPr>
        <p:spPr>
          <a:xfrm>
            <a:off x="10666578" y="1778261"/>
            <a:ext cx="9937" cy="993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2" name="r3_o12880"/>
          <p:cNvSpPr/>
          <p:nvPr/>
        </p:nvSpPr>
        <p:spPr>
          <a:xfrm>
            <a:off x="10465843" y="1494337"/>
            <a:ext cx="74945" cy="7494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3" name="r3_o12881"/>
          <p:cNvSpPr/>
          <p:nvPr/>
        </p:nvSpPr>
        <p:spPr>
          <a:xfrm>
            <a:off x="10476336" y="1503705"/>
            <a:ext cx="36423" cy="3642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4" name="r3_o12882"/>
          <p:cNvSpPr/>
          <p:nvPr/>
        </p:nvSpPr>
        <p:spPr>
          <a:xfrm>
            <a:off x="10476336" y="1503705"/>
            <a:ext cx="22765" cy="22765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5" name="r3_o12883"/>
          <p:cNvSpPr/>
          <p:nvPr/>
        </p:nvSpPr>
        <p:spPr>
          <a:xfrm>
            <a:off x="9740140" y="1605522"/>
            <a:ext cx="70203" cy="7020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6" name="r3_o12884"/>
          <p:cNvSpPr/>
          <p:nvPr/>
        </p:nvSpPr>
        <p:spPr>
          <a:xfrm>
            <a:off x="9749968" y="1614298"/>
            <a:ext cx="34118" cy="3411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7" name="r3_o12885"/>
          <p:cNvSpPr/>
          <p:nvPr/>
        </p:nvSpPr>
        <p:spPr>
          <a:xfrm>
            <a:off x="9749968" y="1614298"/>
            <a:ext cx="21324" cy="21324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8" name="r3_o12886"/>
          <p:cNvSpPr/>
          <p:nvPr/>
        </p:nvSpPr>
        <p:spPr>
          <a:xfrm>
            <a:off x="11635621" y="2363068"/>
            <a:ext cx="41877" cy="4187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89" name="r3_o12887"/>
          <p:cNvSpPr/>
          <p:nvPr/>
        </p:nvSpPr>
        <p:spPr>
          <a:xfrm>
            <a:off x="11641484" y="2368303"/>
            <a:ext cx="20352" cy="20352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0" name="r3_o12888"/>
          <p:cNvSpPr/>
          <p:nvPr/>
        </p:nvSpPr>
        <p:spPr>
          <a:xfrm>
            <a:off x="11641484" y="2368303"/>
            <a:ext cx="12720" cy="1272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1" name="r3_o12889"/>
          <p:cNvSpPr/>
          <p:nvPr/>
        </p:nvSpPr>
        <p:spPr>
          <a:xfrm>
            <a:off x="11626408" y="2358462"/>
            <a:ext cx="23870" cy="2387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2" name="r3_o12890"/>
          <p:cNvSpPr/>
          <p:nvPr/>
        </p:nvSpPr>
        <p:spPr>
          <a:xfrm>
            <a:off x="11629750" y="2361446"/>
            <a:ext cx="11601" cy="1160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3" name="r3_o12891"/>
          <p:cNvSpPr/>
          <p:nvPr/>
        </p:nvSpPr>
        <p:spPr>
          <a:xfrm>
            <a:off x="11629750" y="2361446"/>
            <a:ext cx="7250" cy="725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4" name="r3_o12892"/>
          <p:cNvSpPr/>
          <p:nvPr/>
        </p:nvSpPr>
        <p:spPr>
          <a:xfrm>
            <a:off x="11663470" y="2380447"/>
            <a:ext cx="23870" cy="2387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5" name="r3_o12893"/>
          <p:cNvSpPr/>
          <p:nvPr/>
        </p:nvSpPr>
        <p:spPr>
          <a:xfrm>
            <a:off x="11666811" y="2383431"/>
            <a:ext cx="11601" cy="1160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6" name="r3_o12894"/>
          <p:cNvSpPr/>
          <p:nvPr/>
        </p:nvSpPr>
        <p:spPr>
          <a:xfrm>
            <a:off x="11666811" y="2383431"/>
            <a:ext cx="7250" cy="7250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7" name="r3_o12895"/>
          <p:cNvSpPr/>
          <p:nvPr/>
        </p:nvSpPr>
        <p:spPr>
          <a:xfrm>
            <a:off x="10647263" y="2284398"/>
            <a:ext cx="55329" cy="5532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8" name="r3_o12896"/>
          <p:cNvSpPr/>
          <p:nvPr/>
        </p:nvSpPr>
        <p:spPr>
          <a:xfrm>
            <a:off x="10655009" y="2291314"/>
            <a:ext cx="26890" cy="2689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99" name="r3_o12897"/>
          <p:cNvSpPr/>
          <p:nvPr/>
        </p:nvSpPr>
        <p:spPr>
          <a:xfrm>
            <a:off x="10655009" y="2291314"/>
            <a:ext cx="16806" cy="16806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0" name="r3_o12898"/>
          <p:cNvSpPr/>
          <p:nvPr/>
        </p:nvSpPr>
        <p:spPr>
          <a:xfrm>
            <a:off x="10635091" y="2278312"/>
            <a:ext cx="31537" cy="3153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1" name="r3_o12899"/>
          <p:cNvSpPr/>
          <p:nvPr/>
        </p:nvSpPr>
        <p:spPr>
          <a:xfrm>
            <a:off x="10639506" y="2282254"/>
            <a:ext cx="15327" cy="1532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2" name="r3_o12900"/>
          <p:cNvSpPr/>
          <p:nvPr/>
        </p:nvSpPr>
        <p:spPr>
          <a:xfrm>
            <a:off x="10639506" y="2282254"/>
            <a:ext cx="9579" cy="957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3" name="r3_o12901"/>
          <p:cNvSpPr/>
          <p:nvPr/>
        </p:nvSpPr>
        <p:spPr>
          <a:xfrm>
            <a:off x="10684056" y="2307359"/>
            <a:ext cx="31537" cy="3153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4" name="r3_o12902"/>
          <p:cNvSpPr/>
          <p:nvPr/>
        </p:nvSpPr>
        <p:spPr>
          <a:xfrm>
            <a:off x="10688472" y="2311302"/>
            <a:ext cx="15327" cy="1532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5" name="r3_o12903"/>
          <p:cNvSpPr/>
          <p:nvPr/>
        </p:nvSpPr>
        <p:spPr>
          <a:xfrm>
            <a:off x="10688472" y="2311302"/>
            <a:ext cx="9579" cy="957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6" name="r3_o12904"/>
          <p:cNvSpPr/>
          <p:nvPr/>
        </p:nvSpPr>
        <p:spPr>
          <a:xfrm>
            <a:off x="11040002" y="2239175"/>
            <a:ext cx="55667" cy="55667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7" name="r3_o12905"/>
          <p:cNvSpPr/>
          <p:nvPr/>
        </p:nvSpPr>
        <p:spPr>
          <a:xfrm>
            <a:off x="11047795" y="2246133"/>
            <a:ext cx="27054" cy="2705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8" name="r3_o12906"/>
          <p:cNvSpPr/>
          <p:nvPr/>
        </p:nvSpPr>
        <p:spPr>
          <a:xfrm>
            <a:off x="11047795" y="2246133"/>
            <a:ext cx="16909" cy="1690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09" name="r3_o12907"/>
          <p:cNvSpPr/>
          <p:nvPr/>
        </p:nvSpPr>
        <p:spPr>
          <a:xfrm>
            <a:off x="11027755" y="2233051"/>
            <a:ext cx="31730" cy="317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0" name="r3_o12908"/>
          <p:cNvSpPr/>
          <p:nvPr/>
        </p:nvSpPr>
        <p:spPr>
          <a:xfrm>
            <a:off x="11032198" y="2237018"/>
            <a:ext cx="15421" cy="1542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1" name="r3_o12909"/>
          <p:cNvSpPr/>
          <p:nvPr/>
        </p:nvSpPr>
        <p:spPr>
          <a:xfrm>
            <a:off x="11032198" y="2237018"/>
            <a:ext cx="9638" cy="963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2" name="r3_o12910"/>
          <p:cNvSpPr/>
          <p:nvPr/>
        </p:nvSpPr>
        <p:spPr>
          <a:xfrm>
            <a:off x="11077021" y="2262276"/>
            <a:ext cx="31730" cy="3173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3" name="r3_o12911"/>
          <p:cNvSpPr/>
          <p:nvPr/>
        </p:nvSpPr>
        <p:spPr>
          <a:xfrm>
            <a:off x="11081463" y="2266243"/>
            <a:ext cx="15421" cy="1542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4" name="r3_o12912"/>
          <p:cNvSpPr/>
          <p:nvPr/>
        </p:nvSpPr>
        <p:spPr>
          <a:xfrm>
            <a:off x="11081463" y="2266243"/>
            <a:ext cx="9638" cy="963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5" name="r3_o12913"/>
          <p:cNvSpPr/>
          <p:nvPr/>
        </p:nvSpPr>
        <p:spPr>
          <a:xfrm>
            <a:off x="9956441" y="1890031"/>
            <a:ext cx="49180" cy="4918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6" name="r3_o12914"/>
          <p:cNvSpPr/>
          <p:nvPr/>
        </p:nvSpPr>
        <p:spPr>
          <a:xfrm>
            <a:off x="9963327" y="1896179"/>
            <a:ext cx="23901" cy="23901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7" name="r3_o12915"/>
          <p:cNvSpPr/>
          <p:nvPr/>
        </p:nvSpPr>
        <p:spPr>
          <a:xfrm>
            <a:off x="9963327" y="1896179"/>
            <a:ext cx="14938" cy="1493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8" name="r3_o12916"/>
          <p:cNvSpPr/>
          <p:nvPr/>
        </p:nvSpPr>
        <p:spPr>
          <a:xfrm>
            <a:off x="9945622" y="1884621"/>
            <a:ext cx="28033" cy="2803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19" name="r3_o12917"/>
          <p:cNvSpPr/>
          <p:nvPr/>
        </p:nvSpPr>
        <p:spPr>
          <a:xfrm>
            <a:off x="9949546" y="1888126"/>
            <a:ext cx="13624" cy="1362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0" name="r3_o12918"/>
          <p:cNvSpPr/>
          <p:nvPr/>
        </p:nvSpPr>
        <p:spPr>
          <a:xfrm>
            <a:off x="9949546" y="1888126"/>
            <a:ext cx="8515" cy="851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1" name="r3_o12919"/>
          <p:cNvSpPr/>
          <p:nvPr/>
        </p:nvSpPr>
        <p:spPr>
          <a:xfrm>
            <a:off x="9989146" y="1910441"/>
            <a:ext cx="28033" cy="2803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2" name="r3_o12920"/>
          <p:cNvSpPr/>
          <p:nvPr/>
        </p:nvSpPr>
        <p:spPr>
          <a:xfrm>
            <a:off x="9993071" y="1913945"/>
            <a:ext cx="13624" cy="1362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3" name="r3_o12921"/>
          <p:cNvSpPr/>
          <p:nvPr/>
        </p:nvSpPr>
        <p:spPr>
          <a:xfrm>
            <a:off x="9993071" y="1913945"/>
            <a:ext cx="8515" cy="851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24" name="r3_o12922"/>
          <p:cNvSpPr/>
          <p:nvPr/>
        </p:nvSpPr>
        <p:spPr>
          <a:xfrm>
            <a:off x="10504712" y="1630376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25" name="r3_o12923"/>
          <p:cNvSpPr/>
          <p:nvPr/>
        </p:nvSpPr>
        <p:spPr>
          <a:xfrm flipH="1" flipV="1">
            <a:off x="11345198" y="1964035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26" name="r3_o12924"/>
          <p:cNvSpPr/>
          <p:nvPr/>
        </p:nvSpPr>
        <p:spPr>
          <a:xfrm>
            <a:off x="10411708" y="1789591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27" name="r3_o12925"/>
          <p:cNvSpPr/>
          <p:nvPr/>
        </p:nvSpPr>
        <p:spPr>
          <a:xfrm>
            <a:off x="10960246" y="1827229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28" name="r3_o12926"/>
          <p:cNvSpPr/>
          <p:nvPr/>
        </p:nvSpPr>
        <p:spPr>
          <a:xfrm>
            <a:off x="10828714" y="1763001"/>
            <a:ext cx="70583" cy="6004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29" name="r3_o12927"/>
          <p:cNvSpPr/>
          <p:nvPr/>
        </p:nvSpPr>
        <p:spPr>
          <a:xfrm>
            <a:off x="11091773" y="1891450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0" name="r3_o12928"/>
          <p:cNvSpPr/>
          <p:nvPr/>
        </p:nvSpPr>
        <p:spPr>
          <a:xfrm>
            <a:off x="11345198" y="1964035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1" name="r3_o12929"/>
          <p:cNvSpPr/>
          <p:nvPr/>
        </p:nvSpPr>
        <p:spPr>
          <a:xfrm flipH="1" flipV="1">
            <a:off x="11053250" y="1668014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2" name="r3_o12930"/>
          <p:cNvSpPr/>
          <p:nvPr/>
        </p:nvSpPr>
        <p:spPr>
          <a:xfrm flipH="1" flipV="1">
            <a:off x="11264990" y="1848139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3" name="r3_o12931"/>
          <p:cNvSpPr/>
          <p:nvPr/>
        </p:nvSpPr>
        <p:spPr>
          <a:xfrm>
            <a:off x="10453393" y="1682051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4" name="r3_o12932"/>
          <p:cNvSpPr/>
          <p:nvPr/>
        </p:nvSpPr>
        <p:spPr>
          <a:xfrm>
            <a:off x="10674762" y="1918033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5" name="r3_o12933"/>
          <p:cNvSpPr/>
          <p:nvPr/>
        </p:nvSpPr>
        <p:spPr>
          <a:xfrm>
            <a:off x="10819085" y="1707143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6" name="r3_o12934"/>
          <p:cNvSpPr/>
          <p:nvPr/>
        </p:nvSpPr>
        <p:spPr>
          <a:xfrm flipH="1" flipV="1">
            <a:off x="10687558" y="1642922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7" name="r3_o12935"/>
          <p:cNvSpPr/>
          <p:nvPr/>
        </p:nvSpPr>
        <p:spPr>
          <a:xfrm>
            <a:off x="10636239" y="1694597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8" name="r3_o12936"/>
          <p:cNvSpPr/>
          <p:nvPr/>
        </p:nvSpPr>
        <p:spPr>
          <a:xfrm>
            <a:off x="11245726" y="1736417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39" name="r3_o12937"/>
          <p:cNvSpPr/>
          <p:nvPr/>
        </p:nvSpPr>
        <p:spPr>
          <a:xfrm>
            <a:off x="11143092" y="1839775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0" name="r3_o12938"/>
          <p:cNvSpPr/>
          <p:nvPr/>
        </p:nvSpPr>
        <p:spPr>
          <a:xfrm flipH="1" flipV="1">
            <a:off x="10402074" y="1733727"/>
            <a:ext cx="9634" cy="5586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1" name="r3_o12939"/>
          <p:cNvSpPr/>
          <p:nvPr/>
        </p:nvSpPr>
        <p:spPr>
          <a:xfrm flipH="1" flipV="1">
            <a:off x="10950612" y="1771365"/>
            <a:ext cx="9634" cy="5586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2" name="r3_o12940"/>
          <p:cNvSpPr/>
          <p:nvPr/>
        </p:nvSpPr>
        <p:spPr>
          <a:xfrm>
            <a:off x="11133458" y="1783911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3" name="r3_o12941"/>
          <p:cNvSpPr/>
          <p:nvPr/>
        </p:nvSpPr>
        <p:spPr>
          <a:xfrm>
            <a:off x="11213671" y="1899814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4" name="r3_o12942"/>
          <p:cNvSpPr/>
          <p:nvPr/>
        </p:nvSpPr>
        <p:spPr>
          <a:xfrm>
            <a:off x="11001931" y="1719689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5" name="r3_o12943"/>
          <p:cNvSpPr/>
          <p:nvPr/>
        </p:nvSpPr>
        <p:spPr>
          <a:xfrm>
            <a:off x="11264990" y="1848139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6" name="r3_o12944"/>
          <p:cNvSpPr/>
          <p:nvPr/>
        </p:nvSpPr>
        <p:spPr>
          <a:xfrm>
            <a:off x="10745341" y="1978073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7" name="r3_o12945"/>
          <p:cNvSpPr/>
          <p:nvPr/>
        </p:nvSpPr>
        <p:spPr>
          <a:xfrm>
            <a:off x="10777400" y="1814683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8" name="r3_o12946"/>
          <p:cNvSpPr/>
          <p:nvPr/>
        </p:nvSpPr>
        <p:spPr>
          <a:xfrm>
            <a:off x="10908927" y="1878904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49" name="r3_o12947"/>
          <p:cNvSpPr/>
          <p:nvPr/>
        </p:nvSpPr>
        <p:spPr>
          <a:xfrm>
            <a:off x="10979506" y="1938943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0" name="r3_o12948"/>
          <p:cNvSpPr/>
          <p:nvPr/>
        </p:nvSpPr>
        <p:spPr>
          <a:xfrm flipH="1" flipV="1">
            <a:off x="10796660" y="1926397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1" name="r3_o12949"/>
          <p:cNvSpPr/>
          <p:nvPr/>
        </p:nvSpPr>
        <p:spPr>
          <a:xfrm>
            <a:off x="10847979" y="1874722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2" name="r3_o12950"/>
          <p:cNvSpPr/>
          <p:nvPr/>
        </p:nvSpPr>
        <p:spPr>
          <a:xfrm>
            <a:off x="10463022" y="1737909"/>
            <a:ext cx="70583" cy="6004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3" name="r3_o12951"/>
          <p:cNvSpPr/>
          <p:nvPr/>
        </p:nvSpPr>
        <p:spPr>
          <a:xfrm flipH="1" flipV="1">
            <a:off x="11133458" y="1783911"/>
            <a:ext cx="9634" cy="5586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4" name="r3_o12952"/>
          <p:cNvSpPr/>
          <p:nvPr/>
        </p:nvSpPr>
        <p:spPr>
          <a:xfrm flipH="1" flipV="1">
            <a:off x="10767766" y="1758819"/>
            <a:ext cx="9634" cy="5586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5" name="r3_o12953"/>
          <p:cNvSpPr/>
          <p:nvPr/>
        </p:nvSpPr>
        <p:spPr>
          <a:xfrm>
            <a:off x="10565660" y="1634558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6" name="r3_o12954"/>
          <p:cNvSpPr/>
          <p:nvPr/>
        </p:nvSpPr>
        <p:spPr>
          <a:xfrm>
            <a:off x="11053250" y="1668014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7" name="r3_o12955"/>
          <p:cNvSpPr/>
          <p:nvPr/>
        </p:nvSpPr>
        <p:spPr>
          <a:xfrm>
            <a:off x="10321866" y="1617830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8" name="r3_o12956"/>
          <p:cNvSpPr/>
          <p:nvPr/>
        </p:nvSpPr>
        <p:spPr>
          <a:xfrm>
            <a:off x="10594554" y="1802137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59" name="r3_o12957"/>
          <p:cNvSpPr/>
          <p:nvPr/>
        </p:nvSpPr>
        <p:spPr>
          <a:xfrm>
            <a:off x="10514341" y="1686233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0" name="r3_o12958"/>
          <p:cNvSpPr/>
          <p:nvPr/>
        </p:nvSpPr>
        <p:spPr>
          <a:xfrm>
            <a:off x="10645868" y="1750455"/>
            <a:ext cx="70583" cy="6004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1" name="r3_o12959"/>
          <p:cNvSpPr/>
          <p:nvPr/>
        </p:nvSpPr>
        <p:spPr>
          <a:xfrm>
            <a:off x="10870404" y="1655468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2" name="r3_o12960"/>
          <p:cNvSpPr/>
          <p:nvPr/>
        </p:nvSpPr>
        <p:spPr>
          <a:xfrm flipH="1" flipV="1">
            <a:off x="10533605" y="1797955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3" name="r3_o12961"/>
          <p:cNvSpPr/>
          <p:nvPr/>
        </p:nvSpPr>
        <p:spPr>
          <a:xfrm>
            <a:off x="11114199" y="1672196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4" name="r3_o12962"/>
          <p:cNvSpPr/>
          <p:nvPr/>
        </p:nvSpPr>
        <p:spPr>
          <a:xfrm>
            <a:off x="10482286" y="1849630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5" name="r3_o12963"/>
          <p:cNvSpPr/>
          <p:nvPr/>
        </p:nvSpPr>
        <p:spPr>
          <a:xfrm flipH="1" flipV="1">
            <a:off x="10899298" y="1823047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6" name="r3_o12964"/>
          <p:cNvSpPr/>
          <p:nvPr/>
        </p:nvSpPr>
        <p:spPr>
          <a:xfrm>
            <a:off x="10687558" y="1642922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7" name="r3_o12965"/>
          <p:cNvSpPr/>
          <p:nvPr/>
        </p:nvSpPr>
        <p:spPr>
          <a:xfrm flipH="1" flipV="1">
            <a:off x="11001931" y="1719689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8" name="r3_o12966"/>
          <p:cNvSpPr/>
          <p:nvPr/>
        </p:nvSpPr>
        <p:spPr>
          <a:xfrm>
            <a:off x="10533605" y="1797955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69" name="r3_o12967"/>
          <p:cNvSpPr/>
          <p:nvPr/>
        </p:nvSpPr>
        <p:spPr>
          <a:xfrm>
            <a:off x="10716451" y="1810501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0" name="r3_o12968"/>
          <p:cNvSpPr/>
          <p:nvPr/>
        </p:nvSpPr>
        <p:spPr>
          <a:xfrm flipH="1" flipV="1">
            <a:off x="11213671" y="1899814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1" name="r3_o12969"/>
          <p:cNvSpPr/>
          <p:nvPr/>
        </p:nvSpPr>
        <p:spPr>
          <a:xfrm>
            <a:off x="10950612" y="1771365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2" name="r3_o12970"/>
          <p:cNvSpPr/>
          <p:nvPr/>
        </p:nvSpPr>
        <p:spPr>
          <a:xfrm>
            <a:off x="11223300" y="1955671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3" name="r3_o12971"/>
          <p:cNvSpPr/>
          <p:nvPr/>
        </p:nvSpPr>
        <p:spPr>
          <a:xfrm>
            <a:off x="10767766" y="1758819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4" name="r3_o12972"/>
          <p:cNvSpPr/>
          <p:nvPr/>
        </p:nvSpPr>
        <p:spPr>
          <a:xfrm flipH="1" flipV="1">
            <a:off x="10321866" y="1617830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5" name="r3_o12973"/>
          <p:cNvSpPr/>
          <p:nvPr/>
        </p:nvSpPr>
        <p:spPr>
          <a:xfrm>
            <a:off x="10931352" y="1659650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6" name="r3_o12974"/>
          <p:cNvSpPr/>
          <p:nvPr/>
        </p:nvSpPr>
        <p:spPr>
          <a:xfrm flipH="1" flipV="1">
            <a:off x="11082144" y="1835593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7" name="r3_o12975"/>
          <p:cNvSpPr/>
          <p:nvPr/>
        </p:nvSpPr>
        <p:spPr>
          <a:xfrm flipH="1" flipV="1">
            <a:off x="10716451" y="1810501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8" name="r3_o12976"/>
          <p:cNvSpPr/>
          <p:nvPr/>
        </p:nvSpPr>
        <p:spPr>
          <a:xfrm flipH="1" flipV="1">
            <a:off x="10847979" y="1874722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79" name="r3_o12977"/>
          <p:cNvSpPr/>
          <p:nvPr/>
        </p:nvSpPr>
        <p:spPr>
          <a:xfrm>
            <a:off x="10880033" y="1711325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0" name="r3_o12978"/>
          <p:cNvSpPr/>
          <p:nvPr/>
        </p:nvSpPr>
        <p:spPr>
          <a:xfrm>
            <a:off x="11011561" y="1775547"/>
            <a:ext cx="70583" cy="6004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1" name="r3_o12979"/>
          <p:cNvSpPr/>
          <p:nvPr/>
        </p:nvSpPr>
        <p:spPr>
          <a:xfrm>
            <a:off x="10857608" y="1930579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2" name="r3_o12980"/>
          <p:cNvSpPr/>
          <p:nvPr/>
        </p:nvSpPr>
        <p:spPr>
          <a:xfrm>
            <a:off x="10726081" y="1866358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3" name="r3_o12981"/>
          <p:cNvSpPr/>
          <p:nvPr/>
        </p:nvSpPr>
        <p:spPr>
          <a:xfrm>
            <a:off x="11293879" y="2015711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4" name="r3_o12982"/>
          <p:cNvSpPr/>
          <p:nvPr/>
        </p:nvSpPr>
        <p:spPr>
          <a:xfrm>
            <a:off x="11184777" y="1732235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5" name="r3_o12983"/>
          <p:cNvSpPr/>
          <p:nvPr/>
        </p:nvSpPr>
        <p:spPr>
          <a:xfrm>
            <a:off x="11082144" y="1835593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6" name="r3_o12984"/>
          <p:cNvSpPr/>
          <p:nvPr/>
        </p:nvSpPr>
        <p:spPr>
          <a:xfrm>
            <a:off x="11325938" y="1852321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7" name="r3_o12985"/>
          <p:cNvSpPr/>
          <p:nvPr/>
        </p:nvSpPr>
        <p:spPr>
          <a:xfrm flipH="1" flipV="1">
            <a:off x="10613813" y="1913851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8" name="r3_o12986"/>
          <p:cNvSpPr/>
          <p:nvPr/>
        </p:nvSpPr>
        <p:spPr>
          <a:xfrm>
            <a:off x="10613813" y="1913851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89" name="r3_o12987"/>
          <p:cNvSpPr/>
          <p:nvPr/>
        </p:nvSpPr>
        <p:spPr>
          <a:xfrm>
            <a:off x="10562494" y="1965527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0" name="r3_o12988"/>
          <p:cNvSpPr/>
          <p:nvPr/>
        </p:nvSpPr>
        <p:spPr>
          <a:xfrm flipH="1" flipV="1">
            <a:off x="11184777" y="1732235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1" name="r3_o12989"/>
          <p:cNvSpPr/>
          <p:nvPr/>
        </p:nvSpPr>
        <p:spPr>
          <a:xfrm>
            <a:off x="11274619" y="1903996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2" name="r3_o12990"/>
          <p:cNvSpPr/>
          <p:nvPr/>
        </p:nvSpPr>
        <p:spPr>
          <a:xfrm>
            <a:off x="10928187" y="1990619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3" name="r3_o12991"/>
          <p:cNvSpPr/>
          <p:nvPr/>
        </p:nvSpPr>
        <p:spPr>
          <a:xfrm flipH="1" flipV="1">
            <a:off x="10979506" y="1938943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4" name="r3_o12992"/>
          <p:cNvSpPr/>
          <p:nvPr/>
        </p:nvSpPr>
        <p:spPr>
          <a:xfrm>
            <a:off x="11111033" y="2003165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5" name="r3_o12993"/>
          <p:cNvSpPr/>
          <p:nvPr/>
        </p:nvSpPr>
        <p:spPr>
          <a:xfrm flipH="1" flipV="1">
            <a:off x="11030825" y="1887268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6" name="r3_o12994"/>
          <p:cNvSpPr/>
          <p:nvPr/>
        </p:nvSpPr>
        <p:spPr>
          <a:xfrm>
            <a:off x="10491916" y="1905487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7" name="r3_o12995"/>
          <p:cNvSpPr/>
          <p:nvPr/>
        </p:nvSpPr>
        <p:spPr>
          <a:xfrm>
            <a:off x="11040454" y="1943125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8" name="r3_o12996"/>
          <p:cNvSpPr/>
          <p:nvPr/>
        </p:nvSpPr>
        <p:spPr>
          <a:xfrm flipH="1" flipV="1">
            <a:off x="11316304" y="1796457"/>
            <a:ext cx="9634" cy="5586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2999" name="r3_o12997"/>
          <p:cNvSpPr/>
          <p:nvPr/>
        </p:nvSpPr>
        <p:spPr>
          <a:xfrm>
            <a:off x="11194407" y="1788093"/>
            <a:ext cx="70583" cy="6004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0" name="r3_o12998"/>
          <p:cNvSpPr/>
          <p:nvPr/>
        </p:nvSpPr>
        <p:spPr>
          <a:xfrm flipH="1" flipV="1">
            <a:off x="10504712" y="1630376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1" name="r3_o12999"/>
          <p:cNvSpPr/>
          <p:nvPr/>
        </p:nvSpPr>
        <p:spPr>
          <a:xfrm>
            <a:off x="10382814" y="1622012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2" name="r3_o13000"/>
          <p:cNvSpPr/>
          <p:nvPr/>
        </p:nvSpPr>
        <p:spPr>
          <a:xfrm>
            <a:off x="11062880" y="1723871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3" name="r3_o13001"/>
          <p:cNvSpPr/>
          <p:nvPr/>
        </p:nvSpPr>
        <p:spPr>
          <a:xfrm>
            <a:off x="10748506" y="1647104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4" name="r3_o13002"/>
          <p:cNvSpPr/>
          <p:nvPr/>
        </p:nvSpPr>
        <p:spPr>
          <a:xfrm flipH="1" flipV="1">
            <a:off x="10636239" y="1694597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5" name="r3_o13003"/>
          <p:cNvSpPr/>
          <p:nvPr/>
        </p:nvSpPr>
        <p:spPr>
          <a:xfrm>
            <a:off x="10697187" y="1698779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6" name="r3_o13004"/>
          <p:cNvSpPr/>
          <p:nvPr/>
        </p:nvSpPr>
        <p:spPr>
          <a:xfrm>
            <a:off x="11030825" y="1887268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7" name="r3_o13005"/>
          <p:cNvSpPr/>
          <p:nvPr/>
        </p:nvSpPr>
        <p:spPr>
          <a:xfrm>
            <a:off x="10899298" y="1823047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8" name="r3_o13006"/>
          <p:cNvSpPr/>
          <p:nvPr/>
        </p:nvSpPr>
        <p:spPr>
          <a:xfrm>
            <a:off x="10584920" y="1746273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09" name="r3_o13007"/>
          <p:cNvSpPr/>
          <p:nvPr/>
        </p:nvSpPr>
        <p:spPr>
          <a:xfrm flipH="1" flipV="1">
            <a:off x="11162352" y="1951489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0" name="r3_o13008"/>
          <p:cNvSpPr/>
          <p:nvPr/>
        </p:nvSpPr>
        <p:spPr>
          <a:xfrm flipH="1" flipV="1">
            <a:off x="10870404" y="1655468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1" name="r3_o13009"/>
          <p:cNvSpPr/>
          <p:nvPr/>
        </p:nvSpPr>
        <p:spPr>
          <a:xfrm flipH="1" flipV="1">
            <a:off x="11396517" y="1912360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2" name="r3_o13010"/>
          <p:cNvSpPr/>
          <p:nvPr/>
        </p:nvSpPr>
        <p:spPr>
          <a:xfrm flipH="1" flipV="1">
            <a:off x="10453393" y="1682051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3" name="r3_o13011"/>
          <p:cNvSpPr/>
          <p:nvPr/>
        </p:nvSpPr>
        <p:spPr>
          <a:xfrm>
            <a:off x="10402074" y="1733727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4" name="r3_o13012"/>
          <p:cNvSpPr/>
          <p:nvPr/>
        </p:nvSpPr>
        <p:spPr>
          <a:xfrm flipH="1" flipV="1">
            <a:off x="10665132" y="1862176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5" name="r3_o13013"/>
          <p:cNvSpPr/>
          <p:nvPr/>
        </p:nvSpPr>
        <p:spPr>
          <a:xfrm>
            <a:off x="10331495" y="1673687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6" name="r3_o13014"/>
          <p:cNvSpPr/>
          <p:nvPr/>
        </p:nvSpPr>
        <p:spPr>
          <a:xfrm>
            <a:off x="10796660" y="1926397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7" name="r3_o13015"/>
          <p:cNvSpPr/>
          <p:nvPr/>
        </p:nvSpPr>
        <p:spPr>
          <a:xfrm flipH="1" flipV="1">
            <a:off x="10482286" y="1849630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8" name="r3_o13016"/>
          <p:cNvSpPr/>
          <p:nvPr/>
        </p:nvSpPr>
        <p:spPr>
          <a:xfrm flipH="1" flipV="1">
            <a:off x="10584920" y="1746273"/>
            <a:ext cx="9634" cy="5586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19" name="r3_o13017"/>
          <p:cNvSpPr/>
          <p:nvPr/>
        </p:nvSpPr>
        <p:spPr>
          <a:xfrm>
            <a:off x="11162352" y="1951489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20" name="r3_o13018"/>
          <p:cNvSpPr/>
          <p:nvPr/>
        </p:nvSpPr>
        <p:spPr>
          <a:xfrm>
            <a:off x="10543235" y="1853812"/>
            <a:ext cx="70578" cy="6003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21" name="r3_o13019"/>
          <p:cNvSpPr/>
          <p:nvPr/>
        </p:nvSpPr>
        <p:spPr>
          <a:xfrm flipH="1" flipV="1">
            <a:off x="10819085" y="1707143"/>
            <a:ext cx="9630" cy="5585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22" name="r3_o13020"/>
          <p:cNvSpPr/>
          <p:nvPr/>
        </p:nvSpPr>
        <p:spPr>
          <a:xfrm>
            <a:off x="10665132" y="1862176"/>
            <a:ext cx="60949" cy="418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023" name="r3_o13021"/>
          <p:cNvSpPr/>
          <p:nvPr/>
        </p:nvSpPr>
        <p:spPr>
          <a:xfrm>
            <a:off x="10305103" y="160106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4" name="r3_o13022"/>
          <p:cNvSpPr/>
          <p:nvPr/>
        </p:nvSpPr>
        <p:spPr>
          <a:xfrm>
            <a:off x="10309797" y="160525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5" name="r3_o13023"/>
          <p:cNvSpPr/>
          <p:nvPr/>
        </p:nvSpPr>
        <p:spPr>
          <a:xfrm>
            <a:off x="10309797" y="160525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6" name="r3_o13024"/>
          <p:cNvSpPr/>
          <p:nvPr/>
        </p:nvSpPr>
        <p:spPr>
          <a:xfrm>
            <a:off x="10326224" y="162051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7" name="r3_o13025"/>
          <p:cNvSpPr/>
          <p:nvPr/>
        </p:nvSpPr>
        <p:spPr>
          <a:xfrm>
            <a:off x="10329228" y="162319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8" name="r3_o13026"/>
          <p:cNvSpPr/>
          <p:nvPr/>
        </p:nvSpPr>
        <p:spPr>
          <a:xfrm>
            <a:off x="10329228" y="162319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29" name="r3_o13027"/>
          <p:cNvSpPr/>
          <p:nvPr/>
        </p:nvSpPr>
        <p:spPr>
          <a:xfrm>
            <a:off x="10366052" y="160525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0" name="r3_o13028"/>
          <p:cNvSpPr/>
          <p:nvPr/>
        </p:nvSpPr>
        <p:spPr>
          <a:xfrm>
            <a:off x="10370745" y="160944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1" name="r3_o13029"/>
          <p:cNvSpPr/>
          <p:nvPr/>
        </p:nvSpPr>
        <p:spPr>
          <a:xfrm>
            <a:off x="10370745" y="160944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2" name="r3_o13030"/>
          <p:cNvSpPr/>
          <p:nvPr/>
        </p:nvSpPr>
        <p:spPr>
          <a:xfrm>
            <a:off x="10387173" y="162469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3" name="r3_o13031"/>
          <p:cNvSpPr/>
          <p:nvPr/>
        </p:nvSpPr>
        <p:spPr>
          <a:xfrm>
            <a:off x="10390176" y="162737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4" name="r3_o13032"/>
          <p:cNvSpPr/>
          <p:nvPr/>
        </p:nvSpPr>
        <p:spPr>
          <a:xfrm>
            <a:off x="10390176" y="162737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5" name="r3_o13033"/>
          <p:cNvSpPr/>
          <p:nvPr/>
        </p:nvSpPr>
        <p:spPr>
          <a:xfrm>
            <a:off x="10487949" y="161361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6" name="r3_o13034"/>
          <p:cNvSpPr/>
          <p:nvPr/>
        </p:nvSpPr>
        <p:spPr>
          <a:xfrm>
            <a:off x="10492643" y="161780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7" name="r3_o13035"/>
          <p:cNvSpPr/>
          <p:nvPr/>
        </p:nvSpPr>
        <p:spPr>
          <a:xfrm>
            <a:off x="10492643" y="161780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8" name="r3_o13036"/>
          <p:cNvSpPr/>
          <p:nvPr/>
        </p:nvSpPr>
        <p:spPr>
          <a:xfrm>
            <a:off x="10509070" y="163305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39" name="r3_o13037"/>
          <p:cNvSpPr/>
          <p:nvPr/>
        </p:nvSpPr>
        <p:spPr>
          <a:xfrm>
            <a:off x="10512074" y="163574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0" name="r3_o13038"/>
          <p:cNvSpPr/>
          <p:nvPr/>
        </p:nvSpPr>
        <p:spPr>
          <a:xfrm>
            <a:off x="10512074" y="163574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1" name="r3_o13039"/>
          <p:cNvSpPr/>
          <p:nvPr/>
        </p:nvSpPr>
        <p:spPr>
          <a:xfrm>
            <a:off x="10548898" y="16177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2" name="r3_o13040"/>
          <p:cNvSpPr/>
          <p:nvPr/>
        </p:nvSpPr>
        <p:spPr>
          <a:xfrm>
            <a:off x="10553591" y="162198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3" name="r3_o13041"/>
          <p:cNvSpPr/>
          <p:nvPr/>
        </p:nvSpPr>
        <p:spPr>
          <a:xfrm>
            <a:off x="10553591" y="162198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4" name="r3_o13042"/>
          <p:cNvSpPr/>
          <p:nvPr/>
        </p:nvSpPr>
        <p:spPr>
          <a:xfrm>
            <a:off x="10570019" y="163724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5" name="r3_o13043"/>
          <p:cNvSpPr/>
          <p:nvPr/>
        </p:nvSpPr>
        <p:spPr>
          <a:xfrm>
            <a:off x="10573022" y="163992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6" name="r3_o13044"/>
          <p:cNvSpPr/>
          <p:nvPr/>
        </p:nvSpPr>
        <p:spPr>
          <a:xfrm>
            <a:off x="10573022" y="163992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7" name="r3_o13045"/>
          <p:cNvSpPr/>
          <p:nvPr/>
        </p:nvSpPr>
        <p:spPr>
          <a:xfrm>
            <a:off x="10670795" y="162616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8" name="r3_o13046"/>
          <p:cNvSpPr/>
          <p:nvPr/>
        </p:nvSpPr>
        <p:spPr>
          <a:xfrm>
            <a:off x="10675489" y="163035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49" name="r3_o13047"/>
          <p:cNvSpPr/>
          <p:nvPr/>
        </p:nvSpPr>
        <p:spPr>
          <a:xfrm>
            <a:off x="10675489" y="163035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0" name="r3_o13048"/>
          <p:cNvSpPr/>
          <p:nvPr/>
        </p:nvSpPr>
        <p:spPr>
          <a:xfrm>
            <a:off x="10691916" y="164560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1" name="r3_o13049"/>
          <p:cNvSpPr/>
          <p:nvPr/>
        </p:nvSpPr>
        <p:spPr>
          <a:xfrm>
            <a:off x="10694920" y="164828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2" name="r3_o13050"/>
          <p:cNvSpPr/>
          <p:nvPr/>
        </p:nvSpPr>
        <p:spPr>
          <a:xfrm>
            <a:off x="10694920" y="164828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3" name="r3_o13051"/>
          <p:cNvSpPr/>
          <p:nvPr/>
        </p:nvSpPr>
        <p:spPr>
          <a:xfrm>
            <a:off x="10731744" y="163034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4" name="r3_o13052"/>
          <p:cNvSpPr/>
          <p:nvPr/>
        </p:nvSpPr>
        <p:spPr>
          <a:xfrm>
            <a:off x="10736438" y="163453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5" name="r3_o13053"/>
          <p:cNvSpPr/>
          <p:nvPr/>
        </p:nvSpPr>
        <p:spPr>
          <a:xfrm>
            <a:off x="10736438" y="163453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6" name="r3_o13054"/>
          <p:cNvSpPr/>
          <p:nvPr/>
        </p:nvSpPr>
        <p:spPr>
          <a:xfrm>
            <a:off x="10752865" y="164978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7" name="r3_o13055"/>
          <p:cNvSpPr/>
          <p:nvPr/>
        </p:nvSpPr>
        <p:spPr>
          <a:xfrm>
            <a:off x="10755868" y="165246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8" name="r3_o13056"/>
          <p:cNvSpPr/>
          <p:nvPr/>
        </p:nvSpPr>
        <p:spPr>
          <a:xfrm>
            <a:off x="10755868" y="165246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59" name="r3_o13057"/>
          <p:cNvSpPr/>
          <p:nvPr/>
        </p:nvSpPr>
        <p:spPr>
          <a:xfrm>
            <a:off x="10853641" y="163870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0" name="r3_o13058"/>
          <p:cNvSpPr/>
          <p:nvPr/>
        </p:nvSpPr>
        <p:spPr>
          <a:xfrm>
            <a:off x="10858335" y="164289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1" name="r3_o13059"/>
          <p:cNvSpPr/>
          <p:nvPr/>
        </p:nvSpPr>
        <p:spPr>
          <a:xfrm>
            <a:off x="10858335" y="164289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2" name="r3_o13060"/>
          <p:cNvSpPr/>
          <p:nvPr/>
        </p:nvSpPr>
        <p:spPr>
          <a:xfrm>
            <a:off x="10874762" y="165815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3" name="r3_o13061"/>
          <p:cNvSpPr/>
          <p:nvPr/>
        </p:nvSpPr>
        <p:spPr>
          <a:xfrm>
            <a:off x="10877766" y="166083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4" name="r3_o13062"/>
          <p:cNvSpPr/>
          <p:nvPr/>
        </p:nvSpPr>
        <p:spPr>
          <a:xfrm>
            <a:off x="10877766" y="166083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5" name="r3_o13063"/>
          <p:cNvSpPr/>
          <p:nvPr/>
        </p:nvSpPr>
        <p:spPr>
          <a:xfrm>
            <a:off x="10914590" y="16428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6" name="r3_o13064"/>
          <p:cNvSpPr/>
          <p:nvPr/>
        </p:nvSpPr>
        <p:spPr>
          <a:xfrm>
            <a:off x="10919284" y="164707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7" name="r3_o13065"/>
          <p:cNvSpPr/>
          <p:nvPr/>
        </p:nvSpPr>
        <p:spPr>
          <a:xfrm>
            <a:off x="10919284" y="164707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8" name="r3_o13066"/>
          <p:cNvSpPr/>
          <p:nvPr/>
        </p:nvSpPr>
        <p:spPr>
          <a:xfrm>
            <a:off x="10935711" y="166233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69" name="r3_o13067"/>
          <p:cNvSpPr/>
          <p:nvPr/>
        </p:nvSpPr>
        <p:spPr>
          <a:xfrm>
            <a:off x="10938715" y="166501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0" name="r3_o13068"/>
          <p:cNvSpPr/>
          <p:nvPr/>
        </p:nvSpPr>
        <p:spPr>
          <a:xfrm>
            <a:off x="10938715" y="166501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1" name="r3_o13069"/>
          <p:cNvSpPr/>
          <p:nvPr/>
        </p:nvSpPr>
        <p:spPr>
          <a:xfrm>
            <a:off x="11036487" y="165125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2" name="r3_o13070"/>
          <p:cNvSpPr/>
          <p:nvPr/>
        </p:nvSpPr>
        <p:spPr>
          <a:xfrm>
            <a:off x="11041181" y="165544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3" name="r3_o13071"/>
          <p:cNvSpPr/>
          <p:nvPr/>
        </p:nvSpPr>
        <p:spPr>
          <a:xfrm>
            <a:off x="11041181" y="165544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4" name="r3_o13072"/>
          <p:cNvSpPr/>
          <p:nvPr/>
        </p:nvSpPr>
        <p:spPr>
          <a:xfrm>
            <a:off x="11057608" y="167069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5" name="r3_o13073"/>
          <p:cNvSpPr/>
          <p:nvPr/>
        </p:nvSpPr>
        <p:spPr>
          <a:xfrm>
            <a:off x="11060612" y="167337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6" name="r3_o13074"/>
          <p:cNvSpPr/>
          <p:nvPr/>
        </p:nvSpPr>
        <p:spPr>
          <a:xfrm>
            <a:off x="11060612" y="167337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7" name="r3_o13075"/>
          <p:cNvSpPr/>
          <p:nvPr/>
        </p:nvSpPr>
        <p:spPr>
          <a:xfrm>
            <a:off x="11097436" y="165543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8" name="r3_o13076"/>
          <p:cNvSpPr/>
          <p:nvPr/>
        </p:nvSpPr>
        <p:spPr>
          <a:xfrm>
            <a:off x="11102130" y="165962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79" name="r3_o13077"/>
          <p:cNvSpPr/>
          <p:nvPr/>
        </p:nvSpPr>
        <p:spPr>
          <a:xfrm>
            <a:off x="11102130" y="165962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0" name="r3_o13078"/>
          <p:cNvSpPr/>
          <p:nvPr/>
        </p:nvSpPr>
        <p:spPr>
          <a:xfrm>
            <a:off x="11118557" y="167487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1" name="r3_o13079"/>
          <p:cNvSpPr/>
          <p:nvPr/>
        </p:nvSpPr>
        <p:spPr>
          <a:xfrm>
            <a:off x="11121561" y="167756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2" name="r3_o13080"/>
          <p:cNvSpPr/>
          <p:nvPr/>
        </p:nvSpPr>
        <p:spPr>
          <a:xfrm>
            <a:off x="11121561" y="167756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3" name="r3_o13081"/>
          <p:cNvSpPr/>
          <p:nvPr/>
        </p:nvSpPr>
        <p:spPr>
          <a:xfrm>
            <a:off x="10314733" y="165692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4" name="r3_o13082"/>
          <p:cNvSpPr/>
          <p:nvPr/>
        </p:nvSpPr>
        <p:spPr>
          <a:xfrm>
            <a:off x="10319426" y="166111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5" name="r3_o13083"/>
          <p:cNvSpPr/>
          <p:nvPr/>
        </p:nvSpPr>
        <p:spPr>
          <a:xfrm>
            <a:off x="10319426" y="166111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6" name="r3_o13084"/>
          <p:cNvSpPr/>
          <p:nvPr/>
        </p:nvSpPr>
        <p:spPr>
          <a:xfrm>
            <a:off x="10335854" y="167636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7" name="r3_o13085"/>
          <p:cNvSpPr/>
          <p:nvPr/>
        </p:nvSpPr>
        <p:spPr>
          <a:xfrm>
            <a:off x="10338857" y="167905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8" name="r3_o13086"/>
          <p:cNvSpPr/>
          <p:nvPr/>
        </p:nvSpPr>
        <p:spPr>
          <a:xfrm>
            <a:off x="10338857" y="167905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89" name="r3_o13087"/>
          <p:cNvSpPr/>
          <p:nvPr/>
        </p:nvSpPr>
        <p:spPr>
          <a:xfrm>
            <a:off x="10436630" y="166528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0" name="r3_o13088"/>
          <p:cNvSpPr/>
          <p:nvPr/>
        </p:nvSpPr>
        <p:spPr>
          <a:xfrm>
            <a:off x="10441324" y="166948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1" name="r3_o13089"/>
          <p:cNvSpPr/>
          <p:nvPr/>
        </p:nvSpPr>
        <p:spPr>
          <a:xfrm>
            <a:off x="10441324" y="166948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2" name="r3_o13090"/>
          <p:cNvSpPr/>
          <p:nvPr/>
        </p:nvSpPr>
        <p:spPr>
          <a:xfrm>
            <a:off x="10497579" y="16694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3" name="r3_o13091"/>
          <p:cNvSpPr/>
          <p:nvPr/>
        </p:nvSpPr>
        <p:spPr>
          <a:xfrm>
            <a:off x="10502272" y="167366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4" name="r3_o13092"/>
          <p:cNvSpPr/>
          <p:nvPr/>
        </p:nvSpPr>
        <p:spPr>
          <a:xfrm>
            <a:off x="10502272" y="167366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5" name="r3_o13093"/>
          <p:cNvSpPr/>
          <p:nvPr/>
        </p:nvSpPr>
        <p:spPr>
          <a:xfrm>
            <a:off x="10619476" y="16778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6" name="r3_o13094"/>
          <p:cNvSpPr/>
          <p:nvPr/>
        </p:nvSpPr>
        <p:spPr>
          <a:xfrm>
            <a:off x="10624170" y="168202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7" name="r3_o13095"/>
          <p:cNvSpPr/>
          <p:nvPr/>
        </p:nvSpPr>
        <p:spPr>
          <a:xfrm>
            <a:off x="10624170" y="168202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8" name="r3_o13096"/>
          <p:cNvSpPr/>
          <p:nvPr/>
        </p:nvSpPr>
        <p:spPr>
          <a:xfrm>
            <a:off x="10680425" y="168201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99" name="r3_o13097"/>
          <p:cNvSpPr/>
          <p:nvPr/>
        </p:nvSpPr>
        <p:spPr>
          <a:xfrm>
            <a:off x="10685119" y="168620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0" name="r3_o13098"/>
          <p:cNvSpPr/>
          <p:nvPr/>
        </p:nvSpPr>
        <p:spPr>
          <a:xfrm>
            <a:off x="10685119" y="168620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1" name="r3_o13099"/>
          <p:cNvSpPr/>
          <p:nvPr/>
        </p:nvSpPr>
        <p:spPr>
          <a:xfrm>
            <a:off x="10802322" y="16903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2" name="r3_o13100"/>
          <p:cNvSpPr/>
          <p:nvPr/>
        </p:nvSpPr>
        <p:spPr>
          <a:xfrm>
            <a:off x="10807016" y="169457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3" name="r3_o13101"/>
          <p:cNvSpPr/>
          <p:nvPr/>
        </p:nvSpPr>
        <p:spPr>
          <a:xfrm>
            <a:off x="10807016" y="169457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4" name="r3_o13102"/>
          <p:cNvSpPr/>
          <p:nvPr/>
        </p:nvSpPr>
        <p:spPr>
          <a:xfrm>
            <a:off x="10863271" y="169456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5" name="r3_o13103"/>
          <p:cNvSpPr/>
          <p:nvPr/>
        </p:nvSpPr>
        <p:spPr>
          <a:xfrm>
            <a:off x="10867965" y="169875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6" name="r3_o13104"/>
          <p:cNvSpPr/>
          <p:nvPr/>
        </p:nvSpPr>
        <p:spPr>
          <a:xfrm>
            <a:off x="10867965" y="169875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7" name="r3_o13105"/>
          <p:cNvSpPr/>
          <p:nvPr/>
        </p:nvSpPr>
        <p:spPr>
          <a:xfrm>
            <a:off x="10985168" y="170292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8" name="r3_o13106"/>
          <p:cNvSpPr/>
          <p:nvPr/>
        </p:nvSpPr>
        <p:spPr>
          <a:xfrm>
            <a:off x="10989862" y="170711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09" name="r3_o13107"/>
          <p:cNvSpPr/>
          <p:nvPr/>
        </p:nvSpPr>
        <p:spPr>
          <a:xfrm>
            <a:off x="10989862" y="170711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0" name="r3_o13108"/>
          <p:cNvSpPr/>
          <p:nvPr/>
        </p:nvSpPr>
        <p:spPr>
          <a:xfrm>
            <a:off x="11046117" y="17071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1" name="r3_o13109"/>
          <p:cNvSpPr/>
          <p:nvPr/>
        </p:nvSpPr>
        <p:spPr>
          <a:xfrm>
            <a:off x="11050811" y="171130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2" name="r3_o13110"/>
          <p:cNvSpPr/>
          <p:nvPr/>
        </p:nvSpPr>
        <p:spPr>
          <a:xfrm>
            <a:off x="11050811" y="171130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3" name="r3_o13111"/>
          <p:cNvSpPr/>
          <p:nvPr/>
        </p:nvSpPr>
        <p:spPr>
          <a:xfrm>
            <a:off x="11168015" y="171547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4" name="r3_o13112"/>
          <p:cNvSpPr/>
          <p:nvPr/>
        </p:nvSpPr>
        <p:spPr>
          <a:xfrm>
            <a:off x="11172708" y="171966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5" name="r3_o13113"/>
          <p:cNvSpPr/>
          <p:nvPr/>
        </p:nvSpPr>
        <p:spPr>
          <a:xfrm>
            <a:off x="11172708" y="171966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6" name="r3_o13114"/>
          <p:cNvSpPr/>
          <p:nvPr/>
        </p:nvSpPr>
        <p:spPr>
          <a:xfrm>
            <a:off x="10385311" y="171696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7" name="r3_o13115"/>
          <p:cNvSpPr/>
          <p:nvPr/>
        </p:nvSpPr>
        <p:spPr>
          <a:xfrm>
            <a:off x="10390005" y="172115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8" name="r3_o13116"/>
          <p:cNvSpPr/>
          <p:nvPr/>
        </p:nvSpPr>
        <p:spPr>
          <a:xfrm>
            <a:off x="10390005" y="172115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19" name="r3_o13117"/>
          <p:cNvSpPr/>
          <p:nvPr/>
        </p:nvSpPr>
        <p:spPr>
          <a:xfrm>
            <a:off x="11228963" y="171965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0" name="r3_o13118"/>
          <p:cNvSpPr/>
          <p:nvPr/>
        </p:nvSpPr>
        <p:spPr>
          <a:xfrm>
            <a:off x="11233657" y="172384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1" name="r3_o13119"/>
          <p:cNvSpPr/>
          <p:nvPr/>
        </p:nvSpPr>
        <p:spPr>
          <a:xfrm>
            <a:off x="11233657" y="172384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2" name="r3_o13120"/>
          <p:cNvSpPr/>
          <p:nvPr/>
        </p:nvSpPr>
        <p:spPr>
          <a:xfrm>
            <a:off x="11250084" y="173909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3" name="r3_o13121"/>
          <p:cNvSpPr/>
          <p:nvPr/>
        </p:nvSpPr>
        <p:spPr>
          <a:xfrm>
            <a:off x="11253088" y="174178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4" name="r3_o13122"/>
          <p:cNvSpPr/>
          <p:nvPr/>
        </p:nvSpPr>
        <p:spPr>
          <a:xfrm>
            <a:off x="11253088" y="174178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5" name="r3_o13123"/>
          <p:cNvSpPr/>
          <p:nvPr/>
        </p:nvSpPr>
        <p:spPr>
          <a:xfrm>
            <a:off x="10446260" y="17211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6" name="r3_o13124"/>
          <p:cNvSpPr/>
          <p:nvPr/>
        </p:nvSpPr>
        <p:spPr>
          <a:xfrm>
            <a:off x="10450953" y="172533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7" name="r3_o13125"/>
          <p:cNvSpPr/>
          <p:nvPr/>
        </p:nvSpPr>
        <p:spPr>
          <a:xfrm>
            <a:off x="10450953" y="172533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8" name="r3_o13126"/>
          <p:cNvSpPr/>
          <p:nvPr/>
        </p:nvSpPr>
        <p:spPr>
          <a:xfrm>
            <a:off x="10568157" y="172951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29" name="r3_o13127"/>
          <p:cNvSpPr/>
          <p:nvPr/>
        </p:nvSpPr>
        <p:spPr>
          <a:xfrm>
            <a:off x="10572851" y="173370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0" name="r3_o13128"/>
          <p:cNvSpPr/>
          <p:nvPr/>
        </p:nvSpPr>
        <p:spPr>
          <a:xfrm>
            <a:off x="10572851" y="173370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1" name="r3_o13129"/>
          <p:cNvSpPr/>
          <p:nvPr/>
        </p:nvSpPr>
        <p:spPr>
          <a:xfrm>
            <a:off x="10629106" y="173369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2" name="r3_o13130"/>
          <p:cNvSpPr/>
          <p:nvPr/>
        </p:nvSpPr>
        <p:spPr>
          <a:xfrm>
            <a:off x="10633800" y="173788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3" name="r3_o13131"/>
          <p:cNvSpPr/>
          <p:nvPr/>
        </p:nvSpPr>
        <p:spPr>
          <a:xfrm>
            <a:off x="10633800" y="173788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4" name="r3_o13132"/>
          <p:cNvSpPr/>
          <p:nvPr/>
        </p:nvSpPr>
        <p:spPr>
          <a:xfrm>
            <a:off x="10751003" y="174205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5" name="r3_o13133"/>
          <p:cNvSpPr/>
          <p:nvPr/>
        </p:nvSpPr>
        <p:spPr>
          <a:xfrm>
            <a:off x="10755697" y="174624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6" name="r3_o13134"/>
          <p:cNvSpPr/>
          <p:nvPr/>
        </p:nvSpPr>
        <p:spPr>
          <a:xfrm>
            <a:off x="10755697" y="174624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7" name="r3_o13135"/>
          <p:cNvSpPr/>
          <p:nvPr/>
        </p:nvSpPr>
        <p:spPr>
          <a:xfrm>
            <a:off x="10811952" y="17462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8" name="r3_o13136"/>
          <p:cNvSpPr/>
          <p:nvPr/>
        </p:nvSpPr>
        <p:spPr>
          <a:xfrm>
            <a:off x="10816646" y="17504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39" name="r3_o13137"/>
          <p:cNvSpPr/>
          <p:nvPr/>
        </p:nvSpPr>
        <p:spPr>
          <a:xfrm>
            <a:off x="10816646" y="17504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0" name="r3_o13138"/>
          <p:cNvSpPr/>
          <p:nvPr/>
        </p:nvSpPr>
        <p:spPr>
          <a:xfrm>
            <a:off x="10933849" y="175460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1" name="r3_o13139"/>
          <p:cNvSpPr/>
          <p:nvPr/>
        </p:nvSpPr>
        <p:spPr>
          <a:xfrm>
            <a:off x="10938543" y="175879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2" name="r3_o13140"/>
          <p:cNvSpPr/>
          <p:nvPr/>
        </p:nvSpPr>
        <p:spPr>
          <a:xfrm>
            <a:off x="10938543" y="175879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3" name="r3_o13141"/>
          <p:cNvSpPr/>
          <p:nvPr/>
        </p:nvSpPr>
        <p:spPr>
          <a:xfrm>
            <a:off x="10994798" y="175878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4" name="r3_o13142"/>
          <p:cNvSpPr/>
          <p:nvPr/>
        </p:nvSpPr>
        <p:spPr>
          <a:xfrm>
            <a:off x="10999492" y="176297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5" name="r3_o13143"/>
          <p:cNvSpPr/>
          <p:nvPr/>
        </p:nvSpPr>
        <p:spPr>
          <a:xfrm>
            <a:off x="10999492" y="176297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6" name="r3_o13144"/>
          <p:cNvSpPr/>
          <p:nvPr/>
        </p:nvSpPr>
        <p:spPr>
          <a:xfrm>
            <a:off x="11116696" y="176714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7" name="r3_o13145"/>
          <p:cNvSpPr/>
          <p:nvPr/>
        </p:nvSpPr>
        <p:spPr>
          <a:xfrm>
            <a:off x="11121389" y="177133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8" name="r3_o13146"/>
          <p:cNvSpPr/>
          <p:nvPr/>
        </p:nvSpPr>
        <p:spPr>
          <a:xfrm>
            <a:off x="11121389" y="177133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49" name="r3_o13147"/>
          <p:cNvSpPr/>
          <p:nvPr/>
        </p:nvSpPr>
        <p:spPr>
          <a:xfrm>
            <a:off x="11177644" y="17713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0" name="r3_o13148"/>
          <p:cNvSpPr/>
          <p:nvPr/>
        </p:nvSpPr>
        <p:spPr>
          <a:xfrm>
            <a:off x="11182338" y="17755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1" name="r3_o13149"/>
          <p:cNvSpPr/>
          <p:nvPr/>
        </p:nvSpPr>
        <p:spPr>
          <a:xfrm>
            <a:off x="11182338" y="17755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2" name="r3_o13150"/>
          <p:cNvSpPr/>
          <p:nvPr/>
        </p:nvSpPr>
        <p:spPr>
          <a:xfrm>
            <a:off x="10394946" y="177282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3" name="r3_o13151"/>
          <p:cNvSpPr/>
          <p:nvPr/>
        </p:nvSpPr>
        <p:spPr>
          <a:xfrm>
            <a:off x="10399639" y="177701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4" name="r3_o13152"/>
          <p:cNvSpPr/>
          <p:nvPr/>
        </p:nvSpPr>
        <p:spPr>
          <a:xfrm>
            <a:off x="10399639" y="177701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5" name="r3_o13153"/>
          <p:cNvSpPr/>
          <p:nvPr/>
        </p:nvSpPr>
        <p:spPr>
          <a:xfrm>
            <a:off x="10416066" y="179227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6" name="r3_o13154"/>
          <p:cNvSpPr/>
          <p:nvPr/>
        </p:nvSpPr>
        <p:spPr>
          <a:xfrm>
            <a:off x="10419070" y="179495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7" name="r3_o13155"/>
          <p:cNvSpPr/>
          <p:nvPr/>
        </p:nvSpPr>
        <p:spPr>
          <a:xfrm>
            <a:off x="10419070" y="179495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8" name="r3_o13156"/>
          <p:cNvSpPr/>
          <p:nvPr/>
        </p:nvSpPr>
        <p:spPr>
          <a:xfrm>
            <a:off x="11299542" y="177969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59" name="r3_o13157"/>
          <p:cNvSpPr/>
          <p:nvPr/>
        </p:nvSpPr>
        <p:spPr>
          <a:xfrm>
            <a:off x="11304235" y="178388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0" name="r3_o13158"/>
          <p:cNvSpPr/>
          <p:nvPr/>
        </p:nvSpPr>
        <p:spPr>
          <a:xfrm>
            <a:off x="11304235" y="178388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1" name="r3_o13159"/>
          <p:cNvSpPr/>
          <p:nvPr/>
        </p:nvSpPr>
        <p:spPr>
          <a:xfrm>
            <a:off x="11320662" y="179913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2" name="r3_o13160"/>
          <p:cNvSpPr/>
          <p:nvPr/>
        </p:nvSpPr>
        <p:spPr>
          <a:xfrm>
            <a:off x="11323666" y="180182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3" name="r3_o13161"/>
          <p:cNvSpPr/>
          <p:nvPr/>
        </p:nvSpPr>
        <p:spPr>
          <a:xfrm>
            <a:off x="11323666" y="180182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4" name="r3_o13162"/>
          <p:cNvSpPr/>
          <p:nvPr/>
        </p:nvSpPr>
        <p:spPr>
          <a:xfrm>
            <a:off x="10516843" y="178119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5" name="r3_o13163"/>
          <p:cNvSpPr/>
          <p:nvPr/>
        </p:nvSpPr>
        <p:spPr>
          <a:xfrm>
            <a:off x="10521536" y="178538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6" name="r3_o13164"/>
          <p:cNvSpPr/>
          <p:nvPr/>
        </p:nvSpPr>
        <p:spPr>
          <a:xfrm>
            <a:off x="10521536" y="178538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7" name="r3_o13165"/>
          <p:cNvSpPr/>
          <p:nvPr/>
        </p:nvSpPr>
        <p:spPr>
          <a:xfrm>
            <a:off x="10577792" y="178537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8" name="r3_o13166"/>
          <p:cNvSpPr/>
          <p:nvPr/>
        </p:nvSpPr>
        <p:spPr>
          <a:xfrm>
            <a:off x="10582485" y="178956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69" name="r3_o13167"/>
          <p:cNvSpPr/>
          <p:nvPr/>
        </p:nvSpPr>
        <p:spPr>
          <a:xfrm>
            <a:off x="10582485" y="178956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0" name="r3_o13168"/>
          <p:cNvSpPr/>
          <p:nvPr/>
        </p:nvSpPr>
        <p:spPr>
          <a:xfrm>
            <a:off x="10699689" y="17937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1" name="r3_o13169"/>
          <p:cNvSpPr/>
          <p:nvPr/>
        </p:nvSpPr>
        <p:spPr>
          <a:xfrm>
            <a:off x="10704383" y="17979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2" name="r3_o13170"/>
          <p:cNvSpPr/>
          <p:nvPr/>
        </p:nvSpPr>
        <p:spPr>
          <a:xfrm>
            <a:off x="10704383" y="17979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3" name="r3_o13171"/>
          <p:cNvSpPr/>
          <p:nvPr/>
        </p:nvSpPr>
        <p:spPr>
          <a:xfrm>
            <a:off x="10760638" y="179792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4" name="r3_o13172"/>
          <p:cNvSpPr/>
          <p:nvPr/>
        </p:nvSpPr>
        <p:spPr>
          <a:xfrm>
            <a:off x="10765331" y="180211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5" name="r3_o13173"/>
          <p:cNvSpPr/>
          <p:nvPr/>
        </p:nvSpPr>
        <p:spPr>
          <a:xfrm>
            <a:off x="10765331" y="180211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6" name="r3_o13174"/>
          <p:cNvSpPr/>
          <p:nvPr/>
        </p:nvSpPr>
        <p:spPr>
          <a:xfrm>
            <a:off x="10882535" y="180628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7" name="r3_o13175"/>
          <p:cNvSpPr/>
          <p:nvPr/>
        </p:nvSpPr>
        <p:spPr>
          <a:xfrm>
            <a:off x="10887229" y="181047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8" name="r3_o13176"/>
          <p:cNvSpPr/>
          <p:nvPr/>
        </p:nvSpPr>
        <p:spPr>
          <a:xfrm>
            <a:off x="10887229" y="181047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79" name="r3_o13177"/>
          <p:cNvSpPr/>
          <p:nvPr/>
        </p:nvSpPr>
        <p:spPr>
          <a:xfrm>
            <a:off x="10943484" y="181046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0" name="r3_o13178"/>
          <p:cNvSpPr/>
          <p:nvPr/>
        </p:nvSpPr>
        <p:spPr>
          <a:xfrm>
            <a:off x="10948177" y="181465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1" name="r3_o13179"/>
          <p:cNvSpPr/>
          <p:nvPr/>
        </p:nvSpPr>
        <p:spPr>
          <a:xfrm>
            <a:off x="10948177" y="181465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2" name="r3_o13180"/>
          <p:cNvSpPr/>
          <p:nvPr/>
        </p:nvSpPr>
        <p:spPr>
          <a:xfrm>
            <a:off x="11065381" y="18188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3" name="r3_o13181"/>
          <p:cNvSpPr/>
          <p:nvPr/>
        </p:nvSpPr>
        <p:spPr>
          <a:xfrm>
            <a:off x="11070075" y="18230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4" name="r3_o13182"/>
          <p:cNvSpPr/>
          <p:nvPr/>
        </p:nvSpPr>
        <p:spPr>
          <a:xfrm>
            <a:off x="11070075" y="18230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5" name="r3_o13183"/>
          <p:cNvSpPr/>
          <p:nvPr/>
        </p:nvSpPr>
        <p:spPr>
          <a:xfrm>
            <a:off x="11126330" y="182301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6" name="r3_o13184"/>
          <p:cNvSpPr/>
          <p:nvPr/>
        </p:nvSpPr>
        <p:spPr>
          <a:xfrm>
            <a:off x="11131023" y="182720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7" name="r3_o13185"/>
          <p:cNvSpPr/>
          <p:nvPr/>
        </p:nvSpPr>
        <p:spPr>
          <a:xfrm>
            <a:off x="11131023" y="182720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8" name="r3_o13186"/>
          <p:cNvSpPr/>
          <p:nvPr/>
        </p:nvSpPr>
        <p:spPr>
          <a:xfrm>
            <a:off x="11248227" y="183137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89" name="r3_o13187"/>
          <p:cNvSpPr/>
          <p:nvPr/>
        </p:nvSpPr>
        <p:spPr>
          <a:xfrm>
            <a:off x="11252921" y="183556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0" name="r3_o13188"/>
          <p:cNvSpPr/>
          <p:nvPr/>
        </p:nvSpPr>
        <p:spPr>
          <a:xfrm>
            <a:off x="11252921" y="183556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1" name="r3_o13189"/>
          <p:cNvSpPr/>
          <p:nvPr/>
        </p:nvSpPr>
        <p:spPr>
          <a:xfrm>
            <a:off x="10465524" y="183286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2" name="r3_o13190"/>
          <p:cNvSpPr/>
          <p:nvPr/>
        </p:nvSpPr>
        <p:spPr>
          <a:xfrm>
            <a:off x="10470217" y="183705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3" name="r3_o13191"/>
          <p:cNvSpPr/>
          <p:nvPr/>
        </p:nvSpPr>
        <p:spPr>
          <a:xfrm>
            <a:off x="10470217" y="183705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4" name="r3_o13192"/>
          <p:cNvSpPr/>
          <p:nvPr/>
        </p:nvSpPr>
        <p:spPr>
          <a:xfrm>
            <a:off x="11309176" y="183555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5" name="r3_o13193"/>
          <p:cNvSpPr/>
          <p:nvPr/>
        </p:nvSpPr>
        <p:spPr>
          <a:xfrm>
            <a:off x="11313869" y="183974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6" name="r3_o13194"/>
          <p:cNvSpPr/>
          <p:nvPr/>
        </p:nvSpPr>
        <p:spPr>
          <a:xfrm>
            <a:off x="11313869" y="183974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7" name="r3_o13195"/>
          <p:cNvSpPr/>
          <p:nvPr/>
        </p:nvSpPr>
        <p:spPr>
          <a:xfrm>
            <a:off x="10526473" y="183705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8" name="r3_o13196"/>
          <p:cNvSpPr/>
          <p:nvPr/>
        </p:nvSpPr>
        <p:spPr>
          <a:xfrm>
            <a:off x="10531166" y="184124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99" name="r3_o13197"/>
          <p:cNvSpPr/>
          <p:nvPr/>
        </p:nvSpPr>
        <p:spPr>
          <a:xfrm>
            <a:off x="10531166" y="184124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0" name="r3_o13198"/>
          <p:cNvSpPr/>
          <p:nvPr/>
        </p:nvSpPr>
        <p:spPr>
          <a:xfrm>
            <a:off x="10648370" y="184541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1" name="r3_o13199"/>
          <p:cNvSpPr/>
          <p:nvPr/>
        </p:nvSpPr>
        <p:spPr>
          <a:xfrm>
            <a:off x="10653064" y="184960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2" name="r3_o13200"/>
          <p:cNvSpPr/>
          <p:nvPr/>
        </p:nvSpPr>
        <p:spPr>
          <a:xfrm>
            <a:off x="10653064" y="184960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3" name="r3_o13201"/>
          <p:cNvSpPr/>
          <p:nvPr/>
        </p:nvSpPr>
        <p:spPr>
          <a:xfrm>
            <a:off x="10709319" y="18495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4" name="r3_o13202"/>
          <p:cNvSpPr/>
          <p:nvPr/>
        </p:nvSpPr>
        <p:spPr>
          <a:xfrm>
            <a:off x="10714012" y="185378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5" name="r3_o13203"/>
          <p:cNvSpPr/>
          <p:nvPr/>
        </p:nvSpPr>
        <p:spPr>
          <a:xfrm>
            <a:off x="10714012" y="185378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6" name="r3_o13204"/>
          <p:cNvSpPr/>
          <p:nvPr/>
        </p:nvSpPr>
        <p:spPr>
          <a:xfrm>
            <a:off x="10831216" y="185796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7" name="r3_o13205"/>
          <p:cNvSpPr/>
          <p:nvPr/>
        </p:nvSpPr>
        <p:spPr>
          <a:xfrm>
            <a:off x="10835910" y="186215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8" name="r3_o13206"/>
          <p:cNvSpPr/>
          <p:nvPr/>
        </p:nvSpPr>
        <p:spPr>
          <a:xfrm>
            <a:off x="10835910" y="186215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09" name="r3_o13207"/>
          <p:cNvSpPr/>
          <p:nvPr/>
        </p:nvSpPr>
        <p:spPr>
          <a:xfrm>
            <a:off x="10892165" y="186214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0" name="r3_o13208"/>
          <p:cNvSpPr/>
          <p:nvPr/>
        </p:nvSpPr>
        <p:spPr>
          <a:xfrm>
            <a:off x="10896858" y="186633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1" name="r3_o13209"/>
          <p:cNvSpPr/>
          <p:nvPr/>
        </p:nvSpPr>
        <p:spPr>
          <a:xfrm>
            <a:off x="10896858" y="186633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2" name="r3_o13210"/>
          <p:cNvSpPr/>
          <p:nvPr/>
        </p:nvSpPr>
        <p:spPr>
          <a:xfrm>
            <a:off x="11014062" y="187050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3" name="r3_o13211"/>
          <p:cNvSpPr/>
          <p:nvPr/>
        </p:nvSpPr>
        <p:spPr>
          <a:xfrm>
            <a:off x="11018756" y="187469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4" name="r3_o13212"/>
          <p:cNvSpPr/>
          <p:nvPr/>
        </p:nvSpPr>
        <p:spPr>
          <a:xfrm>
            <a:off x="11018756" y="187469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5" name="r3_o13213"/>
          <p:cNvSpPr/>
          <p:nvPr/>
        </p:nvSpPr>
        <p:spPr>
          <a:xfrm>
            <a:off x="11075011" y="18746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6" name="r3_o13214"/>
          <p:cNvSpPr/>
          <p:nvPr/>
        </p:nvSpPr>
        <p:spPr>
          <a:xfrm>
            <a:off x="11079704" y="187887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7" name="r3_o13215"/>
          <p:cNvSpPr/>
          <p:nvPr/>
        </p:nvSpPr>
        <p:spPr>
          <a:xfrm>
            <a:off x="11079704" y="187887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8" name="r3_o13216"/>
          <p:cNvSpPr/>
          <p:nvPr/>
        </p:nvSpPr>
        <p:spPr>
          <a:xfrm>
            <a:off x="11196908" y="188305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19" name="r3_o13217"/>
          <p:cNvSpPr/>
          <p:nvPr/>
        </p:nvSpPr>
        <p:spPr>
          <a:xfrm>
            <a:off x="11201602" y="188724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0" name="r3_o13218"/>
          <p:cNvSpPr/>
          <p:nvPr/>
        </p:nvSpPr>
        <p:spPr>
          <a:xfrm>
            <a:off x="11201602" y="188724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1" name="r3_o13219"/>
          <p:cNvSpPr/>
          <p:nvPr/>
        </p:nvSpPr>
        <p:spPr>
          <a:xfrm>
            <a:off x="11257857" y="188723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2" name="r3_o13220"/>
          <p:cNvSpPr/>
          <p:nvPr/>
        </p:nvSpPr>
        <p:spPr>
          <a:xfrm>
            <a:off x="11262550" y="189142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3" name="r3_o13221"/>
          <p:cNvSpPr/>
          <p:nvPr/>
        </p:nvSpPr>
        <p:spPr>
          <a:xfrm>
            <a:off x="11262550" y="189142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4" name="r3_o13222"/>
          <p:cNvSpPr/>
          <p:nvPr/>
        </p:nvSpPr>
        <p:spPr>
          <a:xfrm>
            <a:off x="10475154" y="188872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5" name="r3_o13223"/>
          <p:cNvSpPr/>
          <p:nvPr/>
        </p:nvSpPr>
        <p:spPr>
          <a:xfrm>
            <a:off x="10479847" y="189291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6" name="r3_o13224"/>
          <p:cNvSpPr/>
          <p:nvPr/>
        </p:nvSpPr>
        <p:spPr>
          <a:xfrm>
            <a:off x="10479847" y="189291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7" name="r3_o13225"/>
          <p:cNvSpPr/>
          <p:nvPr/>
        </p:nvSpPr>
        <p:spPr>
          <a:xfrm>
            <a:off x="10496274" y="190816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8" name="r3_o13226"/>
          <p:cNvSpPr/>
          <p:nvPr/>
        </p:nvSpPr>
        <p:spPr>
          <a:xfrm>
            <a:off x="10499278" y="191085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29" name="r3_o13227"/>
          <p:cNvSpPr/>
          <p:nvPr/>
        </p:nvSpPr>
        <p:spPr>
          <a:xfrm>
            <a:off x="10499278" y="191085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0" name="r3_o13228"/>
          <p:cNvSpPr/>
          <p:nvPr/>
        </p:nvSpPr>
        <p:spPr>
          <a:xfrm>
            <a:off x="11379754" y="189559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1" name="r3_o13229"/>
          <p:cNvSpPr/>
          <p:nvPr/>
        </p:nvSpPr>
        <p:spPr>
          <a:xfrm>
            <a:off x="11384448" y="189978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2" name="r3_o13230"/>
          <p:cNvSpPr/>
          <p:nvPr/>
        </p:nvSpPr>
        <p:spPr>
          <a:xfrm>
            <a:off x="11384448" y="189978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3" name="r3_o13231"/>
          <p:cNvSpPr/>
          <p:nvPr/>
        </p:nvSpPr>
        <p:spPr>
          <a:xfrm>
            <a:off x="11400875" y="191504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4" name="r3_o13232"/>
          <p:cNvSpPr/>
          <p:nvPr/>
        </p:nvSpPr>
        <p:spPr>
          <a:xfrm>
            <a:off x="11403879" y="191772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5" name="r3_o13233"/>
          <p:cNvSpPr/>
          <p:nvPr/>
        </p:nvSpPr>
        <p:spPr>
          <a:xfrm>
            <a:off x="11403879" y="191772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6" name="r3_o13234"/>
          <p:cNvSpPr/>
          <p:nvPr/>
        </p:nvSpPr>
        <p:spPr>
          <a:xfrm>
            <a:off x="10597051" y="189708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7" name="r3_o13235"/>
          <p:cNvSpPr/>
          <p:nvPr/>
        </p:nvSpPr>
        <p:spPr>
          <a:xfrm>
            <a:off x="10601745" y="190128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8" name="r3_o13236"/>
          <p:cNvSpPr/>
          <p:nvPr/>
        </p:nvSpPr>
        <p:spPr>
          <a:xfrm>
            <a:off x="10601745" y="190128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39" name="r3_o13237"/>
          <p:cNvSpPr/>
          <p:nvPr/>
        </p:nvSpPr>
        <p:spPr>
          <a:xfrm>
            <a:off x="10658000" y="19012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0" name="r3_o13238"/>
          <p:cNvSpPr/>
          <p:nvPr/>
        </p:nvSpPr>
        <p:spPr>
          <a:xfrm>
            <a:off x="10662693" y="190546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1" name="r3_o13239"/>
          <p:cNvSpPr/>
          <p:nvPr/>
        </p:nvSpPr>
        <p:spPr>
          <a:xfrm>
            <a:off x="10662693" y="190546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2" name="r3_o13240"/>
          <p:cNvSpPr/>
          <p:nvPr/>
        </p:nvSpPr>
        <p:spPr>
          <a:xfrm>
            <a:off x="10779897" y="19096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3" name="r3_o13241"/>
          <p:cNvSpPr/>
          <p:nvPr/>
        </p:nvSpPr>
        <p:spPr>
          <a:xfrm>
            <a:off x="10784591" y="191382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4" name="r3_o13242"/>
          <p:cNvSpPr/>
          <p:nvPr/>
        </p:nvSpPr>
        <p:spPr>
          <a:xfrm>
            <a:off x="10784591" y="191382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5" name="r3_o13243"/>
          <p:cNvSpPr/>
          <p:nvPr/>
        </p:nvSpPr>
        <p:spPr>
          <a:xfrm>
            <a:off x="10840846" y="191381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6" name="r3_o13244"/>
          <p:cNvSpPr/>
          <p:nvPr/>
        </p:nvSpPr>
        <p:spPr>
          <a:xfrm>
            <a:off x="10845539" y="191800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7" name="r3_o13245"/>
          <p:cNvSpPr/>
          <p:nvPr/>
        </p:nvSpPr>
        <p:spPr>
          <a:xfrm>
            <a:off x="10845539" y="191800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8" name="r3_o13246"/>
          <p:cNvSpPr/>
          <p:nvPr/>
        </p:nvSpPr>
        <p:spPr>
          <a:xfrm>
            <a:off x="10962743" y="19221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49" name="r3_o13247"/>
          <p:cNvSpPr/>
          <p:nvPr/>
        </p:nvSpPr>
        <p:spPr>
          <a:xfrm>
            <a:off x="10967437" y="192637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0" name="r3_o13248"/>
          <p:cNvSpPr/>
          <p:nvPr/>
        </p:nvSpPr>
        <p:spPr>
          <a:xfrm>
            <a:off x="10967437" y="192637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1" name="r3_o13249"/>
          <p:cNvSpPr/>
          <p:nvPr/>
        </p:nvSpPr>
        <p:spPr>
          <a:xfrm>
            <a:off x="11023692" y="192636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2" name="r3_o13250"/>
          <p:cNvSpPr/>
          <p:nvPr/>
        </p:nvSpPr>
        <p:spPr>
          <a:xfrm>
            <a:off x="11028385" y="193055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3" name="r3_o13251"/>
          <p:cNvSpPr/>
          <p:nvPr/>
        </p:nvSpPr>
        <p:spPr>
          <a:xfrm>
            <a:off x="11028385" y="193055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4" name="r3_o13252"/>
          <p:cNvSpPr/>
          <p:nvPr/>
        </p:nvSpPr>
        <p:spPr>
          <a:xfrm>
            <a:off x="11145589" y="193472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5" name="r3_o13253"/>
          <p:cNvSpPr/>
          <p:nvPr/>
        </p:nvSpPr>
        <p:spPr>
          <a:xfrm>
            <a:off x="11150283" y="193891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6" name="r3_o13254"/>
          <p:cNvSpPr/>
          <p:nvPr/>
        </p:nvSpPr>
        <p:spPr>
          <a:xfrm>
            <a:off x="11150283" y="193891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7" name="r3_o13255"/>
          <p:cNvSpPr/>
          <p:nvPr/>
        </p:nvSpPr>
        <p:spPr>
          <a:xfrm>
            <a:off x="11206538" y="19389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8" name="r3_o13256"/>
          <p:cNvSpPr/>
          <p:nvPr/>
        </p:nvSpPr>
        <p:spPr>
          <a:xfrm>
            <a:off x="11211231" y="194310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59" name="r3_o13257"/>
          <p:cNvSpPr/>
          <p:nvPr/>
        </p:nvSpPr>
        <p:spPr>
          <a:xfrm>
            <a:off x="11211231" y="194310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0" name="r3_o13258"/>
          <p:cNvSpPr/>
          <p:nvPr/>
        </p:nvSpPr>
        <p:spPr>
          <a:xfrm>
            <a:off x="11328435" y="194727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1" name="r3_o13259"/>
          <p:cNvSpPr/>
          <p:nvPr/>
        </p:nvSpPr>
        <p:spPr>
          <a:xfrm>
            <a:off x="11333129" y="195146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2" name="r3_o13260"/>
          <p:cNvSpPr/>
          <p:nvPr/>
        </p:nvSpPr>
        <p:spPr>
          <a:xfrm>
            <a:off x="11333129" y="195146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3" name="r3_o13261"/>
          <p:cNvSpPr/>
          <p:nvPr/>
        </p:nvSpPr>
        <p:spPr>
          <a:xfrm>
            <a:off x="10545732" y="194876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4" name="r3_o13262"/>
          <p:cNvSpPr/>
          <p:nvPr/>
        </p:nvSpPr>
        <p:spPr>
          <a:xfrm>
            <a:off x="10550426" y="195295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5" name="r3_o13263"/>
          <p:cNvSpPr/>
          <p:nvPr/>
        </p:nvSpPr>
        <p:spPr>
          <a:xfrm>
            <a:off x="10550426" y="195295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6" name="r3_o13264"/>
          <p:cNvSpPr/>
          <p:nvPr/>
        </p:nvSpPr>
        <p:spPr>
          <a:xfrm>
            <a:off x="10566853" y="196820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7" name="r3_o13265"/>
          <p:cNvSpPr/>
          <p:nvPr/>
        </p:nvSpPr>
        <p:spPr>
          <a:xfrm>
            <a:off x="10569857" y="197089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8" name="r3_o13266"/>
          <p:cNvSpPr/>
          <p:nvPr/>
        </p:nvSpPr>
        <p:spPr>
          <a:xfrm>
            <a:off x="10569857" y="197089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69" name="r3_o13267"/>
          <p:cNvSpPr/>
          <p:nvPr/>
        </p:nvSpPr>
        <p:spPr>
          <a:xfrm>
            <a:off x="11389384" y="195145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0" name="r3_o13268"/>
          <p:cNvSpPr/>
          <p:nvPr/>
        </p:nvSpPr>
        <p:spPr>
          <a:xfrm>
            <a:off x="11394077" y="195564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1" name="r3_o13269"/>
          <p:cNvSpPr/>
          <p:nvPr/>
        </p:nvSpPr>
        <p:spPr>
          <a:xfrm>
            <a:off x="11394077" y="195564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2" name="r3_o13270"/>
          <p:cNvSpPr/>
          <p:nvPr/>
        </p:nvSpPr>
        <p:spPr>
          <a:xfrm>
            <a:off x="11410505" y="197089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3" name="r3_o13271"/>
          <p:cNvSpPr/>
          <p:nvPr/>
        </p:nvSpPr>
        <p:spPr>
          <a:xfrm>
            <a:off x="11413508" y="197358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4" name="r3_o13272"/>
          <p:cNvSpPr/>
          <p:nvPr/>
        </p:nvSpPr>
        <p:spPr>
          <a:xfrm>
            <a:off x="11413508" y="197358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5" name="r3_o13273"/>
          <p:cNvSpPr/>
          <p:nvPr/>
        </p:nvSpPr>
        <p:spPr>
          <a:xfrm>
            <a:off x="10606681" y="19529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6" name="r3_o13274"/>
          <p:cNvSpPr/>
          <p:nvPr/>
        </p:nvSpPr>
        <p:spPr>
          <a:xfrm>
            <a:off x="10611374" y="195713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7" name="r3_o13275"/>
          <p:cNvSpPr/>
          <p:nvPr/>
        </p:nvSpPr>
        <p:spPr>
          <a:xfrm>
            <a:off x="10611374" y="195713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8" name="r3_o13276"/>
          <p:cNvSpPr/>
          <p:nvPr/>
        </p:nvSpPr>
        <p:spPr>
          <a:xfrm>
            <a:off x="10627801" y="197239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79" name="r3_o13277"/>
          <p:cNvSpPr/>
          <p:nvPr/>
        </p:nvSpPr>
        <p:spPr>
          <a:xfrm>
            <a:off x="10630805" y="197507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0" name="r3_o13278"/>
          <p:cNvSpPr/>
          <p:nvPr/>
        </p:nvSpPr>
        <p:spPr>
          <a:xfrm>
            <a:off x="10630805" y="197507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1" name="r3_o13279"/>
          <p:cNvSpPr/>
          <p:nvPr/>
        </p:nvSpPr>
        <p:spPr>
          <a:xfrm>
            <a:off x="10728578" y="196131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2" name="r3_o13280"/>
          <p:cNvSpPr/>
          <p:nvPr/>
        </p:nvSpPr>
        <p:spPr>
          <a:xfrm>
            <a:off x="10733272" y="196550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3" name="r3_o13281"/>
          <p:cNvSpPr/>
          <p:nvPr/>
        </p:nvSpPr>
        <p:spPr>
          <a:xfrm>
            <a:off x="10733272" y="196550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4" name="r3_o13282"/>
          <p:cNvSpPr/>
          <p:nvPr/>
        </p:nvSpPr>
        <p:spPr>
          <a:xfrm>
            <a:off x="10749699" y="198075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5" name="r3_o13283"/>
          <p:cNvSpPr/>
          <p:nvPr/>
        </p:nvSpPr>
        <p:spPr>
          <a:xfrm>
            <a:off x="10752703" y="198343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6" name="r3_o13284"/>
          <p:cNvSpPr/>
          <p:nvPr/>
        </p:nvSpPr>
        <p:spPr>
          <a:xfrm>
            <a:off x="10752703" y="198343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7" name="r3_o13285"/>
          <p:cNvSpPr/>
          <p:nvPr/>
        </p:nvSpPr>
        <p:spPr>
          <a:xfrm>
            <a:off x="10789527" y="196549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8" name="r3_o13286"/>
          <p:cNvSpPr/>
          <p:nvPr/>
        </p:nvSpPr>
        <p:spPr>
          <a:xfrm>
            <a:off x="10794220" y="196968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89" name="r3_o13287"/>
          <p:cNvSpPr/>
          <p:nvPr/>
        </p:nvSpPr>
        <p:spPr>
          <a:xfrm>
            <a:off x="10794220" y="196968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0" name="r3_o13288"/>
          <p:cNvSpPr/>
          <p:nvPr/>
        </p:nvSpPr>
        <p:spPr>
          <a:xfrm>
            <a:off x="10810647" y="198493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1" name="r3_o13289"/>
          <p:cNvSpPr/>
          <p:nvPr/>
        </p:nvSpPr>
        <p:spPr>
          <a:xfrm>
            <a:off x="10813651" y="198761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2" name="r3_o13290"/>
          <p:cNvSpPr/>
          <p:nvPr/>
        </p:nvSpPr>
        <p:spPr>
          <a:xfrm>
            <a:off x="10813651" y="198761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3" name="r3_o13291"/>
          <p:cNvSpPr/>
          <p:nvPr/>
        </p:nvSpPr>
        <p:spPr>
          <a:xfrm>
            <a:off x="10911424" y="197385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4" name="r3_o13292"/>
          <p:cNvSpPr/>
          <p:nvPr/>
        </p:nvSpPr>
        <p:spPr>
          <a:xfrm>
            <a:off x="10916118" y="197804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5" name="r3_o13293"/>
          <p:cNvSpPr/>
          <p:nvPr/>
        </p:nvSpPr>
        <p:spPr>
          <a:xfrm>
            <a:off x="10916118" y="197804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6" name="r3_o13294"/>
          <p:cNvSpPr/>
          <p:nvPr/>
        </p:nvSpPr>
        <p:spPr>
          <a:xfrm>
            <a:off x="10932545" y="199330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7" name="r3_o13295"/>
          <p:cNvSpPr/>
          <p:nvPr/>
        </p:nvSpPr>
        <p:spPr>
          <a:xfrm>
            <a:off x="10935549" y="199598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8" name="r3_o13296"/>
          <p:cNvSpPr/>
          <p:nvPr/>
        </p:nvSpPr>
        <p:spPr>
          <a:xfrm>
            <a:off x="10935549" y="199598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99" name="r3_o13297"/>
          <p:cNvSpPr/>
          <p:nvPr/>
        </p:nvSpPr>
        <p:spPr>
          <a:xfrm>
            <a:off x="10972373" y="19780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0" name="r3_o13298"/>
          <p:cNvSpPr/>
          <p:nvPr/>
        </p:nvSpPr>
        <p:spPr>
          <a:xfrm>
            <a:off x="10977066" y="19822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1" name="r3_o13299"/>
          <p:cNvSpPr/>
          <p:nvPr/>
        </p:nvSpPr>
        <p:spPr>
          <a:xfrm>
            <a:off x="10977066" y="19822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2" name="r3_o13300"/>
          <p:cNvSpPr/>
          <p:nvPr/>
        </p:nvSpPr>
        <p:spPr>
          <a:xfrm>
            <a:off x="10993493" y="199748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3" name="r3_o13301"/>
          <p:cNvSpPr/>
          <p:nvPr/>
        </p:nvSpPr>
        <p:spPr>
          <a:xfrm>
            <a:off x="10996497" y="200016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4" name="r3_o13302"/>
          <p:cNvSpPr/>
          <p:nvPr/>
        </p:nvSpPr>
        <p:spPr>
          <a:xfrm>
            <a:off x="10996497" y="200016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5" name="r3_o13303"/>
          <p:cNvSpPr/>
          <p:nvPr/>
        </p:nvSpPr>
        <p:spPr>
          <a:xfrm>
            <a:off x="11094270" y="198640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6" name="r3_o13304"/>
          <p:cNvSpPr/>
          <p:nvPr/>
        </p:nvSpPr>
        <p:spPr>
          <a:xfrm>
            <a:off x="11098964" y="199059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7" name="r3_o13305"/>
          <p:cNvSpPr/>
          <p:nvPr/>
        </p:nvSpPr>
        <p:spPr>
          <a:xfrm>
            <a:off x="11098964" y="199059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8" name="r3_o13306"/>
          <p:cNvSpPr/>
          <p:nvPr/>
        </p:nvSpPr>
        <p:spPr>
          <a:xfrm>
            <a:off x="11115391" y="200584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09" name="r3_o13307"/>
          <p:cNvSpPr/>
          <p:nvPr/>
        </p:nvSpPr>
        <p:spPr>
          <a:xfrm>
            <a:off x="11118395" y="200852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0" name="r3_o13308"/>
          <p:cNvSpPr/>
          <p:nvPr/>
        </p:nvSpPr>
        <p:spPr>
          <a:xfrm>
            <a:off x="11118395" y="200852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1" name="r3_o13309"/>
          <p:cNvSpPr/>
          <p:nvPr/>
        </p:nvSpPr>
        <p:spPr>
          <a:xfrm>
            <a:off x="11155219" y="199058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2" name="r3_o13310"/>
          <p:cNvSpPr/>
          <p:nvPr/>
        </p:nvSpPr>
        <p:spPr>
          <a:xfrm>
            <a:off x="11159912" y="199477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3" name="r3_o13311"/>
          <p:cNvSpPr/>
          <p:nvPr/>
        </p:nvSpPr>
        <p:spPr>
          <a:xfrm>
            <a:off x="11159912" y="199477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4" name="r3_o13312"/>
          <p:cNvSpPr/>
          <p:nvPr/>
        </p:nvSpPr>
        <p:spPr>
          <a:xfrm>
            <a:off x="11176340" y="201002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5" name="r3_o13313"/>
          <p:cNvSpPr/>
          <p:nvPr/>
        </p:nvSpPr>
        <p:spPr>
          <a:xfrm>
            <a:off x="11179343" y="201271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6" name="r3_o13314"/>
          <p:cNvSpPr/>
          <p:nvPr/>
        </p:nvSpPr>
        <p:spPr>
          <a:xfrm>
            <a:off x="11179343" y="201271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7" name="r3_o13315"/>
          <p:cNvSpPr/>
          <p:nvPr/>
        </p:nvSpPr>
        <p:spPr>
          <a:xfrm>
            <a:off x="11277116" y="199894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8" name="r3_o13316"/>
          <p:cNvSpPr/>
          <p:nvPr/>
        </p:nvSpPr>
        <p:spPr>
          <a:xfrm>
            <a:off x="11281810" y="200313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19" name="r3_o13317"/>
          <p:cNvSpPr/>
          <p:nvPr/>
        </p:nvSpPr>
        <p:spPr>
          <a:xfrm>
            <a:off x="11281810" y="200313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0" name="r3_o13318"/>
          <p:cNvSpPr/>
          <p:nvPr/>
        </p:nvSpPr>
        <p:spPr>
          <a:xfrm>
            <a:off x="11298237" y="201839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1" name="r3_o13319"/>
          <p:cNvSpPr/>
          <p:nvPr/>
        </p:nvSpPr>
        <p:spPr>
          <a:xfrm>
            <a:off x="11301241" y="202107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2" name="r3_o13320"/>
          <p:cNvSpPr/>
          <p:nvPr/>
        </p:nvSpPr>
        <p:spPr>
          <a:xfrm>
            <a:off x="11301241" y="202107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3" name="r3_o13321"/>
          <p:cNvSpPr/>
          <p:nvPr/>
        </p:nvSpPr>
        <p:spPr>
          <a:xfrm>
            <a:off x="11338065" y="20031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4" name="r3_o13322"/>
          <p:cNvSpPr/>
          <p:nvPr/>
        </p:nvSpPr>
        <p:spPr>
          <a:xfrm>
            <a:off x="11342758" y="20073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5" name="r3_o13323"/>
          <p:cNvSpPr/>
          <p:nvPr/>
        </p:nvSpPr>
        <p:spPr>
          <a:xfrm>
            <a:off x="11342758" y="20073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6" name="r3_o13324"/>
          <p:cNvSpPr/>
          <p:nvPr/>
        </p:nvSpPr>
        <p:spPr>
          <a:xfrm>
            <a:off x="11359186" y="202257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7" name="r3_o13325"/>
          <p:cNvSpPr/>
          <p:nvPr/>
        </p:nvSpPr>
        <p:spPr>
          <a:xfrm>
            <a:off x="11362189" y="202525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8" name="r3_o13326"/>
          <p:cNvSpPr/>
          <p:nvPr/>
        </p:nvSpPr>
        <p:spPr>
          <a:xfrm>
            <a:off x="11362189" y="202525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29" name="r3_o13327"/>
          <p:cNvSpPr/>
          <p:nvPr/>
        </p:nvSpPr>
        <p:spPr>
          <a:xfrm>
            <a:off x="9976050" y="194429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0" name="r3_o13328"/>
          <p:cNvSpPr/>
          <p:nvPr/>
        </p:nvSpPr>
        <p:spPr>
          <a:xfrm flipV="1">
            <a:off x="10744144" y="242195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1" name="r3_o13329"/>
          <p:cNvSpPr/>
          <p:nvPr/>
        </p:nvSpPr>
        <p:spPr>
          <a:xfrm>
            <a:off x="9855737" y="2087892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2" name="r3_o13330"/>
          <p:cNvSpPr/>
          <p:nvPr/>
        </p:nvSpPr>
        <p:spPr>
          <a:xfrm>
            <a:off x="10389767" y="2219217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3" name="r3_o13331"/>
          <p:cNvSpPr/>
          <p:nvPr/>
        </p:nvSpPr>
        <p:spPr>
          <a:xfrm>
            <a:off x="10271638" y="2132434"/>
            <a:ext cx="58792" cy="72191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4" name="r3_o13332"/>
          <p:cNvSpPr/>
          <p:nvPr/>
        </p:nvSpPr>
        <p:spPr>
          <a:xfrm>
            <a:off x="10507893" y="2305992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5" name="r3_o13333"/>
          <p:cNvSpPr/>
          <p:nvPr/>
        </p:nvSpPr>
        <p:spPr>
          <a:xfrm>
            <a:off x="10744692" y="242195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6" name="r3_o13334"/>
          <p:cNvSpPr/>
          <p:nvPr/>
        </p:nvSpPr>
        <p:spPr>
          <a:xfrm flipV="1">
            <a:off x="10509533" y="207561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7" name="r3_o13335"/>
          <p:cNvSpPr/>
          <p:nvPr/>
        </p:nvSpPr>
        <p:spPr>
          <a:xfrm flipV="1">
            <a:off x="10685903" y="2292175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8" name="r3_o13336"/>
          <p:cNvSpPr/>
          <p:nvPr/>
        </p:nvSpPr>
        <p:spPr>
          <a:xfrm>
            <a:off x="9916166" y="198729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39" name="r3_o13337"/>
          <p:cNvSpPr/>
          <p:nvPr/>
        </p:nvSpPr>
        <p:spPr>
          <a:xfrm>
            <a:off x="10091988" y="226144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0" name="r3_o13338"/>
          <p:cNvSpPr/>
          <p:nvPr/>
        </p:nvSpPr>
        <p:spPr>
          <a:xfrm>
            <a:off x="10272186" y="207484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1" name="r3_o13339"/>
          <p:cNvSpPr/>
          <p:nvPr/>
        </p:nvSpPr>
        <p:spPr>
          <a:xfrm flipV="1">
            <a:off x="10153513" y="198806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2" name="r3_o13340"/>
          <p:cNvSpPr/>
          <p:nvPr/>
        </p:nvSpPr>
        <p:spPr>
          <a:xfrm>
            <a:off x="10094176" y="2031067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3" name="r3_o13341"/>
          <p:cNvSpPr/>
          <p:nvPr/>
        </p:nvSpPr>
        <p:spPr>
          <a:xfrm>
            <a:off x="10687543" y="217698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4" name="r3_o13342"/>
          <p:cNvSpPr/>
          <p:nvPr/>
        </p:nvSpPr>
        <p:spPr>
          <a:xfrm>
            <a:off x="10567778" y="2262992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5" name="r3_o13343"/>
          <p:cNvSpPr/>
          <p:nvPr/>
        </p:nvSpPr>
        <p:spPr>
          <a:xfrm flipV="1">
            <a:off x="9855737" y="2030292"/>
            <a:ext cx="544" cy="5760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6" name="r3_o13344"/>
          <p:cNvSpPr/>
          <p:nvPr/>
        </p:nvSpPr>
        <p:spPr>
          <a:xfrm flipV="1">
            <a:off x="10389767" y="2161617"/>
            <a:ext cx="544" cy="5760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7" name="r3_o13345"/>
          <p:cNvSpPr/>
          <p:nvPr/>
        </p:nvSpPr>
        <p:spPr>
          <a:xfrm>
            <a:off x="10568322" y="220539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8" name="r3_o13346"/>
          <p:cNvSpPr/>
          <p:nvPr/>
        </p:nvSpPr>
        <p:spPr>
          <a:xfrm>
            <a:off x="10626566" y="2335175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49" name="r3_o13347"/>
          <p:cNvSpPr/>
          <p:nvPr/>
        </p:nvSpPr>
        <p:spPr>
          <a:xfrm>
            <a:off x="10450196" y="2118617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0" name="r3_o13348"/>
          <p:cNvSpPr/>
          <p:nvPr/>
        </p:nvSpPr>
        <p:spPr>
          <a:xfrm>
            <a:off x="10686451" y="2292175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1" name="r3_o13349"/>
          <p:cNvSpPr/>
          <p:nvPr/>
        </p:nvSpPr>
        <p:spPr>
          <a:xfrm>
            <a:off x="10150777" y="2333627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2" name="r3_o13350"/>
          <p:cNvSpPr/>
          <p:nvPr/>
        </p:nvSpPr>
        <p:spPr>
          <a:xfrm>
            <a:off x="10211757" y="2175442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3" name="r3_o13351"/>
          <p:cNvSpPr/>
          <p:nvPr/>
        </p:nvSpPr>
        <p:spPr>
          <a:xfrm>
            <a:off x="10329883" y="2262217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4" name="r3_o13352"/>
          <p:cNvSpPr/>
          <p:nvPr/>
        </p:nvSpPr>
        <p:spPr>
          <a:xfrm>
            <a:off x="10388672" y="233440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5" name="r3_o13353"/>
          <p:cNvSpPr/>
          <p:nvPr/>
        </p:nvSpPr>
        <p:spPr>
          <a:xfrm flipV="1">
            <a:off x="10210114" y="229062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6" name="r3_o13354"/>
          <p:cNvSpPr/>
          <p:nvPr/>
        </p:nvSpPr>
        <p:spPr>
          <a:xfrm>
            <a:off x="10270546" y="224762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7" name="r3_o13355"/>
          <p:cNvSpPr/>
          <p:nvPr/>
        </p:nvSpPr>
        <p:spPr>
          <a:xfrm>
            <a:off x="9915618" y="2044884"/>
            <a:ext cx="58792" cy="72191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8" name="r3_o13356"/>
          <p:cNvSpPr/>
          <p:nvPr/>
        </p:nvSpPr>
        <p:spPr>
          <a:xfrm flipV="1">
            <a:off x="10567778" y="2205392"/>
            <a:ext cx="544" cy="5760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59" name="r3_o13357"/>
          <p:cNvSpPr/>
          <p:nvPr/>
        </p:nvSpPr>
        <p:spPr>
          <a:xfrm flipV="1">
            <a:off x="10211757" y="2117842"/>
            <a:ext cx="544" cy="5760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0" name="r3_o13358"/>
          <p:cNvSpPr/>
          <p:nvPr/>
        </p:nvSpPr>
        <p:spPr>
          <a:xfrm>
            <a:off x="10035387" y="195888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1" name="r3_o13359"/>
          <p:cNvSpPr/>
          <p:nvPr/>
        </p:nvSpPr>
        <p:spPr>
          <a:xfrm>
            <a:off x="10510081" y="207561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2" name="r3_o13360"/>
          <p:cNvSpPr/>
          <p:nvPr/>
        </p:nvSpPr>
        <p:spPr>
          <a:xfrm>
            <a:off x="9798040" y="190051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3" name="r3_o13361"/>
          <p:cNvSpPr/>
          <p:nvPr/>
        </p:nvSpPr>
        <p:spPr>
          <a:xfrm>
            <a:off x="10033747" y="2131667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4" name="r3_o13362"/>
          <p:cNvSpPr/>
          <p:nvPr/>
        </p:nvSpPr>
        <p:spPr>
          <a:xfrm>
            <a:off x="9975502" y="200188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5" name="r3_o13363"/>
          <p:cNvSpPr/>
          <p:nvPr/>
        </p:nvSpPr>
        <p:spPr>
          <a:xfrm>
            <a:off x="10093628" y="2088659"/>
            <a:ext cx="58792" cy="72191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6" name="r3_o13364"/>
          <p:cNvSpPr/>
          <p:nvPr/>
        </p:nvSpPr>
        <p:spPr>
          <a:xfrm>
            <a:off x="10332071" y="203184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7" name="r3_o13365"/>
          <p:cNvSpPr/>
          <p:nvPr/>
        </p:nvSpPr>
        <p:spPr>
          <a:xfrm flipV="1">
            <a:off x="9973862" y="2117075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8" name="r3_o13366"/>
          <p:cNvSpPr/>
          <p:nvPr/>
        </p:nvSpPr>
        <p:spPr>
          <a:xfrm>
            <a:off x="10569418" y="209020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69" name="r3_o13367"/>
          <p:cNvSpPr/>
          <p:nvPr/>
        </p:nvSpPr>
        <p:spPr>
          <a:xfrm>
            <a:off x="9914526" y="216007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0" name="r3_o13368"/>
          <p:cNvSpPr/>
          <p:nvPr/>
        </p:nvSpPr>
        <p:spPr>
          <a:xfrm flipV="1">
            <a:off x="10329883" y="2204625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1" name="r3_o13369"/>
          <p:cNvSpPr/>
          <p:nvPr/>
        </p:nvSpPr>
        <p:spPr>
          <a:xfrm>
            <a:off x="10154060" y="198806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2" name="r3_o13370"/>
          <p:cNvSpPr/>
          <p:nvPr/>
        </p:nvSpPr>
        <p:spPr>
          <a:xfrm flipV="1">
            <a:off x="10449648" y="2118617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3" name="r3_o13371"/>
          <p:cNvSpPr/>
          <p:nvPr/>
        </p:nvSpPr>
        <p:spPr>
          <a:xfrm>
            <a:off x="9974410" y="2117075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4" name="r3_o13372"/>
          <p:cNvSpPr/>
          <p:nvPr/>
        </p:nvSpPr>
        <p:spPr>
          <a:xfrm>
            <a:off x="10152420" y="2160850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5" name="r3_o13373"/>
          <p:cNvSpPr/>
          <p:nvPr/>
        </p:nvSpPr>
        <p:spPr>
          <a:xfrm flipV="1">
            <a:off x="10626019" y="2335175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6" name="r3_o13374"/>
          <p:cNvSpPr/>
          <p:nvPr/>
        </p:nvSpPr>
        <p:spPr>
          <a:xfrm>
            <a:off x="10390312" y="2161617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7" name="r3_o13375"/>
          <p:cNvSpPr/>
          <p:nvPr/>
        </p:nvSpPr>
        <p:spPr>
          <a:xfrm>
            <a:off x="10626019" y="239276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8" name="r3_o13376"/>
          <p:cNvSpPr/>
          <p:nvPr/>
        </p:nvSpPr>
        <p:spPr>
          <a:xfrm>
            <a:off x="10212301" y="211784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79" name="r3_o13377"/>
          <p:cNvSpPr/>
          <p:nvPr/>
        </p:nvSpPr>
        <p:spPr>
          <a:xfrm flipV="1">
            <a:off x="9797492" y="190051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0" name="r3_o13378"/>
          <p:cNvSpPr/>
          <p:nvPr/>
        </p:nvSpPr>
        <p:spPr>
          <a:xfrm>
            <a:off x="10391407" y="204643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1" name="r3_o13379"/>
          <p:cNvSpPr/>
          <p:nvPr/>
        </p:nvSpPr>
        <p:spPr>
          <a:xfrm flipV="1">
            <a:off x="10507893" y="2248400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2" name="r3_o13380"/>
          <p:cNvSpPr/>
          <p:nvPr/>
        </p:nvSpPr>
        <p:spPr>
          <a:xfrm flipV="1">
            <a:off x="10151873" y="2160850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3" name="r3_o13381"/>
          <p:cNvSpPr/>
          <p:nvPr/>
        </p:nvSpPr>
        <p:spPr>
          <a:xfrm flipV="1">
            <a:off x="10269998" y="224762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4" name="r3_o13382"/>
          <p:cNvSpPr/>
          <p:nvPr/>
        </p:nvSpPr>
        <p:spPr>
          <a:xfrm>
            <a:off x="10331523" y="208943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5" name="r3_o13383"/>
          <p:cNvSpPr/>
          <p:nvPr/>
        </p:nvSpPr>
        <p:spPr>
          <a:xfrm>
            <a:off x="10449648" y="2176209"/>
            <a:ext cx="58792" cy="72191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6" name="r3_o13384"/>
          <p:cNvSpPr/>
          <p:nvPr/>
        </p:nvSpPr>
        <p:spPr>
          <a:xfrm>
            <a:off x="10269998" y="230521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7" name="r3_o13385"/>
          <p:cNvSpPr/>
          <p:nvPr/>
        </p:nvSpPr>
        <p:spPr>
          <a:xfrm>
            <a:off x="10151873" y="2218442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8" name="r3_o13386"/>
          <p:cNvSpPr/>
          <p:nvPr/>
        </p:nvSpPr>
        <p:spPr>
          <a:xfrm>
            <a:off x="10684808" y="246495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89" name="r3_o13387"/>
          <p:cNvSpPr/>
          <p:nvPr/>
        </p:nvSpPr>
        <p:spPr>
          <a:xfrm>
            <a:off x="10628207" y="216239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0" name="r3_o13388"/>
          <p:cNvSpPr/>
          <p:nvPr/>
        </p:nvSpPr>
        <p:spPr>
          <a:xfrm>
            <a:off x="10508441" y="2248400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1" name="r3_o13389"/>
          <p:cNvSpPr/>
          <p:nvPr/>
        </p:nvSpPr>
        <p:spPr>
          <a:xfrm>
            <a:off x="10745788" y="2306767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2" name="r3_o13390"/>
          <p:cNvSpPr/>
          <p:nvPr/>
        </p:nvSpPr>
        <p:spPr>
          <a:xfrm flipV="1">
            <a:off x="10032103" y="224685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3" name="r3_o13391"/>
          <p:cNvSpPr/>
          <p:nvPr/>
        </p:nvSpPr>
        <p:spPr>
          <a:xfrm>
            <a:off x="10032651" y="224685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4" name="r3_o13392"/>
          <p:cNvSpPr/>
          <p:nvPr/>
        </p:nvSpPr>
        <p:spPr>
          <a:xfrm>
            <a:off x="9972767" y="228985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5" name="r3_o13393"/>
          <p:cNvSpPr/>
          <p:nvPr/>
        </p:nvSpPr>
        <p:spPr>
          <a:xfrm flipV="1">
            <a:off x="10627659" y="216239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6" name="r3_o13394"/>
          <p:cNvSpPr/>
          <p:nvPr/>
        </p:nvSpPr>
        <p:spPr>
          <a:xfrm>
            <a:off x="10685903" y="2349767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7" name="r3_o13395"/>
          <p:cNvSpPr/>
          <p:nvPr/>
        </p:nvSpPr>
        <p:spPr>
          <a:xfrm>
            <a:off x="10328787" y="237740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8" name="r3_o13396"/>
          <p:cNvSpPr/>
          <p:nvPr/>
        </p:nvSpPr>
        <p:spPr>
          <a:xfrm flipV="1">
            <a:off x="10388124" y="233440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399" name="r3_o13397"/>
          <p:cNvSpPr/>
          <p:nvPr/>
        </p:nvSpPr>
        <p:spPr>
          <a:xfrm>
            <a:off x="10506797" y="2421177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0" name="r3_o13398"/>
          <p:cNvSpPr/>
          <p:nvPr/>
        </p:nvSpPr>
        <p:spPr>
          <a:xfrm flipV="1">
            <a:off x="10448008" y="229140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1" name="r3_o13399"/>
          <p:cNvSpPr/>
          <p:nvPr/>
        </p:nvSpPr>
        <p:spPr>
          <a:xfrm>
            <a:off x="9913978" y="221766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2" name="r3_o13400"/>
          <p:cNvSpPr/>
          <p:nvPr/>
        </p:nvSpPr>
        <p:spPr>
          <a:xfrm>
            <a:off x="10448008" y="2348993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3" name="r3_o13401"/>
          <p:cNvSpPr/>
          <p:nvPr/>
        </p:nvSpPr>
        <p:spPr>
          <a:xfrm flipV="1">
            <a:off x="10745788" y="2249167"/>
            <a:ext cx="544" cy="5760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4" name="r3_o13402"/>
          <p:cNvSpPr/>
          <p:nvPr/>
        </p:nvSpPr>
        <p:spPr>
          <a:xfrm>
            <a:off x="10627659" y="2219984"/>
            <a:ext cx="58792" cy="72191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5" name="r3_o13403"/>
          <p:cNvSpPr/>
          <p:nvPr/>
        </p:nvSpPr>
        <p:spPr>
          <a:xfrm flipV="1">
            <a:off x="9975502" y="194429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6" name="r3_o13404"/>
          <p:cNvSpPr/>
          <p:nvPr/>
        </p:nvSpPr>
        <p:spPr>
          <a:xfrm>
            <a:off x="9857377" y="191510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7" name="r3_o13405"/>
          <p:cNvSpPr/>
          <p:nvPr/>
        </p:nvSpPr>
        <p:spPr>
          <a:xfrm>
            <a:off x="10509533" y="213320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8" name="r3_o13406"/>
          <p:cNvSpPr/>
          <p:nvPr/>
        </p:nvSpPr>
        <p:spPr>
          <a:xfrm>
            <a:off x="10213397" y="200265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09" name="r3_o13407"/>
          <p:cNvSpPr/>
          <p:nvPr/>
        </p:nvSpPr>
        <p:spPr>
          <a:xfrm flipV="1">
            <a:off x="10093628" y="2031067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0" name="r3_o13408"/>
          <p:cNvSpPr/>
          <p:nvPr/>
        </p:nvSpPr>
        <p:spPr>
          <a:xfrm>
            <a:off x="10153513" y="204565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1" name="r3_o13409"/>
          <p:cNvSpPr/>
          <p:nvPr/>
        </p:nvSpPr>
        <p:spPr>
          <a:xfrm>
            <a:off x="10448556" y="229140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2" name="r3_o13410"/>
          <p:cNvSpPr/>
          <p:nvPr/>
        </p:nvSpPr>
        <p:spPr>
          <a:xfrm>
            <a:off x="10330431" y="2204625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3" name="r3_o13411"/>
          <p:cNvSpPr/>
          <p:nvPr/>
        </p:nvSpPr>
        <p:spPr>
          <a:xfrm>
            <a:off x="10034291" y="2074067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4" name="r3_o13412"/>
          <p:cNvSpPr/>
          <p:nvPr/>
        </p:nvSpPr>
        <p:spPr>
          <a:xfrm flipV="1">
            <a:off x="10566134" y="237817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5" name="r3_o13413"/>
          <p:cNvSpPr/>
          <p:nvPr/>
        </p:nvSpPr>
        <p:spPr>
          <a:xfrm flipV="1">
            <a:off x="10331523" y="203184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6" name="r3_o13414"/>
          <p:cNvSpPr/>
          <p:nvPr/>
        </p:nvSpPr>
        <p:spPr>
          <a:xfrm flipV="1">
            <a:off x="10804029" y="2378950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7" name="r3_o13415"/>
          <p:cNvSpPr/>
          <p:nvPr/>
        </p:nvSpPr>
        <p:spPr>
          <a:xfrm flipV="1">
            <a:off x="9915618" y="1987292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8" name="r3_o13416"/>
          <p:cNvSpPr/>
          <p:nvPr/>
        </p:nvSpPr>
        <p:spPr>
          <a:xfrm>
            <a:off x="9856281" y="2030292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19" name="r3_o13417"/>
          <p:cNvSpPr/>
          <p:nvPr/>
        </p:nvSpPr>
        <p:spPr>
          <a:xfrm flipV="1">
            <a:off x="10091988" y="2203851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0" name="r3_o13418"/>
          <p:cNvSpPr/>
          <p:nvPr/>
        </p:nvSpPr>
        <p:spPr>
          <a:xfrm>
            <a:off x="9797492" y="1958108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1" name="r3_o13419"/>
          <p:cNvSpPr/>
          <p:nvPr/>
        </p:nvSpPr>
        <p:spPr>
          <a:xfrm>
            <a:off x="10210661" y="229062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2" name="r3_o13420"/>
          <p:cNvSpPr/>
          <p:nvPr/>
        </p:nvSpPr>
        <p:spPr>
          <a:xfrm flipV="1">
            <a:off x="9913978" y="2160076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3" name="r3_o13421"/>
          <p:cNvSpPr/>
          <p:nvPr/>
        </p:nvSpPr>
        <p:spPr>
          <a:xfrm flipV="1">
            <a:off x="10033747" y="2074067"/>
            <a:ext cx="544" cy="5760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4" name="r3_o13422"/>
          <p:cNvSpPr/>
          <p:nvPr/>
        </p:nvSpPr>
        <p:spPr>
          <a:xfrm>
            <a:off x="10566682" y="2378176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5" name="r3_o13423"/>
          <p:cNvSpPr/>
          <p:nvPr/>
        </p:nvSpPr>
        <p:spPr>
          <a:xfrm>
            <a:off x="9973862" y="2174667"/>
            <a:ext cx="58789" cy="7218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6" name="r3_o13424"/>
          <p:cNvSpPr/>
          <p:nvPr/>
        </p:nvSpPr>
        <p:spPr>
          <a:xfrm flipV="1">
            <a:off x="10271638" y="2074842"/>
            <a:ext cx="548" cy="57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7" name="r3_o13425"/>
          <p:cNvSpPr/>
          <p:nvPr/>
        </p:nvSpPr>
        <p:spPr>
          <a:xfrm>
            <a:off x="10092536" y="2203851"/>
            <a:ext cx="59337" cy="14592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428" name="r3_o13426"/>
          <p:cNvSpPr/>
          <p:nvPr/>
        </p:nvSpPr>
        <p:spPr>
          <a:xfrm>
            <a:off x="9781278" y="18837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29" name="r3_o13427"/>
          <p:cNvSpPr/>
          <p:nvPr/>
        </p:nvSpPr>
        <p:spPr>
          <a:xfrm>
            <a:off x="9785971" y="188794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0" name="r3_o13428"/>
          <p:cNvSpPr/>
          <p:nvPr/>
        </p:nvSpPr>
        <p:spPr>
          <a:xfrm>
            <a:off x="9785971" y="188794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1" name="r3_o13429"/>
          <p:cNvSpPr/>
          <p:nvPr/>
        </p:nvSpPr>
        <p:spPr>
          <a:xfrm>
            <a:off x="9802398" y="190319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2" name="r3_o13430"/>
          <p:cNvSpPr/>
          <p:nvPr/>
        </p:nvSpPr>
        <p:spPr>
          <a:xfrm>
            <a:off x="9805402" y="190588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3" name="r3_o13431"/>
          <p:cNvSpPr/>
          <p:nvPr/>
        </p:nvSpPr>
        <p:spPr>
          <a:xfrm>
            <a:off x="9805402" y="190588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4" name="r3_o13432"/>
          <p:cNvSpPr/>
          <p:nvPr/>
        </p:nvSpPr>
        <p:spPr>
          <a:xfrm>
            <a:off x="9840614" y="18983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5" name="r3_o13433"/>
          <p:cNvSpPr/>
          <p:nvPr/>
        </p:nvSpPr>
        <p:spPr>
          <a:xfrm>
            <a:off x="9845308" y="190253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6" name="r3_o13434"/>
          <p:cNvSpPr/>
          <p:nvPr/>
        </p:nvSpPr>
        <p:spPr>
          <a:xfrm>
            <a:off x="9845308" y="190253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7" name="r3_o13435"/>
          <p:cNvSpPr/>
          <p:nvPr/>
        </p:nvSpPr>
        <p:spPr>
          <a:xfrm>
            <a:off x="9861735" y="191779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8" name="r3_o13436"/>
          <p:cNvSpPr/>
          <p:nvPr/>
        </p:nvSpPr>
        <p:spPr>
          <a:xfrm>
            <a:off x="9864739" y="192047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39" name="r3_o13437"/>
          <p:cNvSpPr/>
          <p:nvPr/>
        </p:nvSpPr>
        <p:spPr>
          <a:xfrm>
            <a:off x="9864739" y="192047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0" name="r3_o13438"/>
          <p:cNvSpPr/>
          <p:nvPr/>
        </p:nvSpPr>
        <p:spPr>
          <a:xfrm>
            <a:off x="9959288" y="192752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1" name="r3_o13439"/>
          <p:cNvSpPr/>
          <p:nvPr/>
        </p:nvSpPr>
        <p:spPr>
          <a:xfrm>
            <a:off x="9963981" y="193171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2" name="r3_o13440"/>
          <p:cNvSpPr/>
          <p:nvPr/>
        </p:nvSpPr>
        <p:spPr>
          <a:xfrm>
            <a:off x="9963981" y="193171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3" name="r3_o13441"/>
          <p:cNvSpPr/>
          <p:nvPr/>
        </p:nvSpPr>
        <p:spPr>
          <a:xfrm>
            <a:off x="9980408" y="194697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4" name="r3_o13442"/>
          <p:cNvSpPr/>
          <p:nvPr/>
        </p:nvSpPr>
        <p:spPr>
          <a:xfrm>
            <a:off x="9983412" y="194965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5" name="r3_o13443"/>
          <p:cNvSpPr/>
          <p:nvPr/>
        </p:nvSpPr>
        <p:spPr>
          <a:xfrm>
            <a:off x="9983412" y="194965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6" name="r3_o13444"/>
          <p:cNvSpPr/>
          <p:nvPr/>
        </p:nvSpPr>
        <p:spPr>
          <a:xfrm>
            <a:off x="9780730" y="19413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7" name="r3_o13445"/>
          <p:cNvSpPr/>
          <p:nvPr/>
        </p:nvSpPr>
        <p:spPr>
          <a:xfrm>
            <a:off x="9785423" y="194553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8" name="r3_o13446"/>
          <p:cNvSpPr/>
          <p:nvPr/>
        </p:nvSpPr>
        <p:spPr>
          <a:xfrm>
            <a:off x="9785423" y="194553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49" name="r3_o13447"/>
          <p:cNvSpPr/>
          <p:nvPr/>
        </p:nvSpPr>
        <p:spPr>
          <a:xfrm>
            <a:off x="9801850" y="196079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0" name="r3_o13448"/>
          <p:cNvSpPr/>
          <p:nvPr/>
        </p:nvSpPr>
        <p:spPr>
          <a:xfrm>
            <a:off x="9804854" y="196347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1" name="r3_o13449"/>
          <p:cNvSpPr/>
          <p:nvPr/>
        </p:nvSpPr>
        <p:spPr>
          <a:xfrm>
            <a:off x="9804854" y="196347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2" name="r3_o13450"/>
          <p:cNvSpPr/>
          <p:nvPr/>
        </p:nvSpPr>
        <p:spPr>
          <a:xfrm>
            <a:off x="10018624" y="194212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3" name="r3_o13451"/>
          <p:cNvSpPr/>
          <p:nvPr/>
        </p:nvSpPr>
        <p:spPr>
          <a:xfrm>
            <a:off x="10023318" y="194631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4" name="r3_o13452"/>
          <p:cNvSpPr/>
          <p:nvPr/>
        </p:nvSpPr>
        <p:spPr>
          <a:xfrm>
            <a:off x="10023318" y="194631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5" name="r3_o13453"/>
          <p:cNvSpPr/>
          <p:nvPr/>
        </p:nvSpPr>
        <p:spPr>
          <a:xfrm>
            <a:off x="10039745" y="196156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6" name="r3_o13454"/>
          <p:cNvSpPr/>
          <p:nvPr/>
        </p:nvSpPr>
        <p:spPr>
          <a:xfrm>
            <a:off x="10042749" y="196424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7" name="r3_o13455"/>
          <p:cNvSpPr/>
          <p:nvPr/>
        </p:nvSpPr>
        <p:spPr>
          <a:xfrm>
            <a:off x="10042749" y="196424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8" name="r3_o13456"/>
          <p:cNvSpPr/>
          <p:nvPr/>
        </p:nvSpPr>
        <p:spPr>
          <a:xfrm>
            <a:off x="9899403" y="197052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59" name="r3_o13457"/>
          <p:cNvSpPr/>
          <p:nvPr/>
        </p:nvSpPr>
        <p:spPr>
          <a:xfrm>
            <a:off x="9904097" y="19747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0" name="r3_o13458"/>
          <p:cNvSpPr/>
          <p:nvPr/>
        </p:nvSpPr>
        <p:spPr>
          <a:xfrm>
            <a:off x="9904097" y="19747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1" name="r3_o13459"/>
          <p:cNvSpPr/>
          <p:nvPr/>
        </p:nvSpPr>
        <p:spPr>
          <a:xfrm>
            <a:off x="10137298" y="197130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2" name="r3_o13460"/>
          <p:cNvSpPr/>
          <p:nvPr/>
        </p:nvSpPr>
        <p:spPr>
          <a:xfrm>
            <a:off x="10141991" y="197549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3" name="r3_o13461"/>
          <p:cNvSpPr/>
          <p:nvPr/>
        </p:nvSpPr>
        <p:spPr>
          <a:xfrm>
            <a:off x="10141991" y="197549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4" name="r3_o13462"/>
          <p:cNvSpPr/>
          <p:nvPr/>
        </p:nvSpPr>
        <p:spPr>
          <a:xfrm>
            <a:off x="10158419" y="199074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5" name="r3_o13463"/>
          <p:cNvSpPr/>
          <p:nvPr/>
        </p:nvSpPr>
        <p:spPr>
          <a:xfrm>
            <a:off x="10161422" y="199343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6" name="r3_o13464"/>
          <p:cNvSpPr/>
          <p:nvPr/>
        </p:nvSpPr>
        <p:spPr>
          <a:xfrm>
            <a:off x="10161422" y="199343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7" name="r3_o13465"/>
          <p:cNvSpPr/>
          <p:nvPr/>
        </p:nvSpPr>
        <p:spPr>
          <a:xfrm>
            <a:off x="9958740" y="198512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8" name="r3_o13466"/>
          <p:cNvSpPr/>
          <p:nvPr/>
        </p:nvSpPr>
        <p:spPr>
          <a:xfrm>
            <a:off x="9963433" y="198931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69" name="r3_o13467"/>
          <p:cNvSpPr/>
          <p:nvPr/>
        </p:nvSpPr>
        <p:spPr>
          <a:xfrm>
            <a:off x="9963433" y="198931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0" name="r3_o13468"/>
          <p:cNvSpPr/>
          <p:nvPr/>
        </p:nvSpPr>
        <p:spPr>
          <a:xfrm>
            <a:off x="10196635" y="198589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1" name="r3_o13469"/>
          <p:cNvSpPr/>
          <p:nvPr/>
        </p:nvSpPr>
        <p:spPr>
          <a:xfrm>
            <a:off x="10201328" y="199008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2" name="r3_o13470"/>
          <p:cNvSpPr/>
          <p:nvPr/>
        </p:nvSpPr>
        <p:spPr>
          <a:xfrm>
            <a:off x="10201328" y="199008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3" name="r3_o13471"/>
          <p:cNvSpPr/>
          <p:nvPr/>
        </p:nvSpPr>
        <p:spPr>
          <a:xfrm>
            <a:off x="10217755" y="200534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4" name="r3_o13472"/>
          <p:cNvSpPr/>
          <p:nvPr/>
        </p:nvSpPr>
        <p:spPr>
          <a:xfrm>
            <a:off x="10220759" y="200802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5" name="r3_o13473"/>
          <p:cNvSpPr/>
          <p:nvPr/>
        </p:nvSpPr>
        <p:spPr>
          <a:xfrm>
            <a:off x="10220759" y="200802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6" name="r3_o13474"/>
          <p:cNvSpPr/>
          <p:nvPr/>
        </p:nvSpPr>
        <p:spPr>
          <a:xfrm>
            <a:off x="9839519" y="20135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7" name="r3_o13475"/>
          <p:cNvSpPr/>
          <p:nvPr/>
        </p:nvSpPr>
        <p:spPr>
          <a:xfrm>
            <a:off x="9844212" y="20177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8" name="r3_o13476"/>
          <p:cNvSpPr/>
          <p:nvPr/>
        </p:nvSpPr>
        <p:spPr>
          <a:xfrm>
            <a:off x="9844212" y="20177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79" name="r3_o13477"/>
          <p:cNvSpPr/>
          <p:nvPr/>
        </p:nvSpPr>
        <p:spPr>
          <a:xfrm>
            <a:off x="10077413" y="201430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0" name="r3_o13478"/>
          <p:cNvSpPr/>
          <p:nvPr/>
        </p:nvSpPr>
        <p:spPr>
          <a:xfrm>
            <a:off x="10082107" y="20184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1" name="r3_o13479"/>
          <p:cNvSpPr/>
          <p:nvPr/>
        </p:nvSpPr>
        <p:spPr>
          <a:xfrm>
            <a:off x="10082107" y="20184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2" name="r3_o13480"/>
          <p:cNvSpPr/>
          <p:nvPr/>
        </p:nvSpPr>
        <p:spPr>
          <a:xfrm>
            <a:off x="10315308" y="201507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3" name="r3_o13481"/>
          <p:cNvSpPr/>
          <p:nvPr/>
        </p:nvSpPr>
        <p:spPr>
          <a:xfrm>
            <a:off x="10320002" y="201926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4" name="r3_o13482"/>
          <p:cNvSpPr/>
          <p:nvPr/>
        </p:nvSpPr>
        <p:spPr>
          <a:xfrm>
            <a:off x="10320002" y="201926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5" name="r3_o13483"/>
          <p:cNvSpPr/>
          <p:nvPr/>
        </p:nvSpPr>
        <p:spPr>
          <a:xfrm>
            <a:off x="10336429" y="203452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6" name="r3_o13484"/>
          <p:cNvSpPr/>
          <p:nvPr/>
        </p:nvSpPr>
        <p:spPr>
          <a:xfrm>
            <a:off x="10339433" y="203720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7" name="r3_o13485"/>
          <p:cNvSpPr/>
          <p:nvPr/>
        </p:nvSpPr>
        <p:spPr>
          <a:xfrm>
            <a:off x="10339433" y="203720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8" name="r3_o13486"/>
          <p:cNvSpPr/>
          <p:nvPr/>
        </p:nvSpPr>
        <p:spPr>
          <a:xfrm>
            <a:off x="9898855" y="202812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89" name="r3_o13487"/>
          <p:cNvSpPr/>
          <p:nvPr/>
        </p:nvSpPr>
        <p:spPr>
          <a:xfrm>
            <a:off x="9903549" y="203231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0" name="r3_o13488"/>
          <p:cNvSpPr/>
          <p:nvPr/>
        </p:nvSpPr>
        <p:spPr>
          <a:xfrm>
            <a:off x="9903549" y="203231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1" name="r3_o13489"/>
          <p:cNvSpPr/>
          <p:nvPr/>
        </p:nvSpPr>
        <p:spPr>
          <a:xfrm>
            <a:off x="10136750" y="20288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2" name="r3_o13490"/>
          <p:cNvSpPr/>
          <p:nvPr/>
        </p:nvSpPr>
        <p:spPr>
          <a:xfrm>
            <a:off x="10141444" y="20330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3" name="r3_o13491"/>
          <p:cNvSpPr/>
          <p:nvPr/>
        </p:nvSpPr>
        <p:spPr>
          <a:xfrm>
            <a:off x="10141444" y="20330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4" name="r3_o13492"/>
          <p:cNvSpPr/>
          <p:nvPr/>
        </p:nvSpPr>
        <p:spPr>
          <a:xfrm>
            <a:off x="10374645" y="202967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5" name="r3_o13493"/>
          <p:cNvSpPr/>
          <p:nvPr/>
        </p:nvSpPr>
        <p:spPr>
          <a:xfrm>
            <a:off x="10379338" y="203386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6" name="r3_o13494"/>
          <p:cNvSpPr/>
          <p:nvPr/>
        </p:nvSpPr>
        <p:spPr>
          <a:xfrm>
            <a:off x="10379338" y="203386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7" name="r3_o13495"/>
          <p:cNvSpPr/>
          <p:nvPr/>
        </p:nvSpPr>
        <p:spPr>
          <a:xfrm>
            <a:off x="10395766" y="204911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8" name="r3_o13496"/>
          <p:cNvSpPr/>
          <p:nvPr/>
        </p:nvSpPr>
        <p:spPr>
          <a:xfrm>
            <a:off x="10398769" y="205179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99" name="r3_o13497"/>
          <p:cNvSpPr/>
          <p:nvPr/>
        </p:nvSpPr>
        <p:spPr>
          <a:xfrm>
            <a:off x="10398769" y="205179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0" name="r3_o13498"/>
          <p:cNvSpPr/>
          <p:nvPr/>
        </p:nvSpPr>
        <p:spPr>
          <a:xfrm>
            <a:off x="10017529" y="205730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1" name="r3_o13499"/>
          <p:cNvSpPr/>
          <p:nvPr/>
        </p:nvSpPr>
        <p:spPr>
          <a:xfrm>
            <a:off x="10022222" y="20614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2" name="r3_o13500"/>
          <p:cNvSpPr/>
          <p:nvPr/>
        </p:nvSpPr>
        <p:spPr>
          <a:xfrm>
            <a:off x="10022222" y="20614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3" name="r3_o13501"/>
          <p:cNvSpPr/>
          <p:nvPr/>
        </p:nvSpPr>
        <p:spPr>
          <a:xfrm>
            <a:off x="10255424" y="205807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4" name="r3_o13502"/>
          <p:cNvSpPr/>
          <p:nvPr/>
        </p:nvSpPr>
        <p:spPr>
          <a:xfrm>
            <a:off x="10260117" y="206227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5" name="r3_o13503"/>
          <p:cNvSpPr/>
          <p:nvPr/>
        </p:nvSpPr>
        <p:spPr>
          <a:xfrm>
            <a:off x="10260117" y="206227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6" name="r3_o13504"/>
          <p:cNvSpPr/>
          <p:nvPr/>
        </p:nvSpPr>
        <p:spPr>
          <a:xfrm>
            <a:off x="10493318" y="20588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7" name="r3_o13505"/>
          <p:cNvSpPr/>
          <p:nvPr/>
        </p:nvSpPr>
        <p:spPr>
          <a:xfrm>
            <a:off x="10498012" y="206304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8" name="r3_o13506"/>
          <p:cNvSpPr/>
          <p:nvPr/>
        </p:nvSpPr>
        <p:spPr>
          <a:xfrm>
            <a:off x="10498012" y="206304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09" name="r3_o13507"/>
          <p:cNvSpPr/>
          <p:nvPr/>
        </p:nvSpPr>
        <p:spPr>
          <a:xfrm>
            <a:off x="10514439" y="207829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0" name="r3_o13508"/>
          <p:cNvSpPr/>
          <p:nvPr/>
        </p:nvSpPr>
        <p:spPr>
          <a:xfrm>
            <a:off x="10517443" y="208098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1" name="r3_o13509"/>
          <p:cNvSpPr/>
          <p:nvPr/>
        </p:nvSpPr>
        <p:spPr>
          <a:xfrm>
            <a:off x="10517443" y="208098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2" name="r3_o13510"/>
          <p:cNvSpPr/>
          <p:nvPr/>
        </p:nvSpPr>
        <p:spPr>
          <a:xfrm>
            <a:off x="9838974" y="20711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3" name="r3_o13511"/>
          <p:cNvSpPr/>
          <p:nvPr/>
        </p:nvSpPr>
        <p:spPr>
          <a:xfrm>
            <a:off x="9843668" y="20753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4" name="r3_o13512"/>
          <p:cNvSpPr/>
          <p:nvPr/>
        </p:nvSpPr>
        <p:spPr>
          <a:xfrm>
            <a:off x="9843668" y="20753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5" name="r3_o13513"/>
          <p:cNvSpPr/>
          <p:nvPr/>
        </p:nvSpPr>
        <p:spPr>
          <a:xfrm>
            <a:off x="9860095" y="209057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6" name="r3_o13514"/>
          <p:cNvSpPr/>
          <p:nvPr/>
        </p:nvSpPr>
        <p:spPr>
          <a:xfrm>
            <a:off x="9863099" y="209325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7" name="r3_o13515"/>
          <p:cNvSpPr/>
          <p:nvPr/>
        </p:nvSpPr>
        <p:spPr>
          <a:xfrm>
            <a:off x="9863099" y="209325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8" name="r3_o13516"/>
          <p:cNvSpPr/>
          <p:nvPr/>
        </p:nvSpPr>
        <p:spPr>
          <a:xfrm>
            <a:off x="10076866" y="20718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19" name="r3_o13517"/>
          <p:cNvSpPr/>
          <p:nvPr/>
        </p:nvSpPr>
        <p:spPr>
          <a:xfrm>
            <a:off x="10081559" y="20760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0" name="r3_o13518"/>
          <p:cNvSpPr/>
          <p:nvPr/>
        </p:nvSpPr>
        <p:spPr>
          <a:xfrm>
            <a:off x="10081559" y="20760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1" name="r3_o13519"/>
          <p:cNvSpPr/>
          <p:nvPr/>
        </p:nvSpPr>
        <p:spPr>
          <a:xfrm>
            <a:off x="10314760" y="20726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2" name="r3_o13520"/>
          <p:cNvSpPr/>
          <p:nvPr/>
        </p:nvSpPr>
        <p:spPr>
          <a:xfrm>
            <a:off x="10319454" y="207686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3" name="r3_o13521"/>
          <p:cNvSpPr/>
          <p:nvPr/>
        </p:nvSpPr>
        <p:spPr>
          <a:xfrm>
            <a:off x="10319454" y="207686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4" name="r3_o13522"/>
          <p:cNvSpPr/>
          <p:nvPr/>
        </p:nvSpPr>
        <p:spPr>
          <a:xfrm>
            <a:off x="10552655" y="207344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5" name="r3_o13523"/>
          <p:cNvSpPr/>
          <p:nvPr/>
        </p:nvSpPr>
        <p:spPr>
          <a:xfrm>
            <a:off x="10557349" y="207763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6" name="r3_o13524"/>
          <p:cNvSpPr/>
          <p:nvPr/>
        </p:nvSpPr>
        <p:spPr>
          <a:xfrm>
            <a:off x="10557349" y="207763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7" name="r3_o13525"/>
          <p:cNvSpPr/>
          <p:nvPr/>
        </p:nvSpPr>
        <p:spPr>
          <a:xfrm>
            <a:off x="10573776" y="209289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8" name="r3_o13526"/>
          <p:cNvSpPr/>
          <p:nvPr/>
        </p:nvSpPr>
        <p:spPr>
          <a:xfrm>
            <a:off x="10576780" y="209557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29" name="r3_o13527"/>
          <p:cNvSpPr/>
          <p:nvPr/>
        </p:nvSpPr>
        <p:spPr>
          <a:xfrm>
            <a:off x="10576780" y="209557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0" name="r3_o13528"/>
          <p:cNvSpPr/>
          <p:nvPr/>
        </p:nvSpPr>
        <p:spPr>
          <a:xfrm>
            <a:off x="9957648" y="210031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1" name="r3_o13529"/>
          <p:cNvSpPr/>
          <p:nvPr/>
        </p:nvSpPr>
        <p:spPr>
          <a:xfrm>
            <a:off x="9962341" y="210450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2" name="r3_o13530"/>
          <p:cNvSpPr/>
          <p:nvPr/>
        </p:nvSpPr>
        <p:spPr>
          <a:xfrm>
            <a:off x="9962341" y="210450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3" name="r3_o13531"/>
          <p:cNvSpPr/>
          <p:nvPr/>
        </p:nvSpPr>
        <p:spPr>
          <a:xfrm>
            <a:off x="10195539" y="210108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4" name="r3_o13532"/>
          <p:cNvSpPr/>
          <p:nvPr/>
        </p:nvSpPr>
        <p:spPr>
          <a:xfrm>
            <a:off x="10200233" y="210527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5" name="r3_o13533"/>
          <p:cNvSpPr/>
          <p:nvPr/>
        </p:nvSpPr>
        <p:spPr>
          <a:xfrm>
            <a:off x="10200233" y="210527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6" name="r3_o13534"/>
          <p:cNvSpPr/>
          <p:nvPr/>
        </p:nvSpPr>
        <p:spPr>
          <a:xfrm>
            <a:off x="10433434" y="21018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7" name="r3_o13535"/>
          <p:cNvSpPr/>
          <p:nvPr/>
        </p:nvSpPr>
        <p:spPr>
          <a:xfrm>
            <a:off x="10438127" y="210604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8" name="r3_o13536"/>
          <p:cNvSpPr/>
          <p:nvPr/>
        </p:nvSpPr>
        <p:spPr>
          <a:xfrm>
            <a:off x="10438127" y="210604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39" name="r3_o13537"/>
          <p:cNvSpPr/>
          <p:nvPr/>
        </p:nvSpPr>
        <p:spPr>
          <a:xfrm>
            <a:off x="10016984" y="211490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0" name="r3_o13538"/>
          <p:cNvSpPr/>
          <p:nvPr/>
        </p:nvSpPr>
        <p:spPr>
          <a:xfrm>
            <a:off x="10021678" y="21190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1" name="r3_o13539"/>
          <p:cNvSpPr/>
          <p:nvPr/>
        </p:nvSpPr>
        <p:spPr>
          <a:xfrm>
            <a:off x="10021678" y="21190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2" name="r3_o13540"/>
          <p:cNvSpPr/>
          <p:nvPr/>
        </p:nvSpPr>
        <p:spPr>
          <a:xfrm>
            <a:off x="10254876" y="21156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3" name="r3_o13541"/>
          <p:cNvSpPr/>
          <p:nvPr/>
        </p:nvSpPr>
        <p:spPr>
          <a:xfrm>
            <a:off x="10259569" y="211986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4" name="r3_o13542"/>
          <p:cNvSpPr/>
          <p:nvPr/>
        </p:nvSpPr>
        <p:spPr>
          <a:xfrm>
            <a:off x="10259569" y="211986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5" name="r3_o13543"/>
          <p:cNvSpPr/>
          <p:nvPr/>
        </p:nvSpPr>
        <p:spPr>
          <a:xfrm>
            <a:off x="10492771" y="21164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6" name="r3_o13544"/>
          <p:cNvSpPr/>
          <p:nvPr/>
        </p:nvSpPr>
        <p:spPr>
          <a:xfrm>
            <a:off x="10497464" y="212063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7" name="r3_o13545"/>
          <p:cNvSpPr/>
          <p:nvPr/>
        </p:nvSpPr>
        <p:spPr>
          <a:xfrm>
            <a:off x="10497464" y="212063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8" name="r3_o13546"/>
          <p:cNvSpPr/>
          <p:nvPr/>
        </p:nvSpPr>
        <p:spPr>
          <a:xfrm>
            <a:off x="9897763" y="214331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49" name="r3_o13547"/>
          <p:cNvSpPr/>
          <p:nvPr/>
        </p:nvSpPr>
        <p:spPr>
          <a:xfrm>
            <a:off x="9902457" y="214750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0" name="r3_o13548"/>
          <p:cNvSpPr/>
          <p:nvPr/>
        </p:nvSpPr>
        <p:spPr>
          <a:xfrm>
            <a:off x="9902457" y="214750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1" name="r3_o13549"/>
          <p:cNvSpPr/>
          <p:nvPr/>
        </p:nvSpPr>
        <p:spPr>
          <a:xfrm>
            <a:off x="10135658" y="21440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2" name="r3_o13550"/>
          <p:cNvSpPr/>
          <p:nvPr/>
        </p:nvSpPr>
        <p:spPr>
          <a:xfrm>
            <a:off x="10140351" y="214827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3" name="r3_o13551"/>
          <p:cNvSpPr/>
          <p:nvPr/>
        </p:nvSpPr>
        <p:spPr>
          <a:xfrm>
            <a:off x="10140351" y="214827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4" name="r3_o13552"/>
          <p:cNvSpPr/>
          <p:nvPr/>
        </p:nvSpPr>
        <p:spPr>
          <a:xfrm>
            <a:off x="10373549" y="214485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5" name="r3_o13553"/>
          <p:cNvSpPr/>
          <p:nvPr/>
        </p:nvSpPr>
        <p:spPr>
          <a:xfrm>
            <a:off x="10378243" y="214904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6" name="r3_o13554"/>
          <p:cNvSpPr/>
          <p:nvPr/>
        </p:nvSpPr>
        <p:spPr>
          <a:xfrm>
            <a:off x="10378243" y="214904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7" name="r3_o13555"/>
          <p:cNvSpPr/>
          <p:nvPr/>
        </p:nvSpPr>
        <p:spPr>
          <a:xfrm>
            <a:off x="10611444" y="214562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8" name="r3_o13556"/>
          <p:cNvSpPr/>
          <p:nvPr/>
        </p:nvSpPr>
        <p:spPr>
          <a:xfrm>
            <a:off x="10616138" y="21498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59" name="r3_o13557"/>
          <p:cNvSpPr/>
          <p:nvPr/>
        </p:nvSpPr>
        <p:spPr>
          <a:xfrm>
            <a:off x="10616138" y="21498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0" name="r3_o13558"/>
          <p:cNvSpPr/>
          <p:nvPr/>
        </p:nvSpPr>
        <p:spPr>
          <a:xfrm>
            <a:off x="9957100" y="215790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1" name="r3_o13559"/>
          <p:cNvSpPr/>
          <p:nvPr/>
        </p:nvSpPr>
        <p:spPr>
          <a:xfrm>
            <a:off x="9961793" y="216209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2" name="r3_o13560"/>
          <p:cNvSpPr/>
          <p:nvPr/>
        </p:nvSpPr>
        <p:spPr>
          <a:xfrm>
            <a:off x="9961793" y="216209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3" name="r3_o13561"/>
          <p:cNvSpPr/>
          <p:nvPr/>
        </p:nvSpPr>
        <p:spPr>
          <a:xfrm>
            <a:off x="10194995" y="215867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4" name="r3_o13562"/>
          <p:cNvSpPr/>
          <p:nvPr/>
        </p:nvSpPr>
        <p:spPr>
          <a:xfrm>
            <a:off x="10199688" y="216287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5" name="r3_o13563"/>
          <p:cNvSpPr/>
          <p:nvPr/>
        </p:nvSpPr>
        <p:spPr>
          <a:xfrm>
            <a:off x="10199688" y="216287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6" name="r3_o13564"/>
          <p:cNvSpPr/>
          <p:nvPr/>
        </p:nvSpPr>
        <p:spPr>
          <a:xfrm>
            <a:off x="10432886" y="21594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7" name="r3_o13565"/>
          <p:cNvSpPr/>
          <p:nvPr/>
        </p:nvSpPr>
        <p:spPr>
          <a:xfrm>
            <a:off x="10437580" y="216363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8" name="r3_o13566"/>
          <p:cNvSpPr/>
          <p:nvPr/>
        </p:nvSpPr>
        <p:spPr>
          <a:xfrm>
            <a:off x="10437580" y="216363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69" name="r3_o13567"/>
          <p:cNvSpPr/>
          <p:nvPr/>
        </p:nvSpPr>
        <p:spPr>
          <a:xfrm>
            <a:off x="10670781" y="216022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0" name="r3_o13568"/>
          <p:cNvSpPr/>
          <p:nvPr/>
        </p:nvSpPr>
        <p:spPr>
          <a:xfrm>
            <a:off x="10675474" y="216441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1" name="r3_o13569"/>
          <p:cNvSpPr/>
          <p:nvPr/>
        </p:nvSpPr>
        <p:spPr>
          <a:xfrm>
            <a:off x="10675474" y="216441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2" name="r3_o13570"/>
          <p:cNvSpPr/>
          <p:nvPr/>
        </p:nvSpPr>
        <p:spPr>
          <a:xfrm>
            <a:off x="10691901" y="217966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3" name="r3_o13571"/>
          <p:cNvSpPr/>
          <p:nvPr/>
        </p:nvSpPr>
        <p:spPr>
          <a:xfrm>
            <a:off x="10694905" y="218234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4" name="r3_o13572"/>
          <p:cNvSpPr/>
          <p:nvPr/>
        </p:nvSpPr>
        <p:spPr>
          <a:xfrm>
            <a:off x="10694905" y="218234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5" name="r3_o13573"/>
          <p:cNvSpPr/>
          <p:nvPr/>
        </p:nvSpPr>
        <p:spPr>
          <a:xfrm>
            <a:off x="10075773" y="21870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6" name="r3_o13574"/>
          <p:cNvSpPr/>
          <p:nvPr/>
        </p:nvSpPr>
        <p:spPr>
          <a:xfrm>
            <a:off x="10080467" y="219127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7" name="r3_o13575"/>
          <p:cNvSpPr/>
          <p:nvPr/>
        </p:nvSpPr>
        <p:spPr>
          <a:xfrm>
            <a:off x="10080467" y="219127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8" name="r3_o13576"/>
          <p:cNvSpPr/>
          <p:nvPr/>
        </p:nvSpPr>
        <p:spPr>
          <a:xfrm>
            <a:off x="10313668" y="218786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79" name="r3_o13577"/>
          <p:cNvSpPr/>
          <p:nvPr/>
        </p:nvSpPr>
        <p:spPr>
          <a:xfrm>
            <a:off x="10318362" y="219205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0" name="r3_o13578"/>
          <p:cNvSpPr/>
          <p:nvPr/>
        </p:nvSpPr>
        <p:spPr>
          <a:xfrm>
            <a:off x="10318362" y="219205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1" name="r3_o13579"/>
          <p:cNvSpPr/>
          <p:nvPr/>
        </p:nvSpPr>
        <p:spPr>
          <a:xfrm>
            <a:off x="10551560" y="21886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2" name="r3_o13580"/>
          <p:cNvSpPr/>
          <p:nvPr/>
        </p:nvSpPr>
        <p:spPr>
          <a:xfrm>
            <a:off x="10556253" y="21928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3" name="r3_o13581"/>
          <p:cNvSpPr/>
          <p:nvPr/>
        </p:nvSpPr>
        <p:spPr>
          <a:xfrm>
            <a:off x="10556253" y="21928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4" name="r3_o13582"/>
          <p:cNvSpPr/>
          <p:nvPr/>
        </p:nvSpPr>
        <p:spPr>
          <a:xfrm>
            <a:off x="9897215" y="220090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5" name="r3_o13583"/>
          <p:cNvSpPr/>
          <p:nvPr/>
        </p:nvSpPr>
        <p:spPr>
          <a:xfrm>
            <a:off x="9901909" y="220509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6" name="r3_o13584"/>
          <p:cNvSpPr/>
          <p:nvPr/>
        </p:nvSpPr>
        <p:spPr>
          <a:xfrm>
            <a:off x="9901909" y="220509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7" name="r3_o13585"/>
          <p:cNvSpPr/>
          <p:nvPr/>
        </p:nvSpPr>
        <p:spPr>
          <a:xfrm>
            <a:off x="9918336" y="222035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8" name="r3_o13586"/>
          <p:cNvSpPr/>
          <p:nvPr/>
        </p:nvSpPr>
        <p:spPr>
          <a:xfrm>
            <a:off x="9921340" y="222303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89" name="r3_o13587"/>
          <p:cNvSpPr/>
          <p:nvPr/>
        </p:nvSpPr>
        <p:spPr>
          <a:xfrm>
            <a:off x="9921340" y="222303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0" name="r3_o13588"/>
          <p:cNvSpPr/>
          <p:nvPr/>
        </p:nvSpPr>
        <p:spPr>
          <a:xfrm>
            <a:off x="10135110" y="220168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1" name="r3_o13589"/>
          <p:cNvSpPr/>
          <p:nvPr/>
        </p:nvSpPr>
        <p:spPr>
          <a:xfrm>
            <a:off x="10139804" y="220587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2" name="r3_o13590"/>
          <p:cNvSpPr/>
          <p:nvPr/>
        </p:nvSpPr>
        <p:spPr>
          <a:xfrm>
            <a:off x="10139804" y="220587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3" name="r3_o13591"/>
          <p:cNvSpPr/>
          <p:nvPr/>
        </p:nvSpPr>
        <p:spPr>
          <a:xfrm>
            <a:off x="10373005" y="22024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4" name="r3_o13592"/>
          <p:cNvSpPr/>
          <p:nvPr/>
        </p:nvSpPr>
        <p:spPr>
          <a:xfrm>
            <a:off x="10377698" y="220664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5" name="r3_o13593"/>
          <p:cNvSpPr/>
          <p:nvPr/>
        </p:nvSpPr>
        <p:spPr>
          <a:xfrm>
            <a:off x="10377698" y="220664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6" name="r3_o13594"/>
          <p:cNvSpPr/>
          <p:nvPr/>
        </p:nvSpPr>
        <p:spPr>
          <a:xfrm>
            <a:off x="10610896" y="220322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7" name="r3_o13595"/>
          <p:cNvSpPr/>
          <p:nvPr/>
        </p:nvSpPr>
        <p:spPr>
          <a:xfrm>
            <a:off x="10615590" y="220741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8" name="r3_o13596"/>
          <p:cNvSpPr/>
          <p:nvPr/>
        </p:nvSpPr>
        <p:spPr>
          <a:xfrm>
            <a:off x="10615590" y="220741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99" name="r3_o13597"/>
          <p:cNvSpPr/>
          <p:nvPr/>
        </p:nvSpPr>
        <p:spPr>
          <a:xfrm>
            <a:off x="10015889" y="223008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0" name="r3_o13598"/>
          <p:cNvSpPr/>
          <p:nvPr/>
        </p:nvSpPr>
        <p:spPr>
          <a:xfrm>
            <a:off x="10020582" y="223427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1" name="r3_o13599"/>
          <p:cNvSpPr/>
          <p:nvPr/>
        </p:nvSpPr>
        <p:spPr>
          <a:xfrm>
            <a:off x="10020582" y="223427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2" name="r3_o13600"/>
          <p:cNvSpPr/>
          <p:nvPr/>
        </p:nvSpPr>
        <p:spPr>
          <a:xfrm>
            <a:off x="10253784" y="223086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3" name="r3_o13601"/>
          <p:cNvSpPr/>
          <p:nvPr/>
        </p:nvSpPr>
        <p:spPr>
          <a:xfrm>
            <a:off x="10258477" y="223505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4" name="r3_o13602"/>
          <p:cNvSpPr/>
          <p:nvPr/>
        </p:nvSpPr>
        <p:spPr>
          <a:xfrm>
            <a:off x="10258477" y="223505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5" name="r3_o13603"/>
          <p:cNvSpPr/>
          <p:nvPr/>
        </p:nvSpPr>
        <p:spPr>
          <a:xfrm>
            <a:off x="10491678" y="22316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6" name="r3_o13604"/>
          <p:cNvSpPr/>
          <p:nvPr/>
        </p:nvSpPr>
        <p:spPr>
          <a:xfrm>
            <a:off x="10496372" y="223582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7" name="r3_o13605"/>
          <p:cNvSpPr/>
          <p:nvPr/>
        </p:nvSpPr>
        <p:spPr>
          <a:xfrm>
            <a:off x="10496372" y="223582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8" name="r3_o13606"/>
          <p:cNvSpPr/>
          <p:nvPr/>
        </p:nvSpPr>
        <p:spPr>
          <a:xfrm>
            <a:off x="10729570" y="223240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09" name="r3_o13607"/>
          <p:cNvSpPr/>
          <p:nvPr/>
        </p:nvSpPr>
        <p:spPr>
          <a:xfrm>
            <a:off x="10734263" y="22365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0" name="r3_o13608"/>
          <p:cNvSpPr/>
          <p:nvPr/>
        </p:nvSpPr>
        <p:spPr>
          <a:xfrm>
            <a:off x="10734263" y="22365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1" name="r3_o13609"/>
          <p:cNvSpPr/>
          <p:nvPr/>
        </p:nvSpPr>
        <p:spPr>
          <a:xfrm>
            <a:off x="10750690" y="225184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2" name="r3_o13610"/>
          <p:cNvSpPr/>
          <p:nvPr/>
        </p:nvSpPr>
        <p:spPr>
          <a:xfrm>
            <a:off x="10753694" y="225453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3" name="r3_o13611"/>
          <p:cNvSpPr/>
          <p:nvPr/>
        </p:nvSpPr>
        <p:spPr>
          <a:xfrm>
            <a:off x="10753694" y="225453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4" name="r3_o13612"/>
          <p:cNvSpPr/>
          <p:nvPr/>
        </p:nvSpPr>
        <p:spPr>
          <a:xfrm>
            <a:off x="10075226" y="22446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5" name="r3_o13613"/>
          <p:cNvSpPr/>
          <p:nvPr/>
        </p:nvSpPr>
        <p:spPr>
          <a:xfrm>
            <a:off x="10079919" y="224887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6" name="r3_o13614"/>
          <p:cNvSpPr/>
          <p:nvPr/>
        </p:nvSpPr>
        <p:spPr>
          <a:xfrm>
            <a:off x="10079919" y="224887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7" name="r3_o13615"/>
          <p:cNvSpPr/>
          <p:nvPr/>
        </p:nvSpPr>
        <p:spPr>
          <a:xfrm>
            <a:off x="10313120" y="224545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8" name="r3_o13616"/>
          <p:cNvSpPr/>
          <p:nvPr/>
        </p:nvSpPr>
        <p:spPr>
          <a:xfrm>
            <a:off x="10317814" y="224964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19" name="r3_o13617"/>
          <p:cNvSpPr/>
          <p:nvPr/>
        </p:nvSpPr>
        <p:spPr>
          <a:xfrm>
            <a:off x="10317814" y="224964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0" name="r3_o13618"/>
          <p:cNvSpPr/>
          <p:nvPr/>
        </p:nvSpPr>
        <p:spPr>
          <a:xfrm>
            <a:off x="10551015" y="224622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1" name="r3_o13619"/>
          <p:cNvSpPr/>
          <p:nvPr/>
        </p:nvSpPr>
        <p:spPr>
          <a:xfrm>
            <a:off x="10555709" y="22504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2" name="r3_o13620"/>
          <p:cNvSpPr/>
          <p:nvPr/>
        </p:nvSpPr>
        <p:spPr>
          <a:xfrm>
            <a:off x="10555709" y="22504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3" name="r3_o13621"/>
          <p:cNvSpPr/>
          <p:nvPr/>
        </p:nvSpPr>
        <p:spPr>
          <a:xfrm>
            <a:off x="9956004" y="227308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4" name="r3_o13622"/>
          <p:cNvSpPr/>
          <p:nvPr/>
        </p:nvSpPr>
        <p:spPr>
          <a:xfrm>
            <a:off x="9960698" y="227728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5" name="r3_o13623"/>
          <p:cNvSpPr/>
          <p:nvPr/>
        </p:nvSpPr>
        <p:spPr>
          <a:xfrm>
            <a:off x="9960698" y="227728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6" name="r3_o13624"/>
          <p:cNvSpPr/>
          <p:nvPr/>
        </p:nvSpPr>
        <p:spPr>
          <a:xfrm>
            <a:off x="9977125" y="229253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7" name="r3_o13625"/>
          <p:cNvSpPr/>
          <p:nvPr/>
        </p:nvSpPr>
        <p:spPr>
          <a:xfrm>
            <a:off x="9980129" y="229521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8" name="r3_o13626"/>
          <p:cNvSpPr/>
          <p:nvPr/>
        </p:nvSpPr>
        <p:spPr>
          <a:xfrm>
            <a:off x="9980129" y="229521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29" name="r3_o13627"/>
          <p:cNvSpPr/>
          <p:nvPr/>
        </p:nvSpPr>
        <p:spPr>
          <a:xfrm>
            <a:off x="10193899" y="227386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0" name="r3_o13628"/>
          <p:cNvSpPr/>
          <p:nvPr/>
        </p:nvSpPr>
        <p:spPr>
          <a:xfrm>
            <a:off x="10198593" y="227805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1" name="r3_o13629"/>
          <p:cNvSpPr/>
          <p:nvPr/>
        </p:nvSpPr>
        <p:spPr>
          <a:xfrm>
            <a:off x="10198593" y="227805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2" name="r3_o13630"/>
          <p:cNvSpPr/>
          <p:nvPr/>
        </p:nvSpPr>
        <p:spPr>
          <a:xfrm>
            <a:off x="10431794" y="22746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3" name="r3_o13631"/>
          <p:cNvSpPr/>
          <p:nvPr/>
        </p:nvSpPr>
        <p:spPr>
          <a:xfrm>
            <a:off x="10436487" y="22788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4" name="r3_o13632"/>
          <p:cNvSpPr/>
          <p:nvPr/>
        </p:nvSpPr>
        <p:spPr>
          <a:xfrm>
            <a:off x="10436487" y="22788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5" name="r3_o13633"/>
          <p:cNvSpPr/>
          <p:nvPr/>
        </p:nvSpPr>
        <p:spPr>
          <a:xfrm>
            <a:off x="10669689" y="227541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6" name="r3_o13634"/>
          <p:cNvSpPr/>
          <p:nvPr/>
        </p:nvSpPr>
        <p:spPr>
          <a:xfrm>
            <a:off x="10674382" y="227960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7" name="r3_o13635"/>
          <p:cNvSpPr/>
          <p:nvPr/>
        </p:nvSpPr>
        <p:spPr>
          <a:xfrm>
            <a:off x="10674382" y="227960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8" name="r3_o13636"/>
          <p:cNvSpPr/>
          <p:nvPr/>
        </p:nvSpPr>
        <p:spPr>
          <a:xfrm>
            <a:off x="10015341" y="22876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39" name="r3_o13637"/>
          <p:cNvSpPr/>
          <p:nvPr/>
        </p:nvSpPr>
        <p:spPr>
          <a:xfrm>
            <a:off x="10020035" y="229187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0" name="r3_o13638"/>
          <p:cNvSpPr/>
          <p:nvPr/>
        </p:nvSpPr>
        <p:spPr>
          <a:xfrm>
            <a:off x="10020035" y="229187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1" name="r3_o13639"/>
          <p:cNvSpPr/>
          <p:nvPr/>
        </p:nvSpPr>
        <p:spPr>
          <a:xfrm>
            <a:off x="10036462" y="230712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2" name="r3_o13640"/>
          <p:cNvSpPr/>
          <p:nvPr/>
        </p:nvSpPr>
        <p:spPr>
          <a:xfrm>
            <a:off x="10039465" y="230980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3" name="r3_o13641"/>
          <p:cNvSpPr/>
          <p:nvPr/>
        </p:nvSpPr>
        <p:spPr>
          <a:xfrm>
            <a:off x="10039465" y="230980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4" name="r3_o13642"/>
          <p:cNvSpPr/>
          <p:nvPr/>
        </p:nvSpPr>
        <p:spPr>
          <a:xfrm>
            <a:off x="10253236" y="228845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5" name="r3_o13643"/>
          <p:cNvSpPr/>
          <p:nvPr/>
        </p:nvSpPr>
        <p:spPr>
          <a:xfrm>
            <a:off x="10257929" y="229264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6" name="r3_o13644"/>
          <p:cNvSpPr/>
          <p:nvPr/>
        </p:nvSpPr>
        <p:spPr>
          <a:xfrm>
            <a:off x="10257929" y="229264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7" name="r3_o13645"/>
          <p:cNvSpPr/>
          <p:nvPr/>
        </p:nvSpPr>
        <p:spPr>
          <a:xfrm>
            <a:off x="10491131" y="22892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8" name="r3_o13646"/>
          <p:cNvSpPr/>
          <p:nvPr/>
        </p:nvSpPr>
        <p:spPr>
          <a:xfrm>
            <a:off x="10495824" y="229342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49" name="r3_o13647"/>
          <p:cNvSpPr/>
          <p:nvPr/>
        </p:nvSpPr>
        <p:spPr>
          <a:xfrm>
            <a:off x="10495824" y="229342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0" name="r3_o13648"/>
          <p:cNvSpPr/>
          <p:nvPr/>
        </p:nvSpPr>
        <p:spPr>
          <a:xfrm>
            <a:off x="10729025" y="229000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1" name="r3_o13649"/>
          <p:cNvSpPr/>
          <p:nvPr/>
        </p:nvSpPr>
        <p:spPr>
          <a:xfrm>
            <a:off x="10733719" y="22941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2" name="r3_o13650"/>
          <p:cNvSpPr/>
          <p:nvPr/>
        </p:nvSpPr>
        <p:spPr>
          <a:xfrm>
            <a:off x="10733719" y="22941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3" name="r3_o13651"/>
          <p:cNvSpPr/>
          <p:nvPr/>
        </p:nvSpPr>
        <p:spPr>
          <a:xfrm>
            <a:off x="10134015" y="231686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4" name="r3_o13652"/>
          <p:cNvSpPr/>
          <p:nvPr/>
        </p:nvSpPr>
        <p:spPr>
          <a:xfrm>
            <a:off x="10138708" y="232105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5" name="r3_o13653"/>
          <p:cNvSpPr/>
          <p:nvPr/>
        </p:nvSpPr>
        <p:spPr>
          <a:xfrm>
            <a:off x="10138708" y="232105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6" name="r3_o13654"/>
          <p:cNvSpPr/>
          <p:nvPr/>
        </p:nvSpPr>
        <p:spPr>
          <a:xfrm>
            <a:off x="10155135" y="233630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7" name="r3_o13655"/>
          <p:cNvSpPr/>
          <p:nvPr/>
        </p:nvSpPr>
        <p:spPr>
          <a:xfrm>
            <a:off x="10158139" y="233899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8" name="r3_o13656"/>
          <p:cNvSpPr/>
          <p:nvPr/>
        </p:nvSpPr>
        <p:spPr>
          <a:xfrm>
            <a:off x="10158139" y="233899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59" name="r3_o13657"/>
          <p:cNvSpPr/>
          <p:nvPr/>
        </p:nvSpPr>
        <p:spPr>
          <a:xfrm>
            <a:off x="10371909" y="231763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0" name="r3_o13658"/>
          <p:cNvSpPr/>
          <p:nvPr/>
        </p:nvSpPr>
        <p:spPr>
          <a:xfrm>
            <a:off x="10376603" y="23218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1" name="r3_o13659"/>
          <p:cNvSpPr/>
          <p:nvPr/>
        </p:nvSpPr>
        <p:spPr>
          <a:xfrm>
            <a:off x="10376603" y="23218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2" name="r3_o13660"/>
          <p:cNvSpPr/>
          <p:nvPr/>
        </p:nvSpPr>
        <p:spPr>
          <a:xfrm>
            <a:off x="10609804" y="231841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3" name="r3_o13661"/>
          <p:cNvSpPr/>
          <p:nvPr/>
        </p:nvSpPr>
        <p:spPr>
          <a:xfrm>
            <a:off x="10614498" y="232260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4" name="r3_o13662"/>
          <p:cNvSpPr/>
          <p:nvPr/>
        </p:nvSpPr>
        <p:spPr>
          <a:xfrm>
            <a:off x="10614498" y="232260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5" name="r3_o13663"/>
          <p:cNvSpPr/>
          <p:nvPr/>
        </p:nvSpPr>
        <p:spPr>
          <a:xfrm>
            <a:off x="10193351" y="233145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6" name="r3_o13664"/>
          <p:cNvSpPr/>
          <p:nvPr/>
        </p:nvSpPr>
        <p:spPr>
          <a:xfrm>
            <a:off x="10198045" y="233564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7" name="r3_o13665"/>
          <p:cNvSpPr/>
          <p:nvPr/>
        </p:nvSpPr>
        <p:spPr>
          <a:xfrm>
            <a:off x="10198045" y="233564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8" name="r3_o13666"/>
          <p:cNvSpPr/>
          <p:nvPr/>
        </p:nvSpPr>
        <p:spPr>
          <a:xfrm>
            <a:off x="10214472" y="235090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69" name="r3_o13667"/>
          <p:cNvSpPr/>
          <p:nvPr/>
        </p:nvSpPr>
        <p:spPr>
          <a:xfrm>
            <a:off x="10217476" y="235358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0" name="r3_o13668"/>
          <p:cNvSpPr/>
          <p:nvPr/>
        </p:nvSpPr>
        <p:spPr>
          <a:xfrm>
            <a:off x="10217476" y="235358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1" name="r3_o13669"/>
          <p:cNvSpPr/>
          <p:nvPr/>
        </p:nvSpPr>
        <p:spPr>
          <a:xfrm>
            <a:off x="10431246" y="23322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2" name="r3_o13670"/>
          <p:cNvSpPr/>
          <p:nvPr/>
        </p:nvSpPr>
        <p:spPr>
          <a:xfrm>
            <a:off x="10435940" y="23364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3" name="r3_o13671"/>
          <p:cNvSpPr/>
          <p:nvPr/>
        </p:nvSpPr>
        <p:spPr>
          <a:xfrm>
            <a:off x="10435940" y="23364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4" name="r3_o13672"/>
          <p:cNvSpPr/>
          <p:nvPr/>
        </p:nvSpPr>
        <p:spPr>
          <a:xfrm>
            <a:off x="10669141" y="233300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5" name="r3_o13673"/>
          <p:cNvSpPr/>
          <p:nvPr/>
        </p:nvSpPr>
        <p:spPr>
          <a:xfrm>
            <a:off x="10673834" y="23371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6" name="r3_o13674"/>
          <p:cNvSpPr/>
          <p:nvPr/>
        </p:nvSpPr>
        <p:spPr>
          <a:xfrm>
            <a:off x="10673834" y="23371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7" name="r3_o13675"/>
          <p:cNvSpPr/>
          <p:nvPr/>
        </p:nvSpPr>
        <p:spPr>
          <a:xfrm>
            <a:off x="10312025" y="236063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8" name="r3_o13676"/>
          <p:cNvSpPr/>
          <p:nvPr/>
        </p:nvSpPr>
        <p:spPr>
          <a:xfrm>
            <a:off x="10316718" y="236483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79" name="r3_o13677"/>
          <p:cNvSpPr/>
          <p:nvPr/>
        </p:nvSpPr>
        <p:spPr>
          <a:xfrm>
            <a:off x="10316718" y="236483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0" name="r3_o13678"/>
          <p:cNvSpPr/>
          <p:nvPr/>
        </p:nvSpPr>
        <p:spPr>
          <a:xfrm>
            <a:off x="10333145" y="238008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1" name="r3_o13679"/>
          <p:cNvSpPr/>
          <p:nvPr/>
        </p:nvSpPr>
        <p:spPr>
          <a:xfrm>
            <a:off x="10336149" y="238276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2" name="r3_o13680"/>
          <p:cNvSpPr/>
          <p:nvPr/>
        </p:nvSpPr>
        <p:spPr>
          <a:xfrm>
            <a:off x="10336149" y="238276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3" name="r3_o13681"/>
          <p:cNvSpPr/>
          <p:nvPr/>
        </p:nvSpPr>
        <p:spPr>
          <a:xfrm>
            <a:off x="10549920" y="236141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4" name="r3_o13682"/>
          <p:cNvSpPr/>
          <p:nvPr/>
        </p:nvSpPr>
        <p:spPr>
          <a:xfrm>
            <a:off x="10554613" y="236560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5" name="r3_o13683"/>
          <p:cNvSpPr/>
          <p:nvPr/>
        </p:nvSpPr>
        <p:spPr>
          <a:xfrm>
            <a:off x="10554613" y="236560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6" name="r3_o13684"/>
          <p:cNvSpPr/>
          <p:nvPr/>
        </p:nvSpPr>
        <p:spPr>
          <a:xfrm>
            <a:off x="10787814" y="23621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7" name="r3_o13685"/>
          <p:cNvSpPr/>
          <p:nvPr/>
        </p:nvSpPr>
        <p:spPr>
          <a:xfrm>
            <a:off x="10792508" y="236637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8" name="r3_o13686"/>
          <p:cNvSpPr/>
          <p:nvPr/>
        </p:nvSpPr>
        <p:spPr>
          <a:xfrm>
            <a:off x="10792508" y="236637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89" name="r3_o13687"/>
          <p:cNvSpPr/>
          <p:nvPr/>
        </p:nvSpPr>
        <p:spPr>
          <a:xfrm>
            <a:off x="10808935" y="238163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0" name="r3_o13688"/>
          <p:cNvSpPr/>
          <p:nvPr/>
        </p:nvSpPr>
        <p:spPr>
          <a:xfrm>
            <a:off x="10811939" y="238431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1" name="r3_o13689"/>
          <p:cNvSpPr/>
          <p:nvPr/>
        </p:nvSpPr>
        <p:spPr>
          <a:xfrm>
            <a:off x="10811939" y="238431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2" name="r3_o13690"/>
          <p:cNvSpPr/>
          <p:nvPr/>
        </p:nvSpPr>
        <p:spPr>
          <a:xfrm>
            <a:off x="10371361" y="237523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3" name="r3_o13691"/>
          <p:cNvSpPr/>
          <p:nvPr/>
        </p:nvSpPr>
        <p:spPr>
          <a:xfrm>
            <a:off x="10376055" y="23794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4" name="r3_o13692"/>
          <p:cNvSpPr/>
          <p:nvPr/>
        </p:nvSpPr>
        <p:spPr>
          <a:xfrm>
            <a:off x="10376055" y="23794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5" name="r3_o13693"/>
          <p:cNvSpPr/>
          <p:nvPr/>
        </p:nvSpPr>
        <p:spPr>
          <a:xfrm>
            <a:off x="10392482" y="239467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6" name="r3_o13694"/>
          <p:cNvSpPr/>
          <p:nvPr/>
        </p:nvSpPr>
        <p:spPr>
          <a:xfrm>
            <a:off x="10395486" y="239735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7" name="r3_o13695"/>
          <p:cNvSpPr/>
          <p:nvPr/>
        </p:nvSpPr>
        <p:spPr>
          <a:xfrm>
            <a:off x="10395486" y="239735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8" name="r3_o13696"/>
          <p:cNvSpPr/>
          <p:nvPr/>
        </p:nvSpPr>
        <p:spPr>
          <a:xfrm>
            <a:off x="10609256" y="237600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99" name="r3_o13697"/>
          <p:cNvSpPr/>
          <p:nvPr/>
        </p:nvSpPr>
        <p:spPr>
          <a:xfrm>
            <a:off x="10613950" y="238019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0" name="r3_o13698"/>
          <p:cNvSpPr/>
          <p:nvPr/>
        </p:nvSpPr>
        <p:spPr>
          <a:xfrm>
            <a:off x="10613950" y="238019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1" name="r3_o13699"/>
          <p:cNvSpPr/>
          <p:nvPr/>
        </p:nvSpPr>
        <p:spPr>
          <a:xfrm>
            <a:off x="10490035" y="240441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2" name="r3_o13700"/>
          <p:cNvSpPr/>
          <p:nvPr/>
        </p:nvSpPr>
        <p:spPr>
          <a:xfrm>
            <a:off x="10494728" y="240860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3" name="r3_o13701"/>
          <p:cNvSpPr/>
          <p:nvPr/>
        </p:nvSpPr>
        <p:spPr>
          <a:xfrm>
            <a:off x="10494728" y="240860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4" name="r3_o13702"/>
          <p:cNvSpPr/>
          <p:nvPr/>
        </p:nvSpPr>
        <p:spPr>
          <a:xfrm>
            <a:off x="10511156" y="242385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5" name="r3_o13703"/>
          <p:cNvSpPr/>
          <p:nvPr/>
        </p:nvSpPr>
        <p:spPr>
          <a:xfrm>
            <a:off x="10514159" y="242654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6" name="r3_o13704"/>
          <p:cNvSpPr/>
          <p:nvPr/>
        </p:nvSpPr>
        <p:spPr>
          <a:xfrm>
            <a:off x="10514159" y="242654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7" name="r3_o13705"/>
          <p:cNvSpPr/>
          <p:nvPr/>
        </p:nvSpPr>
        <p:spPr>
          <a:xfrm>
            <a:off x="10727930" y="240518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8" name="r3_o13706"/>
          <p:cNvSpPr/>
          <p:nvPr/>
        </p:nvSpPr>
        <p:spPr>
          <a:xfrm>
            <a:off x="10732623" y="240937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09" name="r3_o13707"/>
          <p:cNvSpPr/>
          <p:nvPr/>
        </p:nvSpPr>
        <p:spPr>
          <a:xfrm>
            <a:off x="10732623" y="240937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0" name="r3_o13708"/>
          <p:cNvSpPr/>
          <p:nvPr/>
        </p:nvSpPr>
        <p:spPr>
          <a:xfrm>
            <a:off x="10549372" y="241900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1" name="r3_o13709"/>
          <p:cNvSpPr/>
          <p:nvPr/>
        </p:nvSpPr>
        <p:spPr>
          <a:xfrm>
            <a:off x="10554065" y="242319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2" name="r3_o13710"/>
          <p:cNvSpPr/>
          <p:nvPr/>
        </p:nvSpPr>
        <p:spPr>
          <a:xfrm>
            <a:off x="10554065" y="242319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3" name="r3_o13711"/>
          <p:cNvSpPr/>
          <p:nvPr/>
        </p:nvSpPr>
        <p:spPr>
          <a:xfrm>
            <a:off x="10570492" y="243845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4" name="r3_o13712"/>
          <p:cNvSpPr/>
          <p:nvPr/>
        </p:nvSpPr>
        <p:spPr>
          <a:xfrm>
            <a:off x="10573496" y="244113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5" name="r3_o13713"/>
          <p:cNvSpPr/>
          <p:nvPr/>
        </p:nvSpPr>
        <p:spPr>
          <a:xfrm>
            <a:off x="10573496" y="244113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6" name="r3_o13714"/>
          <p:cNvSpPr/>
          <p:nvPr/>
        </p:nvSpPr>
        <p:spPr>
          <a:xfrm>
            <a:off x="10787267" y="241978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7" name="r3_o13715"/>
          <p:cNvSpPr/>
          <p:nvPr/>
        </p:nvSpPr>
        <p:spPr>
          <a:xfrm>
            <a:off x="10791960" y="242397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8" name="r3_o13716"/>
          <p:cNvSpPr/>
          <p:nvPr/>
        </p:nvSpPr>
        <p:spPr>
          <a:xfrm>
            <a:off x="10791960" y="242397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19" name="r3_o13717"/>
          <p:cNvSpPr/>
          <p:nvPr/>
        </p:nvSpPr>
        <p:spPr>
          <a:xfrm>
            <a:off x="10808387" y="243922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0" name="r3_o13718"/>
          <p:cNvSpPr/>
          <p:nvPr/>
        </p:nvSpPr>
        <p:spPr>
          <a:xfrm>
            <a:off x="10811391" y="244190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1" name="r3_o13719"/>
          <p:cNvSpPr/>
          <p:nvPr/>
        </p:nvSpPr>
        <p:spPr>
          <a:xfrm>
            <a:off x="10811391" y="244190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2" name="r3_o13720"/>
          <p:cNvSpPr/>
          <p:nvPr/>
        </p:nvSpPr>
        <p:spPr>
          <a:xfrm>
            <a:off x="10668045" y="244818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3" name="r3_o13721"/>
          <p:cNvSpPr/>
          <p:nvPr/>
        </p:nvSpPr>
        <p:spPr>
          <a:xfrm>
            <a:off x="10672739" y="245238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4" name="r3_o13722"/>
          <p:cNvSpPr/>
          <p:nvPr/>
        </p:nvSpPr>
        <p:spPr>
          <a:xfrm>
            <a:off x="10672739" y="245238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5" name="r3_o13723"/>
          <p:cNvSpPr/>
          <p:nvPr/>
        </p:nvSpPr>
        <p:spPr>
          <a:xfrm>
            <a:off x="10689166" y="246763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6" name="r3_o13724"/>
          <p:cNvSpPr/>
          <p:nvPr/>
        </p:nvSpPr>
        <p:spPr>
          <a:xfrm>
            <a:off x="10692170" y="247031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7" name="r3_o13725"/>
          <p:cNvSpPr/>
          <p:nvPr/>
        </p:nvSpPr>
        <p:spPr>
          <a:xfrm>
            <a:off x="10692170" y="247031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8" name="r3_o13726"/>
          <p:cNvSpPr/>
          <p:nvPr/>
        </p:nvSpPr>
        <p:spPr>
          <a:xfrm>
            <a:off x="10727382" y="24627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29" name="r3_o13727"/>
          <p:cNvSpPr/>
          <p:nvPr/>
        </p:nvSpPr>
        <p:spPr>
          <a:xfrm>
            <a:off x="10732075" y="246697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30" name="r3_o13728"/>
          <p:cNvSpPr/>
          <p:nvPr/>
        </p:nvSpPr>
        <p:spPr>
          <a:xfrm>
            <a:off x="10732075" y="246697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31" name="r3_o13729"/>
          <p:cNvSpPr/>
          <p:nvPr/>
        </p:nvSpPr>
        <p:spPr>
          <a:xfrm>
            <a:off x="10748503" y="248222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32" name="r3_o13730"/>
          <p:cNvSpPr/>
          <p:nvPr/>
        </p:nvSpPr>
        <p:spPr>
          <a:xfrm>
            <a:off x="10751506" y="248490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33" name="r3_o13731"/>
          <p:cNvSpPr/>
          <p:nvPr/>
        </p:nvSpPr>
        <p:spPr>
          <a:xfrm>
            <a:off x="10751506" y="248490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34" name="r3_o13732"/>
          <p:cNvSpPr/>
          <p:nvPr/>
        </p:nvSpPr>
        <p:spPr>
          <a:xfrm flipV="1">
            <a:off x="10650624" y="2698697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35" name="r3_o13733"/>
          <p:cNvSpPr/>
          <p:nvPr/>
        </p:nvSpPr>
        <p:spPr>
          <a:xfrm flipH="1" flipV="1">
            <a:off x="11491905" y="2583195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36" name="r3_o13734"/>
          <p:cNvSpPr/>
          <p:nvPr/>
        </p:nvSpPr>
        <p:spPr>
          <a:xfrm>
            <a:off x="10659611" y="2909007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37" name="r3_o13735"/>
          <p:cNvSpPr/>
          <p:nvPr/>
        </p:nvSpPr>
        <p:spPr>
          <a:xfrm>
            <a:off x="11114923" y="2662293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38" name="r3_o13736"/>
          <p:cNvSpPr/>
          <p:nvPr/>
        </p:nvSpPr>
        <p:spPr>
          <a:xfrm>
            <a:off x="10977015" y="2674425"/>
            <a:ext cx="87318" cy="1528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39" name="r3_o13737"/>
          <p:cNvSpPr/>
          <p:nvPr/>
        </p:nvSpPr>
        <p:spPr>
          <a:xfrm>
            <a:off x="11252824" y="2650157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0" name="r3_o13738"/>
          <p:cNvSpPr/>
          <p:nvPr/>
        </p:nvSpPr>
        <p:spPr>
          <a:xfrm flipV="1">
            <a:off x="11491905" y="255578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1" name="r3_o13739"/>
          <p:cNvSpPr/>
          <p:nvPr/>
        </p:nvSpPr>
        <p:spPr>
          <a:xfrm flipH="1" flipV="1">
            <a:off x="11105936" y="2479396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2" name="r3_o13740"/>
          <p:cNvSpPr/>
          <p:nvPr/>
        </p:nvSpPr>
        <p:spPr>
          <a:xfrm flipH="1" flipV="1">
            <a:off x="11367875" y="2525229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3" name="r3_o13741"/>
          <p:cNvSpPr/>
          <p:nvPr/>
        </p:nvSpPr>
        <p:spPr>
          <a:xfrm flipV="1">
            <a:off x="10636754" y="276879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4" name="r3_o13742"/>
          <p:cNvSpPr/>
          <p:nvPr/>
        </p:nvSpPr>
        <p:spPr>
          <a:xfrm>
            <a:off x="10935412" y="2884735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5" name="r3_o13743"/>
          <p:cNvSpPr/>
          <p:nvPr/>
        </p:nvSpPr>
        <p:spPr>
          <a:xfrm flipV="1">
            <a:off x="10940295" y="260432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6" name="r3_o13744"/>
          <p:cNvSpPr/>
          <p:nvPr/>
        </p:nvSpPr>
        <p:spPr>
          <a:xfrm flipH="1" flipV="1">
            <a:off x="10802395" y="2643872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7" name="r3_o13745"/>
          <p:cNvSpPr/>
          <p:nvPr/>
        </p:nvSpPr>
        <p:spPr>
          <a:xfrm flipV="1">
            <a:off x="10788525" y="268656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8" name="r3_o13746"/>
          <p:cNvSpPr/>
          <p:nvPr/>
        </p:nvSpPr>
        <p:spPr>
          <a:xfrm>
            <a:off x="11294427" y="2439847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49" name="r3_o13747"/>
          <p:cNvSpPr/>
          <p:nvPr/>
        </p:nvSpPr>
        <p:spPr>
          <a:xfrm>
            <a:off x="11266694" y="2580055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0" name="r3_o13748"/>
          <p:cNvSpPr/>
          <p:nvPr/>
        </p:nvSpPr>
        <p:spPr>
          <a:xfrm flipH="1" flipV="1">
            <a:off x="10622883" y="2866314"/>
            <a:ext cx="36727" cy="4269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1" name="r3_o13749"/>
          <p:cNvSpPr/>
          <p:nvPr/>
        </p:nvSpPr>
        <p:spPr>
          <a:xfrm flipH="1" flipV="1">
            <a:off x="11078196" y="2619600"/>
            <a:ext cx="36727" cy="4269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2" name="r3_o13750"/>
          <p:cNvSpPr/>
          <p:nvPr/>
        </p:nvSpPr>
        <p:spPr>
          <a:xfrm flipV="1">
            <a:off x="11229967" y="250994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3" name="r3_o13751"/>
          <p:cNvSpPr/>
          <p:nvPr/>
        </p:nvSpPr>
        <p:spPr>
          <a:xfrm flipV="1">
            <a:off x="11354004" y="256791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4" name="r3_o13752"/>
          <p:cNvSpPr/>
          <p:nvPr/>
        </p:nvSpPr>
        <p:spPr>
          <a:xfrm flipV="1">
            <a:off x="11092066" y="252208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5" name="r3_o13753"/>
          <p:cNvSpPr/>
          <p:nvPr/>
        </p:nvSpPr>
        <p:spPr>
          <a:xfrm flipV="1">
            <a:off x="11367875" y="2497816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6" name="r3_o13754"/>
          <p:cNvSpPr/>
          <p:nvPr/>
        </p:nvSpPr>
        <p:spPr>
          <a:xfrm flipV="1">
            <a:off x="11022722" y="287259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7" name="r3_o13755"/>
          <p:cNvSpPr/>
          <p:nvPr/>
        </p:nvSpPr>
        <p:spPr>
          <a:xfrm>
            <a:off x="10963152" y="2744531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8" name="r3_o13756"/>
          <p:cNvSpPr/>
          <p:nvPr/>
        </p:nvSpPr>
        <p:spPr>
          <a:xfrm>
            <a:off x="11101053" y="2732395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59" name="r3_o13757"/>
          <p:cNvSpPr/>
          <p:nvPr/>
        </p:nvSpPr>
        <p:spPr>
          <a:xfrm flipV="1">
            <a:off x="11188363" y="272025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0" name="r3_o13758"/>
          <p:cNvSpPr/>
          <p:nvPr/>
        </p:nvSpPr>
        <p:spPr>
          <a:xfrm flipH="1" flipV="1">
            <a:off x="11036593" y="2829910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1" name="r3_o13759"/>
          <p:cNvSpPr/>
          <p:nvPr/>
        </p:nvSpPr>
        <p:spPr>
          <a:xfrm flipV="1">
            <a:off x="11050463" y="273239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2" name="r3_o13760"/>
          <p:cNvSpPr/>
          <p:nvPr/>
        </p:nvSpPr>
        <p:spPr>
          <a:xfrm>
            <a:off x="10673474" y="2838901"/>
            <a:ext cx="87318" cy="1528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3" name="r3_o13761"/>
          <p:cNvSpPr/>
          <p:nvPr/>
        </p:nvSpPr>
        <p:spPr>
          <a:xfrm flipH="1" flipV="1">
            <a:off x="11229967" y="2537362"/>
            <a:ext cx="36727" cy="4269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4" name="r3_o13762"/>
          <p:cNvSpPr/>
          <p:nvPr/>
        </p:nvSpPr>
        <p:spPr>
          <a:xfrm flipH="1" flipV="1">
            <a:off x="10926425" y="2701838"/>
            <a:ext cx="36727" cy="4269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5" name="r3_o13763"/>
          <p:cNvSpPr/>
          <p:nvPr/>
        </p:nvSpPr>
        <p:spPr>
          <a:xfrm>
            <a:off x="10701214" y="2698697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6" name="r3_o13764"/>
          <p:cNvSpPr/>
          <p:nvPr/>
        </p:nvSpPr>
        <p:spPr>
          <a:xfrm flipV="1">
            <a:off x="11105936" y="245198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7" name="r3_o13765"/>
          <p:cNvSpPr/>
          <p:nvPr/>
        </p:nvSpPr>
        <p:spPr>
          <a:xfrm flipV="1">
            <a:off x="10498853" y="278093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8" name="r3_o13766"/>
          <p:cNvSpPr/>
          <p:nvPr/>
        </p:nvSpPr>
        <p:spPr>
          <a:xfrm>
            <a:off x="10811382" y="2826769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69" name="r3_o13767"/>
          <p:cNvSpPr/>
          <p:nvPr/>
        </p:nvSpPr>
        <p:spPr>
          <a:xfrm>
            <a:off x="10687344" y="2768799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0" name="r3_o13768"/>
          <p:cNvSpPr/>
          <p:nvPr/>
        </p:nvSpPr>
        <p:spPr>
          <a:xfrm>
            <a:off x="10825245" y="2756663"/>
            <a:ext cx="87318" cy="1528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1" name="r3_o13769"/>
          <p:cNvSpPr/>
          <p:nvPr/>
        </p:nvSpPr>
        <p:spPr>
          <a:xfrm flipV="1">
            <a:off x="10954166" y="253422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2" name="r3_o13770"/>
          <p:cNvSpPr/>
          <p:nvPr/>
        </p:nvSpPr>
        <p:spPr>
          <a:xfrm flipH="1" flipV="1">
            <a:off x="10760791" y="2854182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3" name="r3_o13771"/>
          <p:cNvSpPr/>
          <p:nvPr/>
        </p:nvSpPr>
        <p:spPr>
          <a:xfrm>
            <a:off x="11156527" y="2451983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4" name="r3_o13772"/>
          <p:cNvSpPr/>
          <p:nvPr/>
        </p:nvSpPr>
        <p:spPr>
          <a:xfrm flipV="1">
            <a:off x="10746921" y="289687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5" name="r3_o13773"/>
          <p:cNvSpPr/>
          <p:nvPr/>
        </p:nvSpPr>
        <p:spPr>
          <a:xfrm flipH="1" flipV="1">
            <a:off x="11064333" y="2689705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6" name="r3_o13774"/>
          <p:cNvSpPr/>
          <p:nvPr/>
        </p:nvSpPr>
        <p:spPr>
          <a:xfrm flipV="1">
            <a:off x="10802395" y="261645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7" name="r3_o13775"/>
          <p:cNvSpPr/>
          <p:nvPr/>
        </p:nvSpPr>
        <p:spPr>
          <a:xfrm flipH="1" flipV="1">
            <a:off x="11092066" y="2549498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8" name="r3_o13776"/>
          <p:cNvSpPr/>
          <p:nvPr/>
        </p:nvSpPr>
        <p:spPr>
          <a:xfrm flipV="1">
            <a:off x="10760791" y="2826769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79" name="r3_o13777"/>
          <p:cNvSpPr/>
          <p:nvPr/>
        </p:nvSpPr>
        <p:spPr>
          <a:xfrm flipV="1">
            <a:off x="10912562" y="274453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0" name="r3_o13778"/>
          <p:cNvSpPr/>
          <p:nvPr/>
        </p:nvSpPr>
        <p:spPr>
          <a:xfrm flipH="1" flipV="1">
            <a:off x="11354004" y="2595331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1" name="r3_o13779"/>
          <p:cNvSpPr/>
          <p:nvPr/>
        </p:nvSpPr>
        <p:spPr>
          <a:xfrm flipV="1">
            <a:off x="11078196" y="2592187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2" name="r3_o13780"/>
          <p:cNvSpPr/>
          <p:nvPr/>
        </p:nvSpPr>
        <p:spPr>
          <a:xfrm>
            <a:off x="11390725" y="2638021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3" name="r3_o13781"/>
          <p:cNvSpPr/>
          <p:nvPr/>
        </p:nvSpPr>
        <p:spPr>
          <a:xfrm flipV="1">
            <a:off x="10926425" y="267442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4" name="r3_o13782"/>
          <p:cNvSpPr/>
          <p:nvPr/>
        </p:nvSpPr>
        <p:spPr>
          <a:xfrm flipH="1" flipV="1">
            <a:off x="10498853" y="2808348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5" name="r3_o13783"/>
          <p:cNvSpPr/>
          <p:nvPr/>
        </p:nvSpPr>
        <p:spPr>
          <a:xfrm>
            <a:off x="11004756" y="2534221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6" name="r3_o13784"/>
          <p:cNvSpPr/>
          <p:nvPr/>
        </p:nvSpPr>
        <p:spPr>
          <a:xfrm flipH="1" flipV="1">
            <a:off x="11216104" y="2607467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7" name="r3_o13785"/>
          <p:cNvSpPr/>
          <p:nvPr/>
        </p:nvSpPr>
        <p:spPr>
          <a:xfrm flipH="1" flipV="1">
            <a:off x="10912562" y="2771943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8" name="r3_o13786"/>
          <p:cNvSpPr/>
          <p:nvPr/>
        </p:nvSpPr>
        <p:spPr>
          <a:xfrm flipH="1" flipV="1">
            <a:off x="11050463" y="2759808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89" name="r3_o13787"/>
          <p:cNvSpPr/>
          <p:nvPr/>
        </p:nvSpPr>
        <p:spPr>
          <a:xfrm>
            <a:off x="10990886" y="2604323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0" name="r3_o13788"/>
          <p:cNvSpPr/>
          <p:nvPr/>
        </p:nvSpPr>
        <p:spPr>
          <a:xfrm>
            <a:off x="11128786" y="2592187"/>
            <a:ext cx="87318" cy="1528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1" name="r3_o13789"/>
          <p:cNvSpPr/>
          <p:nvPr/>
        </p:nvSpPr>
        <p:spPr>
          <a:xfrm>
            <a:off x="11087183" y="2802497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2" name="r3_o13790"/>
          <p:cNvSpPr/>
          <p:nvPr/>
        </p:nvSpPr>
        <p:spPr>
          <a:xfrm>
            <a:off x="10949282" y="2814633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3" name="r3_o13791"/>
          <p:cNvSpPr/>
          <p:nvPr/>
        </p:nvSpPr>
        <p:spPr>
          <a:xfrm flipV="1">
            <a:off x="11478035" y="262588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4" name="r3_o13792"/>
          <p:cNvSpPr/>
          <p:nvPr/>
        </p:nvSpPr>
        <p:spPr>
          <a:xfrm flipV="1">
            <a:off x="11243837" y="2439847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5" name="r3_o13793"/>
          <p:cNvSpPr/>
          <p:nvPr/>
        </p:nvSpPr>
        <p:spPr>
          <a:xfrm flipV="1">
            <a:off x="11216104" y="258005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6" name="r3_o13794"/>
          <p:cNvSpPr/>
          <p:nvPr/>
        </p:nvSpPr>
        <p:spPr>
          <a:xfrm>
            <a:off x="11418465" y="2497816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7" name="r3_o13795"/>
          <p:cNvSpPr/>
          <p:nvPr/>
        </p:nvSpPr>
        <p:spPr>
          <a:xfrm flipH="1" flipV="1">
            <a:off x="10884822" y="2912148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8" name="r3_o13796"/>
          <p:cNvSpPr/>
          <p:nvPr/>
        </p:nvSpPr>
        <p:spPr>
          <a:xfrm flipV="1">
            <a:off x="10884822" y="2884735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799" name="r3_o13797"/>
          <p:cNvSpPr/>
          <p:nvPr/>
        </p:nvSpPr>
        <p:spPr>
          <a:xfrm flipV="1">
            <a:off x="10870952" y="2954837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0" name="r3_o13798"/>
          <p:cNvSpPr/>
          <p:nvPr/>
        </p:nvSpPr>
        <p:spPr>
          <a:xfrm flipH="1" flipV="1">
            <a:off x="11243837" y="2467260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1" name="r3_o13799"/>
          <p:cNvSpPr/>
          <p:nvPr/>
        </p:nvSpPr>
        <p:spPr>
          <a:xfrm>
            <a:off x="11404595" y="2567919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2" name="r3_o13800"/>
          <p:cNvSpPr/>
          <p:nvPr/>
        </p:nvSpPr>
        <p:spPr>
          <a:xfrm flipV="1">
            <a:off x="11174493" y="279036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3" name="r3_o13801"/>
          <p:cNvSpPr/>
          <p:nvPr/>
        </p:nvSpPr>
        <p:spPr>
          <a:xfrm flipH="1" flipV="1">
            <a:off x="11188363" y="2747672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4" name="r3_o13802"/>
          <p:cNvSpPr/>
          <p:nvPr/>
        </p:nvSpPr>
        <p:spPr>
          <a:xfrm flipV="1">
            <a:off x="11326264" y="270812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5" name="r3_o13803"/>
          <p:cNvSpPr/>
          <p:nvPr/>
        </p:nvSpPr>
        <p:spPr>
          <a:xfrm flipH="1" flipV="1">
            <a:off x="11202234" y="2677569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6" name="r3_o13804"/>
          <p:cNvSpPr/>
          <p:nvPr/>
        </p:nvSpPr>
        <p:spPr>
          <a:xfrm>
            <a:off x="10783641" y="2966973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7" name="r3_o13805"/>
          <p:cNvSpPr/>
          <p:nvPr/>
        </p:nvSpPr>
        <p:spPr>
          <a:xfrm>
            <a:off x="11238954" y="2720259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8" name="r3_o13806"/>
          <p:cNvSpPr/>
          <p:nvPr/>
        </p:nvSpPr>
        <p:spPr>
          <a:xfrm flipH="1" flipV="1">
            <a:off x="11381738" y="2455124"/>
            <a:ext cx="36727" cy="4269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09" name="r3_o13807"/>
          <p:cNvSpPr/>
          <p:nvPr/>
        </p:nvSpPr>
        <p:spPr>
          <a:xfrm>
            <a:off x="11280557" y="2509949"/>
            <a:ext cx="87318" cy="1528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0" name="r3_o13808"/>
          <p:cNvSpPr/>
          <p:nvPr/>
        </p:nvSpPr>
        <p:spPr>
          <a:xfrm flipH="1" flipV="1">
            <a:off x="10650624" y="2726110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1" name="r3_o13809"/>
          <p:cNvSpPr/>
          <p:nvPr/>
        </p:nvSpPr>
        <p:spPr>
          <a:xfrm>
            <a:off x="10549443" y="2780935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2" name="r3_o13810"/>
          <p:cNvSpPr/>
          <p:nvPr/>
        </p:nvSpPr>
        <p:spPr>
          <a:xfrm>
            <a:off x="11142656" y="2522085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3" name="r3_o13811"/>
          <p:cNvSpPr/>
          <p:nvPr/>
        </p:nvSpPr>
        <p:spPr>
          <a:xfrm>
            <a:off x="10852985" y="2616459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4" name="r3_o13812"/>
          <p:cNvSpPr/>
          <p:nvPr/>
        </p:nvSpPr>
        <p:spPr>
          <a:xfrm flipH="1" flipV="1">
            <a:off x="10788525" y="2713974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5" name="r3_o13813"/>
          <p:cNvSpPr/>
          <p:nvPr/>
        </p:nvSpPr>
        <p:spPr>
          <a:xfrm>
            <a:off x="10839115" y="2686561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6" name="r3_o13814"/>
          <p:cNvSpPr/>
          <p:nvPr/>
        </p:nvSpPr>
        <p:spPr>
          <a:xfrm flipV="1">
            <a:off x="11202234" y="2650157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7" name="r3_o13815"/>
          <p:cNvSpPr/>
          <p:nvPr/>
        </p:nvSpPr>
        <p:spPr>
          <a:xfrm flipV="1">
            <a:off x="11064333" y="266229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8" name="r3_o13816"/>
          <p:cNvSpPr/>
          <p:nvPr/>
        </p:nvSpPr>
        <p:spPr>
          <a:xfrm flipV="1">
            <a:off x="10774654" y="275666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19" name="r3_o13817"/>
          <p:cNvSpPr/>
          <p:nvPr/>
        </p:nvSpPr>
        <p:spPr>
          <a:xfrm flipH="1" flipV="1">
            <a:off x="11340134" y="2665433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0" name="r3_o13818"/>
          <p:cNvSpPr/>
          <p:nvPr/>
        </p:nvSpPr>
        <p:spPr>
          <a:xfrm flipH="1" flipV="1">
            <a:off x="10954166" y="2561634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1" name="r3_o13819"/>
          <p:cNvSpPr/>
          <p:nvPr/>
        </p:nvSpPr>
        <p:spPr>
          <a:xfrm flipH="1" flipV="1">
            <a:off x="11505775" y="2513093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2" name="r3_o13820"/>
          <p:cNvSpPr/>
          <p:nvPr/>
        </p:nvSpPr>
        <p:spPr>
          <a:xfrm flipH="1" flipV="1">
            <a:off x="10636754" y="2796212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3" name="r3_o13821"/>
          <p:cNvSpPr/>
          <p:nvPr/>
        </p:nvSpPr>
        <p:spPr>
          <a:xfrm flipV="1">
            <a:off x="10622883" y="283890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4" name="r3_o13822"/>
          <p:cNvSpPr/>
          <p:nvPr/>
        </p:nvSpPr>
        <p:spPr>
          <a:xfrm flipH="1" flipV="1">
            <a:off x="10898692" y="2842046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5" name="r3_o13823"/>
          <p:cNvSpPr/>
          <p:nvPr/>
        </p:nvSpPr>
        <p:spPr>
          <a:xfrm>
            <a:off x="10535573" y="2851037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6" name="r3_o13824"/>
          <p:cNvSpPr/>
          <p:nvPr/>
        </p:nvSpPr>
        <p:spPr>
          <a:xfrm flipV="1">
            <a:off x="11036593" y="2802497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7" name="r3_o13825"/>
          <p:cNvSpPr/>
          <p:nvPr/>
        </p:nvSpPr>
        <p:spPr>
          <a:xfrm flipH="1" flipV="1">
            <a:off x="10746921" y="2924284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8" name="r3_o13826"/>
          <p:cNvSpPr/>
          <p:nvPr/>
        </p:nvSpPr>
        <p:spPr>
          <a:xfrm flipH="1" flipV="1">
            <a:off x="10774654" y="2784076"/>
            <a:ext cx="36727" cy="4269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29" name="r3_o13827"/>
          <p:cNvSpPr/>
          <p:nvPr/>
        </p:nvSpPr>
        <p:spPr>
          <a:xfrm flipV="1">
            <a:off x="11340134" y="2638021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30" name="r3_o13828"/>
          <p:cNvSpPr/>
          <p:nvPr/>
        </p:nvSpPr>
        <p:spPr>
          <a:xfrm>
            <a:off x="10797511" y="2896871"/>
            <a:ext cx="87310" cy="1527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31" name="r3_o13829"/>
          <p:cNvSpPr/>
          <p:nvPr/>
        </p:nvSpPr>
        <p:spPr>
          <a:xfrm flipH="1" flipV="1">
            <a:off x="10940295" y="2631736"/>
            <a:ext cx="36720" cy="42689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32" name="r3_o13830"/>
          <p:cNvSpPr/>
          <p:nvPr/>
        </p:nvSpPr>
        <p:spPr>
          <a:xfrm flipV="1">
            <a:off x="10898692" y="2814633"/>
            <a:ext cx="50590" cy="27413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3833" name="r3_o13831"/>
          <p:cNvSpPr/>
          <p:nvPr/>
        </p:nvSpPr>
        <p:spPr>
          <a:xfrm>
            <a:off x="11277665" y="242308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34" name="r3_o13832"/>
          <p:cNvSpPr/>
          <p:nvPr/>
        </p:nvSpPr>
        <p:spPr>
          <a:xfrm>
            <a:off x="11282358" y="242727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35" name="r3_o13833"/>
          <p:cNvSpPr/>
          <p:nvPr/>
        </p:nvSpPr>
        <p:spPr>
          <a:xfrm>
            <a:off x="11282358" y="242727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36" name="r3_o13834"/>
          <p:cNvSpPr/>
          <p:nvPr/>
        </p:nvSpPr>
        <p:spPr>
          <a:xfrm>
            <a:off x="11298786" y="244252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37" name="r3_o13835"/>
          <p:cNvSpPr/>
          <p:nvPr/>
        </p:nvSpPr>
        <p:spPr>
          <a:xfrm>
            <a:off x="11301789" y="244521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38" name="r3_o13836"/>
          <p:cNvSpPr/>
          <p:nvPr/>
        </p:nvSpPr>
        <p:spPr>
          <a:xfrm>
            <a:off x="11301789" y="244521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39" name="r3_o13837"/>
          <p:cNvSpPr/>
          <p:nvPr/>
        </p:nvSpPr>
        <p:spPr>
          <a:xfrm>
            <a:off x="11139764" y="243522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0" name="r3_o13838"/>
          <p:cNvSpPr/>
          <p:nvPr/>
        </p:nvSpPr>
        <p:spPr>
          <a:xfrm>
            <a:off x="11144458" y="243941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1" name="r3_o13839"/>
          <p:cNvSpPr/>
          <p:nvPr/>
        </p:nvSpPr>
        <p:spPr>
          <a:xfrm>
            <a:off x="11144458" y="243941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2" name="r3_o13840"/>
          <p:cNvSpPr/>
          <p:nvPr/>
        </p:nvSpPr>
        <p:spPr>
          <a:xfrm>
            <a:off x="11160885" y="245466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3" name="r3_o13841"/>
          <p:cNvSpPr/>
          <p:nvPr/>
        </p:nvSpPr>
        <p:spPr>
          <a:xfrm>
            <a:off x="11163889" y="245734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4" name="r3_o13842"/>
          <p:cNvSpPr/>
          <p:nvPr/>
        </p:nvSpPr>
        <p:spPr>
          <a:xfrm>
            <a:off x="11163889" y="245734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5" name="r3_o13843"/>
          <p:cNvSpPr/>
          <p:nvPr/>
        </p:nvSpPr>
        <p:spPr>
          <a:xfrm>
            <a:off x="11364975" y="243836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6" name="r3_o13844"/>
          <p:cNvSpPr/>
          <p:nvPr/>
        </p:nvSpPr>
        <p:spPr>
          <a:xfrm>
            <a:off x="11369669" y="244255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7" name="r3_o13845"/>
          <p:cNvSpPr/>
          <p:nvPr/>
        </p:nvSpPr>
        <p:spPr>
          <a:xfrm>
            <a:off x="11369669" y="244255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8" name="r3_o13846"/>
          <p:cNvSpPr/>
          <p:nvPr/>
        </p:nvSpPr>
        <p:spPr>
          <a:xfrm>
            <a:off x="11386096" y="245780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49" name="r3_o13847"/>
          <p:cNvSpPr/>
          <p:nvPr/>
        </p:nvSpPr>
        <p:spPr>
          <a:xfrm>
            <a:off x="11389100" y="246048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0" name="r3_o13848"/>
          <p:cNvSpPr/>
          <p:nvPr/>
        </p:nvSpPr>
        <p:spPr>
          <a:xfrm>
            <a:off x="11389100" y="246048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1" name="r3_o13849"/>
          <p:cNvSpPr/>
          <p:nvPr/>
        </p:nvSpPr>
        <p:spPr>
          <a:xfrm>
            <a:off x="11227075" y="245049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2" name="r3_o13850"/>
          <p:cNvSpPr/>
          <p:nvPr/>
        </p:nvSpPr>
        <p:spPr>
          <a:xfrm>
            <a:off x="11231768" y="245468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3" name="r3_o13851"/>
          <p:cNvSpPr/>
          <p:nvPr/>
        </p:nvSpPr>
        <p:spPr>
          <a:xfrm>
            <a:off x="11231768" y="245468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4" name="r3_o13852"/>
          <p:cNvSpPr/>
          <p:nvPr/>
        </p:nvSpPr>
        <p:spPr>
          <a:xfrm>
            <a:off x="11089174" y="246263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5" name="r3_o13853"/>
          <p:cNvSpPr/>
          <p:nvPr/>
        </p:nvSpPr>
        <p:spPr>
          <a:xfrm>
            <a:off x="11093868" y="246682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6" name="r3_o13854"/>
          <p:cNvSpPr/>
          <p:nvPr/>
        </p:nvSpPr>
        <p:spPr>
          <a:xfrm>
            <a:off x="11093868" y="246682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7" name="r3_o13855"/>
          <p:cNvSpPr/>
          <p:nvPr/>
        </p:nvSpPr>
        <p:spPr>
          <a:xfrm>
            <a:off x="11110295" y="248207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8" name="r3_o13856"/>
          <p:cNvSpPr/>
          <p:nvPr/>
        </p:nvSpPr>
        <p:spPr>
          <a:xfrm>
            <a:off x="11113298" y="248476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59" name="r3_o13857"/>
          <p:cNvSpPr/>
          <p:nvPr/>
        </p:nvSpPr>
        <p:spPr>
          <a:xfrm>
            <a:off x="11113298" y="248476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0" name="r3_o13858"/>
          <p:cNvSpPr/>
          <p:nvPr/>
        </p:nvSpPr>
        <p:spPr>
          <a:xfrm>
            <a:off x="11401703" y="24810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1" name="r3_o13859"/>
          <p:cNvSpPr/>
          <p:nvPr/>
        </p:nvSpPr>
        <p:spPr>
          <a:xfrm>
            <a:off x="11406396" y="248524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2" name="r3_o13860"/>
          <p:cNvSpPr/>
          <p:nvPr/>
        </p:nvSpPr>
        <p:spPr>
          <a:xfrm>
            <a:off x="11406396" y="248524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3" name="r3_o13861"/>
          <p:cNvSpPr/>
          <p:nvPr/>
        </p:nvSpPr>
        <p:spPr>
          <a:xfrm>
            <a:off x="11263795" y="249318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4" name="r3_o13862"/>
          <p:cNvSpPr/>
          <p:nvPr/>
        </p:nvSpPr>
        <p:spPr>
          <a:xfrm>
            <a:off x="11268488" y="249737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5" name="r3_o13863"/>
          <p:cNvSpPr/>
          <p:nvPr/>
        </p:nvSpPr>
        <p:spPr>
          <a:xfrm>
            <a:off x="11268488" y="249737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6" name="r3_o13864"/>
          <p:cNvSpPr/>
          <p:nvPr/>
        </p:nvSpPr>
        <p:spPr>
          <a:xfrm>
            <a:off x="11489013" y="249633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7" name="r3_o13865"/>
          <p:cNvSpPr/>
          <p:nvPr/>
        </p:nvSpPr>
        <p:spPr>
          <a:xfrm>
            <a:off x="11493706" y="25005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8" name="r3_o13866"/>
          <p:cNvSpPr/>
          <p:nvPr/>
        </p:nvSpPr>
        <p:spPr>
          <a:xfrm>
            <a:off x="11493706" y="25005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69" name="r3_o13867"/>
          <p:cNvSpPr/>
          <p:nvPr/>
        </p:nvSpPr>
        <p:spPr>
          <a:xfrm>
            <a:off x="11510134" y="251577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0" name="r3_o13868"/>
          <p:cNvSpPr/>
          <p:nvPr/>
        </p:nvSpPr>
        <p:spPr>
          <a:xfrm>
            <a:off x="11513137" y="251845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1" name="r3_o13869"/>
          <p:cNvSpPr/>
          <p:nvPr/>
        </p:nvSpPr>
        <p:spPr>
          <a:xfrm>
            <a:off x="11513137" y="251845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2" name="r3_o13870"/>
          <p:cNvSpPr/>
          <p:nvPr/>
        </p:nvSpPr>
        <p:spPr>
          <a:xfrm>
            <a:off x="11125894" y="250532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3" name="r3_o13871"/>
          <p:cNvSpPr/>
          <p:nvPr/>
        </p:nvSpPr>
        <p:spPr>
          <a:xfrm>
            <a:off x="11130588" y="250951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4" name="r3_o13872"/>
          <p:cNvSpPr/>
          <p:nvPr/>
        </p:nvSpPr>
        <p:spPr>
          <a:xfrm>
            <a:off x="11130588" y="250951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5" name="r3_o13873"/>
          <p:cNvSpPr/>
          <p:nvPr/>
        </p:nvSpPr>
        <p:spPr>
          <a:xfrm>
            <a:off x="11351112" y="250846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6" name="r3_o13874"/>
          <p:cNvSpPr/>
          <p:nvPr/>
        </p:nvSpPr>
        <p:spPr>
          <a:xfrm>
            <a:off x="11355806" y="251265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7" name="r3_o13875"/>
          <p:cNvSpPr/>
          <p:nvPr/>
        </p:nvSpPr>
        <p:spPr>
          <a:xfrm>
            <a:off x="11355806" y="251265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8" name="r3_o13876"/>
          <p:cNvSpPr/>
          <p:nvPr/>
        </p:nvSpPr>
        <p:spPr>
          <a:xfrm>
            <a:off x="10987993" y="251745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79" name="r3_o13877"/>
          <p:cNvSpPr/>
          <p:nvPr/>
        </p:nvSpPr>
        <p:spPr>
          <a:xfrm>
            <a:off x="10992687" y="252164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0" name="r3_o13878"/>
          <p:cNvSpPr/>
          <p:nvPr/>
        </p:nvSpPr>
        <p:spPr>
          <a:xfrm>
            <a:off x="10992687" y="252164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1" name="r3_o13879"/>
          <p:cNvSpPr/>
          <p:nvPr/>
        </p:nvSpPr>
        <p:spPr>
          <a:xfrm>
            <a:off x="11009114" y="253690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2" name="r3_o13880"/>
          <p:cNvSpPr/>
          <p:nvPr/>
        </p:nvSpPr>
        <p:spPr>
          <a:xfrm>
            <a:off x="11012118" y="253958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3" name="r3_o13881"/>
          <p:cNvSpPr/>
          <p:nvPr/>
        </p:nvSpPr>
        <p:spPr>
          <a:xfrm>
            <a:off x="11012118" y="253958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4" name="r3_o13882"/>
          <p:cNvSpPr/>
          <p:nvPr/>
        </p:nvSpPr>
        <p:spPr>
          <a:xfrm>
            <a:off x="11213204" y="252059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5" name="r3_o13883"/>
          <p:cNvSpPr/>
          <p:nvPr/>
        </p:nvSpPr>
        <p:spPr>
          <a:xfrm>
            <a:off x="11217898" y="252479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6" name="r3_o13884"/>
          <p:cNvSpPr/>
          <p:nvPr/>
        </p:nvSpPr>
        <p:spPr>
          <a:xfrm>
            <a:off x="11217898" y="252479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7" name="r3_o13885"/>
          <p:cNvSpPr/>
          <p:nvPr/>
        </p:nvSpPr>
        <p:spPr>
          <a:xfrm>
            <a:off x="11075304" y="25327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8" name="r3_o13886"/>
          <p:cNvSpPr/>
          <p:nvPr/>
        </p:nvSpPr>
        <p:spPr>
          <a:xfrm>
            <a:off x="11079997" y="253692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89" name="r3_o13887"/>
          <p:cNvSpPr/>
          <p:nvPr/>
        </p:nvSpPr>
        <p:spPr>
          <a:xfrm>
            <a:off x="11079997" y="253692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0" name="r3_o13888"/>
          <p:cNvSpPr/>
          <p:nvPr/>
        </p:nvSpPr>
        <p:spPr>
          <a:xfrm>
            <a:off x="11525733" y="253902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1" name="r3_o13889"/>
          <p:cNvSpPr/>
          <p:nvPr/>
        </p:nvSpPr>
        <p:spPr>
          <a:xfrm>
            <a:off x="11530426" y="254321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2" name="r3_o13890"/>
          <p:cNvSpPr/>
          <p:nvPr/>
        </p:nvSpPr>
        <p:spPr>
          <a:xfrm>
            <a:off x="11530426" y="254321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3" name="r3_o13891"/>
          <p:cNvSpPr/>
          <p:nvPr/>
        </p:nvSpPr>
        <p:spPr>
          <a:xfrm>
            <a:off x="11546854" y="255846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4" name="r3_o13892"/>
          <p:cNvSpPr/>
          <p:nvPr/>
        </p:nvSpPr>
        <p:spPr>
          <a:xfrm>
            <a:off x="11549857" y="256114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5" name="r3_o13893"/>
          <p:cNvSpPr/>
          <p:nvPr/>
        </p:nvSpPr>
        <p:spPr>
          <a:xfrm>
            <a:off x="11549857" y="256114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6" name="r3_o13894"/>
          <p:cNvSpPr/>
          <p:nvPr/>
        </p:nvSpPr>
        <p:spPr>
          <a:xfrm>
            <a:off x="10937403" y="25448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7" name="r3_o13895"/>
          <p:cNvSpPr/>
          <p:nvPr/>
        </p:nvSpPr>
        <p:spPr>
          <a:xfrm>
            <a:off x="10942097" y="254906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8" name="r3_o13896"/>
          <p:cNvSpPr/>
          <p:nvPr/>
        </p:nvSpPr>
        <p:spPr>
          <a:xfrm>
            <a:off x="10942097" y="254906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99" name="r3_o13897"/>
          <p:cNvSpPr/>
          <p:nvPr/>
        </p:nvSpPr>
        <p:spPr>
          <a:xfrm>
            <a:off x="10958524" y="256431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0" name="r3_o13898"/>
          <p:cNvSpPr/>
          <p:nvPr/>
        </p:nvSpPr>
        <p:spPr>
          <a:xfrm>
            <a:off x="10961528" y="256699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1" name="r3_o13899"/>
          <p:cNvSpPr/>
          <p:nvPr/>
        </p:nvSpPr>
        <p:spPr>
          <a:xfrm>
            <a:off x="10961528" y="256699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2" name="r3_o13900"/>
          <p:cNvSpPr/>
          <p:nvPr/>
        </p:nvSpPr>
        <p:spPr>
          <a:xfrm>
            <a:off x="11387832" y="255115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3" name="r3_o13901"/>
          <p:cNvSpPr/>
          <p:nvPr/>
        </p:nvSpPr>
        <p:spPr>
          <a:xfrm>
            <a:off x="11392526" y="255534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4" name="r3_o13902"/>
          <p:cNvSpPr/>
          <p:nvPr/>
        </p:nvSpPr>
        <p:spPr>
          <a:xfrm>
            <a:off x="11392526" y="255534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5" name="r3_o13903"/>
          <p:cNvSpPr/>
          <p:nvPr/>
        </p:nvSpPr>
        <p:spPr>
          <a:xfrm>
            <a:off x="11249932" y="256329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6" name="r3_o13904"/>
          <p:cNvSpPr/>
          <p:nvPr/>
        </p:nvSpPr>
        <p:spPr>
          <a:xfrm>
            <a:off x="11254625" y="256748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7" name="r3_o13905"/>
          <p:cNvSpPr/>
          <p:nvPr/>
        </p:nvSpPr>
        <p:spPr>
          <a:xfrm>
            <a:off x="11254625" y="256748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8" name="r3_o13906"/>
          <p:cNvSpPr/>
          <p:nvPr/>
        </p:nvSpPr>
        <p:spPr>
          <a:xfrm>
            <a:off x="11475143" y="256643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9" name="r3_o13907"/>
          <p:cNvSpPr/>
          <p:nvPr/>
        </p:nvSpPr>
        <p:spPr>
          <a:xfrm>
            <a:off x="11479836" y="257062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0" name="r3_o13908"/>
          <p:cNvSpPr/>
          <p:nvPr/>
        </p:nvSpPr>
        <p:spPr>
          <a:xfrm>
            <a:off x="11479836" y="257062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1" name="r3_o13909"/>
          <p:cNvSpPr/>
          <p:nvPr/>
        </p:nvSpPr>
        <p:spPr>
          <a:xfrm>
            <a:off x="11112024" y="257542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2" name="r3_o13910"/>
          <p:cNvSpPr/>
          <p:nvPr/>
        </p:nvSpPr>
        <p:spPr>
          <a:xfrm>
            <a:off x="11116717" y="257961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3" name="r3_o13911"/>
          <p:cNvSpPr/>
          <p:nvPr/>
        </p:nvSpPr>
        <p:spPr>
          <a:xfrm>
            <a:off x="11116717" y="257961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4" name="r3_o13912"/>
          <p:cNvSpPr/>
          <p:nvPr/>
        </p:nvSpPr>
        <p:spPr>
          <a:xfrm>
            <a:off x="11337242" y="257856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5" name="r3_o13913"/>
          <p:cNvSpPr/>
          <p:nvPr/>
        </p:nvSpPr>
        <p:spPr>
          <a:xfrm>
            <a:off x="11341936" y="258276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6" name="r3_o13914"/>
          <p:cNvSpPr/>
          <p:nvPr/>
        </p:nvSpPr>
        <p:spPr>
          <a:xfrm>
            <a:off x="11341936" y="258276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7" name="r3_o13915"/>
          <p:cNvSpPr/>
          <p:nvPr/>
        </p:nvSpPr>
        <p:spPr>
          <a:xfrm>
            <a:off x="10974123" y="258756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8" name="r3_o13916"/>
          <p:cNvSpPr/>
          <p:nvPr/>
        </p:nvSpPr>
        <p:spPr>
          <a:xfrm>
            <a:off x="10978817" y="259175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19" name="r3_o13917"/>
          <p:cNvSpPr/>
          <p:nvPr/>
        </p:nvSpPr>
        <p:spPr>
          <a:xfrm>
            <a:off x="10978817" y="259175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0" name="r3_o13918"/>
          <p:cNvSpPr/>
          <p:nvPr/>
        </p:nvSpPr>
        <p:spPr>
          <a:xfrm>
            <a:off x="11199341" y="259070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1" name="r3_o13919"/>
          <p:cNvSpPr/>
          <p:nvPr/>
        </p:nvSpPr>
        <p:spPr>
          <a:xfrm>
            <a:off x="11204035" y="25948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2" name="r3_o13920"/>
          <p:cNvSpPr/>
          <p:nvPr/>
        </p:nvSpPr>
        <p:spPr>
          <a:xfrm>
            <a:off x="11204035" y="25948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3" name="r3_o13921"/>
          <p:cNvSpPr/>
          <p:nvPr/>
        </p:nvSpPr>
        <p:spPr>
          <a:xfrm>
            <a:off x="10836223" y="259969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4" name="r3_o13922"/>
          <p:cNvSpPr/>
          <p:nvPr/>
        </p:nvSpPr>
        <p:spPr>
          <a:xfrm>
            <a:off x="10840916" y="26038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5" name="r3_o13923"/>
          <p:cNvSpPr/>
          <p:nvPr/>
        </p:nvSpPr>
        <p:spPr>
          <a:xfrm>
            <a:off x="10840916" y="26038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6" name="r3_o13924"/>
          <p:cNvSpPr/>
          <p:nvPr/>
        </p:nvSpPr>
        <p:spPr>
          <a:xfrm>
            <a:off x="10857343" y="261914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7" name="r3_o13925"/>
          <p:cNvSpPr/>
          <p:nvPr/>
        </p:nvSpPr>
        <p:spPr>
          <a:xfrm>
            <a:off x="10860347" y="262182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8" name="r3_o13926"/>
          <p:cNvSpPr/>
          <p:nvPr/>
        </p:nvSpPr>
        <p:spPr>
          <a:xfrm>
            <a:off x="10860347" y="262182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29" name="r3_o13927"/>
          <p:cNvSpPr/>
          <p:nvPr/>
        </p:nvSpPr>
        <p:spPr>
          <a:xfrm>
            <a:off x="11061434" y="260283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0" name="r3_o13928"/>
          <p:cNvSpPr/>
          <p:nvPr/>
        </p:nvSpPr>
        <p:spPr>
          <a:xfrm>
            <a:off x="11066127" y="260702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1" name="r3_o13929"/>
          <p:cNvSpPr/>
          <p:nvPr/>
        </p:nvSpPr>
        <p:spPr>
          <a:xfrm>
            <a:off x="11066127" y="260702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2" name="r3_o13930"/>
          <p:cNvSpPr/>
          <p:nvPr/>
        </p:nvSpPr>
        <p:spPr>
          <a:xfrm>
            <a:off x="11511863" y="260912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3" name="r3_o13931"/>
          <p:cNvSpPr/>
          <p:nvPr/>
        </p:nvSpPr>
        <p:spPr>
          <a:xfrm>
            <a:off x="11516556" y="261331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4" name="r3_o13932"/>
          <p:cNvSpPr/>
          <p:nvPr/>
        </p:nvSpPr>
        <p:spPr>
          <a:xfrm>
            <a:off x="11516556" y="261331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5" name="r3_o13933"/>
          <p:cNvSpPr/>
          <p:nvPr/>
        </p:nvSpPr>
        <p:spPr>
          <a:xfrm>
            <a:off x="11532983" y="262856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6" name="r3_o13934"/>
          <p:cNvSpPr/>
          <p:nvPr/>
        </p:nvSpPr>
        <p:spPr>
          <a:xfrm>
            <a:off x="11535987" y="263124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7" name="r3_o13935"/>
          <p:cNvSpPr/>
          <p:nvPr/>
        </p:nvSpPr>
        <p:spPr>
          <a:xfrm>
            <a:off x="11535987" y="263124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8" name="r3_o13936"/>
          <p:cNvSpPr/>
          <p:nvPr/>
        </p:nvSpPr>
        <p:spPr>
          <a:xfrm>
            <a:off x="10923533" y="261497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39" name="r3_o13937"/>
          <p:cNvSpPr/>
          <p:nvPr/>
        </p:nvSpPr>
        <p:spPr>
          <a:xfrm>
            <a:off x="10928226" y="261916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0" name="r3_o13938"/>
          <p:cNvSpPr/>
          <p:nvPr/>
        </p:nvSpPr>
        <p:spPr>
          <a:xfrm>
            <a:off x="10928226" y="261916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1" name="r3_o13939"/>
          <p:cNvSpPr/>
          <p:nvPr/>
        </p:nvSpPr>
        <p:spPr>
          <a:xfrm>
            <a:off x="11373962" y="262125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2" name="r3_o13940"/>
          <p:cNvSpPr/>
          <p:nvPr/>
        </p:nvSpPr>
        <p:spPr>
          <a:xfrm>
            <a:off x="11378656" y="262544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3" name="r3_o13941"/>
          <p:cNvSpPr/>
          <p:nvPr/>
        </p:nvSpPr>
        <p:spPr>
          <a:xfrm>
            <a:off x="11378656" y="262544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4" name="r3_o13942"/>
          <p:cNvSpPr/>
          <p:nvPr/>
        </p:nvSpPr>
        <p:spPr>
          <a:xfrm>
            <a:off x="10785632" y="26271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5" name="r3_o13943"/>
          <p:cNvSpPr/>
          <p:nvPr/>
        </p:nvSpPr>
        <p:spPr>
          <a:xfrm>
            <a:off x="10790326" y="263130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6" name="r3_o13944"/>
          <p:cNvSpPr/>
          <p:nvPr/>
        </p:nvSpPr>
        <p:spPr>
          <a:xfrm>
            <a:off x="10790326" y="263130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7" name="r3_o13945"/>
          <p:cNvSpPr/>
          <p:nvPr/>
        </p:nvSpPr>
        <p:spPr>
          <a:xfrm>
            <a:off x="10806753" y="264655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8" name="r3_o13946"/>
          <p:cNvSpPr/>
          <p:nvPr/>
        </p:nvSpPr>
        <p:spPr>
          <a:xfrm>
            <a:off x="10809757" y="264923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49" name="r3_o13947"/>
          <p:cNvSpPr/>
          <p:nvPr/>
        </p:nvSpPr>
        <p:spPr>
          <a:xfrm>
            <a:off x="10809757" y="264923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0" name="r3_o13948"/>
          <p:cNvSpPr/>
          <p:nvPr/>
        </p:nvSpPr>
        <p:spPr>
          <a:xfrm>
            <a:off x="11236062" y="263339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1" name="r3_o13949"/>
          <p:cNvSpPr/>
          <p:nvPr/>
        </p:nvSpPr>
        <p:spPr>
          <a:xfrm>
            <a:off x="11240755" y="263758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2" name="r3_o13950"/>
          <p:cNvSpPr/>
          <p:nvPr/>
        </p:nvSpPr>
        <p:spPr>
          <a:xfrm>
            <a:off x="11240755" y="263758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3" name="r3_o13951"/>
          <p:cNvSpPr/>
          <p:nvPr/>
        </p:nvSpPr>
        <p:spPr>
          <a:xfrm>
            <a:off x="11461273" y="26365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4" name="r3_o13952"/>
          <p:cNvSpPr/>
          <p:nvPr/>
        </p:nvSpPr>
        <p:spPr>
          <a:xfrm>
            <a:off x="11465966" y="264072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5" name="r3_o13953"/>
          <p:cNvSpPr/>
          <p:nvPr/>
        </p:nvSpPr>
        <p:spPr>
          <a:xfrm>
            <a:off x="11465966" y="264072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6" name="r3_o13954"/>
          <p:cNvSpPr/>
          <p:nvPr/>
        </p:nvSpPr>
        <p:spPr>
          <a:xfrm>
            <a:off x="11482393" y="265598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7" name="r3_o13955"/>
          <p:cNvSpPr/>
          <p:nvPr/>
        </p:nvSpPr>
        <p:spPr>
          <a:xfrm>
            <a:off x="11485397" y="265866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8" name="r3_o13956"/>
          <p:cNvSpPr/>
          <p:nvPr/>
        </p:nvSpPr>
        <p:spPr>
          <a:xfrm>
            <a:off x="11485397" y="265866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59" name="r3_o13957"/>
          <p:cNvSpPr/>
          <p:nvPr/>
        </p:nvSpPr>
        <p:spPr>
          <a:xfrm>
            <a:off x="11098161" y="26455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0" name="r3_o13958"/>
          <p:cNvSpPr/>
          <p:nvPr/>
        </p:nvSpPr>
        <p:spPr>
          <a:xfrm>
            <a:off x="11102854" y="26497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1" name="r3_o13959"/>
          <p:cNvSpPr/>
          <p:nvPr/>
        </p:nvSpPr>
        <p:spPr>
          <a:xfrm>
            <a:off x="11102854" y="26497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2" name="r3_o13960"/>
          <p:cNvSpPr/>
          <p:nvPr/>
        </p:nvSpPr>
        <p:spPr>
          <a:xfrm>
            <a:off x="11323372" y="26486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3" name="r3_o13961"/>
          <p:cNvSpPr/>
          <p:nvPr/>
        </p:nvSpPr>
        <p:spPr>
          <a:xfrm>
            <a:off x="11328065" y="265286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4" name="r3_o13962"/>
          <p:cNvSpPr/>
          <p:nvPr/>
        </p:nvSpPr>
        <p:spPr>
          <a:xfrm>
            <a:off x="11328065" y="265286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5" name="r3_o13963"/>
          <p:cNvSpPr/>
          <p:nvPr/>
        </p:nvSpPr>
        <p:spPr>
          <a:xfrm>
            <a:off x="10960253" y="265766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6" name="r3_o13964"/>
          <p:cNvSpPr/>
          <p:nvPr/>
        </p:nvSpPr>
        <p:spPr>
          <a:xfrm>
            <a:off x="10964947" y="266185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7" name="r3_o13965"/>
          <p:cNvSpPr/>
          <p:nvPr/>
        </p:nvSpPr>
        <p:spPr>
          <a:xfrm>
            <a:off x="10964947" y="266185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8" name="r3_o13966"/>
          <p:cNvSpPr/>
          <p:nvPr/>
        </p:nvSpPr>
        <p:spPr>
          <a:xfrm>
            <a:off x="11185471" y="266080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69" name="r3_o13967"/>
          <p:cNvSpPr/>
          <p:nvPr/>
        </p:nvSpPr>
        <p:spPr>
          <a:xfrm>
            <a:off x="11190165" y="266499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0" name="r3_o13968"/>
          <p:cNvSpPr/>
          <p:nvPr/>
        </p:nvSpPr>
        <p:spPr>
          <a:xfrm>
            <a:off x="11190165" y="266499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1" name="r3_o13969"/>
          <p:cNvSpPr/>
          <p:nvPr/>
        </p:nvSpPr>
        <p:spPr>
          <a:xfrm>
            <a:off x="10822352" y="266979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2" name="r3_o13970"/>
          <p:cNvSpPr/>
          <p:nvPr/>
        </p:nvSpPr>
        <p:spPr>
          <a:xfrm>
            <a:off x="10827046" y="267398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3" name="r3_o13971"/>
          <p:cNvSpPr/>
          <p:nvPr/>
        </p:nvSpPr>
        <p:spPr>
          <a:xfrm>
            <a:off x="10827046" y="267398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4" name="r3_o13972"/>
          <p:cNvSpPr/>
          <p:nvPr/>
        </p:nvSpPr>
        <p:spPr>
          <a:xfrm>
            <a:off x="11047571" y="267294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5" name="r3_o13973"/>
          <p:cNvSpPr/>
          <p:nvPr/>
        </p:nvSpPr>
        <p:spPr>
          <a:xfrm>
            <a:off x="11052264" y="267713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6" name="r3_o13974"/>
          <p:cNvSpPr/>
          <p:nvPr/>
        </p:nvSpPr>
        <p:spPr>
          <a:xfrm>
            <a:off x="11052264" y="267713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7" name="r3_o13975"/>
          <p:cNvSpPr/>
          <p:nvPr/>
        </p:nvSpPr>
        <p:spPr>
          <a:xfrm>
            <a:off x="10684452" y="26819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8" name="r3_o13976"/>
          <p:cNvSpPr/>
          <p:nvPr/>
        </p:nvSpPr>
        <p:spPr>
          <a:xfrm>
            <a:off x="10689145" y="268612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79" name="r3_o13977"/>
          <p:cNvSpPr/>
          <p:nvPr/>
        </p:nvSpPr>
        <p:spPr>
          <a:xfrm>
            <a:off x="10689145" y="268612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0" name="r3_o13978"/>
          <p:cNvSpPr/>
          <p:nvPr/>
        </p:nvSpPr>
        <p:spPr>
          <a:xfrm>
            <a:off x="10705572" y="270137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1" name="r3_o13979"/>
          <p:cNvSpPr/>
          <p:nvPr/>
        </p:nvSpPr>
        <p:spPr>
          <a:xfrm>
            <a:off x="10708576" y="270406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2" name="r3_o13980"/>
          <p:cNvSpPr/>
          <p:nvPr/>
        </p:nvSpPr>
        <p:spPr>
          <a:xfrm>
            <a:off x="10708576" y="270406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3" name="r3_o13981"/>
          <p:cNvSpPr/>
          <p:nvPr/>
        </p:nvSpPr>
        <p:spPr>
          <a:xfrm>
            <a:off x="10909663" y="268507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4" name="r3_o13982"/>
          <p:cNvSpPr/>
          <p:nvPr/>
        </p:nvSpPr>
        <p:spPr>
          <a:xfrm>
            <a:off x="10914356" y="268926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5" name="r3_o13983"/>
          <p:cNvSpPr/>
          <p:nvPr/>
        </p:nvSpPr>
        <p:spPr>
          <a:xfrm>
            <a:off x="10914356" y="268926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6" name="r3_o13984"/>
          <p:cNvSpPr/>
          <p:nvPr/>
        </p:nvSpPr>
        <p:spPr>
          <a:xfrm>
            <a:off x="11360092" y="269136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7" name="r3_o13985"/>
          <p:cNvSpPr/>
          <p:nvPr/>
        </p:nvSpPr>
        <p:spPr>
          <a:xfrm>
            <a:off x="11364785" y="269555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8" name="r3_o13986"/>
          <p:cNvSpPr/>
          <p:nvPr/>
        </p:nvSpPr>
        <p:spPr>
          <a:xfrm>
            <a:off x="11364785" y="269555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89" name="r3_o13987"/>
          <p:cNvSpPr/>
          <p:nvPr/>
        </p:nvSpPr>
        <p:spPr>
          <a:xfrm>
            <a:off x="11381213" y="271080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0" name="r3_o13988"/>
          <p:cNvSpPr/>
          <p:nvPr/>
        </p:nvSpPr>
        <p:spPr>
          <a:xfrm>
            <a:off x="11384216" y="271348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1" name="r3_o13989"/>
          <p:cNvSpPr/>
          <p:nvPr/>
        </p:nvSpPr>
        <p:spPr>
          <a:xfrm>
            <a:off x="11384216" y="271348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2" name="r3_o13990"/>
          <p:cNvSpPr/>
          <p:nvPr/>
        </p:nvSpPr>
        <p:spPr>
          <a:xfrm>
            <a:off x="10771762" y="269721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3" name="r3_o13991"/>
          <p:cNvSpPr/>
          <p:nvPr/>
        </p:nvSpPr>
        <p:spPr>
          <a:xfrm>
            <a:off x="10776456" y="270140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4" name="r3_o13992"/>
          <p:cNvSpPr/>
          <p:nvPr/>
        </p:nvSpPr>
        <p:spPr>
          <a:xfrm>
            <a:off x="10776456" y="270140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5" name="r3_o13993"/>
          <p:cNvSpPr/>
          <p:nvPr/>
        </p:nvSpPr>
        <p:spPr>
          <a:xfrm>
            <a:off x="11222191" y="27034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6" name="r3_o13994"/>
          <p:cNvSpPr/>
          <p:nvPr/>
        </p:nvSpPr>
        <p:spPr>
          <a:xfrm>
            <a:off x="11226885" y="27076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7" name="r3_o13995"/>
          <p:cNvSpPr/>
          <p:nvPr/>
        </p:nvSpPr>
        <p:spPr>
          <a:xfrm>
            <a:off x="11226885" y="27076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8" name="r3_o13996"/>
          <p:cNvSpPr/>
          <p:nvPr/>
        </p:nvSpPr>
        <p:spPr>
          <a:xfrm>
            <a:off x="10633861" y="270934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99" name="r3_o13997"/>
          <p:cNvSpPr/>
          <p:nvPr/>
        </p:nvSpPr>
        <p:spPr>
          <a:xfrm>
            <a:off x="10638555" y="271353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0" name="r3_o13998"/>
          <p:cNvSpPr/>
          <p:nvPr/>
        </p:nvSpPr>
        <p:spPr>
          <a:xfrm>
            <a:off x="10638555" y="271353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1" name="r3_o13999"/>
          <p:cNvSpPr/>
          <p:nvPr/>
        </p:nvSpPr>
        <p:spPr>
          <a:xfrm>
            <a:off x="10654982" y="272879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2" name="r3_o14000"/>
          <p:cNvSpPr/>
          <p:nvPr/>
        </p:nvSpPr>
        <p:spPr>
          <a:xfrm>
            <a:off x="10657986" y="273147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3" name="r3_o14001"/>
          <p:cNvSpPr/>
          <p:nvPr/>
        </p:nvSpPr>
        <p:spPr>
          <a:xfrm>
            <a:off x="10657986" y="273147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4" name="r3_o14002"/>
          <p:cNvSpPr/>
          <p:nvPr/>
        </p:nvSpPr>
        <p:spPr>
          <a:xfrm>
            <a:off x="11084291" y="271563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5" name="r3_o14003"/>
          <p:cNvSpPr/>
          <p:nvPr/>
        </p:nvSpPr>
        <p:spPr>
          <a:xfrm>
            <a:off x="11088984" y="271982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6" name="r3_o14004"/>
          <p:cNvSpPr/>
          <p:nvPr/>
        </p:nvSpPr>
        <p:spPr>
          <a:xfrm>
            <a:off x="11088984" y="271982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7" name="r3_o14005"/>
          <p:cNvSpPr/>
          <p:nvPr/>
        </p:nvSpPr>
        <p:spPr>
          <a:xfrm>
            <a:off x="11309502" y="271877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8" name="r3_o14006"/>
          <p:cNvSpPr/>
          <p:nvPr/>
        </p:nvSpPr>
        <p:spPr>
          <a:xfrm>
            <a:off x="11314195" y="272296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09" name="r3_o14007"/>
          <p:cNvSpPr/>
          <p:nvPr/>
        </p:nvSpPr>
        <p:spPr>
          <a:xfrm>
            <a:off x="11314195" y="272296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0" name="r3_o14008"/>
          <p:cNvSpPr/>
          <p:nvPr/>
        </p:nvSpPr>
        <p:spPr>
          <a:xfrm>
            <a:off x="11330622" y="273821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1" name="r3_o14009"/>
          <p:cNvSpPr/>
          <p:nvPr/>
        </p:nvSpPr>
        <p:spPr>
          <a:xfrm>
            <a:off x="11333626" y="274090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2" name="r3_o14010"/>
          <p:cNvSpPr/>
          <p:nvPr/>
        </p:nvSpPr>
        <p:spPr>
          <a:xfrm>
            <a:off x="11333626" y="274090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3" name="r3_o14011"/>
          <p:cNvSpPr/>
          <p:nvPr/>
        </p:nvSpPr>
        <p:spPr>
          <a:xfrm>
            <a:off x="10946390" y="272776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4" name="r3_o14012"/>
          <p:cNvSpPr/>
          <p:nvPr/>
        </p:nvSpPr>
        <p:spPr>
          <a:xfrm>
            <a:off x="10951083" y="273195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5" name="r3_o14013"/>
          <p:cNvSpPr/>
          <p:nvPr/>
        </p:nvSpPr>
        <p:spPr>
          <a:xfrm>
            <a:off x="10951083" y="273195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6" name="r3_o14014"/>
          <p:cNvSpPr/>
          <p:nvPr/>
        </p:nvSpPr>
        <p:spPr>
          <a:xfrm>
            <a:off x="11171601" y="27309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7" name="r3_o14015"/>
          <p:cNvSpPr/>
          <p:nvPr/>
        </p:nvSpPr>
        <p:spPr>
          <a:xfrm>
            <a:off x="11176294" y="273510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8" name="r3_o14016"/>
          <p:cNvSpPr/>
          <p:nvPr/>
        </p:nvSpPr>
        <p:spPr>
          <a:xfrm>
            <a:off x="11176294" y="273510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19" name="r3_o14017"/>
          <p:cNvSpPr/>
          <p:nvPr/>
        </p:nvSpPr>
        <p:spPr>
          <a:xfrm>
            <a:off x="10808482" y="273990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0" name="r3_o14018"/>
          <p:cNvSpPr/>
          <p:nvPr/>
        </p:nvSpPr>
        <p:spPr>
          <a:xfrm>
            <a:off x="10813176" y="274409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1" name="r3_o14019"/>
          <p:cNvSpPr/>
          <p:nvPr/>
        </p:nvSpPr>
        <p:spPr>
          <a:xfrm>
            <a:off x="10813176" y="274409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2" name="r3_o14020"/>
          <p:cNvSpPr/>
          <p:nvPr/>
        </p:nvSpPr>
        <p:spPr>
          <a:xfrm>
            <a:off x="11033700" y="274304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3" name="r3_o14021"/>
          <p:cNvSpPr/>
          <p:nvPr/>
        </p:nvSpPr>
        <p:spPr>
          <a:xfrm>
            <a:off x="11038394" y="274723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4" name="r3_o14022"/>
          <p:cNvSpPr/>
          <p:nvPr/>
        </p:nvSpPr>
        <p:spPr>
          <a:xfrm>
            <a:off x="11038394" y="274723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5" name="r3_o14023"/>
          <p:cNvSpPr/>
          <p:nvPr/>
        </p:nvSpPr>
        <p:spPr>
          <a:xfrm>
            <a:off x="10670582" y="275203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6" name="r3_o14024"/>
          <p:cNvSpPr/>
          <p:nvPr/>
        </p:nvSpPr>
        <p:spPr>
          <a:xfrm>
            <a:off x="10675275" y="275622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7" name="r3_o14025"/>
          <p:cNvSpPr/>
          <p:nvPr/>
        </p:nvSpPr>
        <p:spPr>
          <a:xfrm>
            <a:off x="10675275" y="275622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8" name="r3_o14026"/>
          <p:cNvSpPr/>
          <p:nvPr/>
        </p:nvSpPr>
        <p:spPr>
          <a:xfrm>
            <a:off x="10895800" y="27551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29" name="r3_o14027"/>
          <p:cNvSpPr/>
          <p:nvPr/>
        </p:nvSpPr>
        <p:spPr>
          <a:xfrm>
            <a:off x="10900493" y="275937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0" name="r3_o14028"/>
          <p:cNvSpPr/>
          <p:nvPr/>
        </p:nvSpPr>
        <p:spPr>
          <a:xfrm>
            <a:off x="10900493" y="275937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1" name="r3_o14029"/>
          <p:cNvSpPr/>
          <p:nvPr/>
        </p:nvSpPr>
        <p:spPr>
          <a:xfrm>
            <a:off x="10532681" y="276417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2" name="r3_o14030"/>
          <p:cNvSpPr/>
          <p:nvPr/>
        </p:nvSpPr>
        <p:spPr>
          <a:xfrm>
            <a:off x="10537374" y="276836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3" name="r3_o14031"/>
          <p:cNvSpPr/>
          <p:nvPr/>
        </p:nvSpPr>
        <p:spPr>
          <a:xfrm>
            <a:off x="10537374" y="276836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4" name="r3_o14032"/>
          <p:cNvSpPr/>
          <p:nvPr/>
        </p:nvSpPr>
        <p:spPr>
          <a:xfrm>
            <a:off x="10553802" y="278361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5" name="r3_o14033"/>
          <p:cNvSpPr/>
          <p:nvPr/>
        </p:nvSpPr>
        <p:spPr>
          <a:xfrm>
            <a:off x="10556805" y="278629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6" name="r3_o14034"/>
          <p:cNvSpPr/>
          <p:nvPr/>
        </p:nvSpPr>
        <p:spPr>
          <a:xfrm>
            <a:off x="10556805" y="278629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7" name="r3_o14035"/>
          <p:cNvSpPr/>
          <p:nvPr/>
        </p:nvSpPr>
        <p:spPr>
          <a:xfrm>
            <a:off x="10757892" y="276731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8" name="r3_o14036"/>
          <p:cNvSpPr/>
          <p:nvPr/>
        </p:nvSpPr>
        <p:spPr>
          <a:xfrm>
            <a:off x="10762585" y="277150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39" name="r3_o14037"/>
          <p:cNvSpPr/>
          <p:nvPr/>
        </p:nvSpPr>
        <p:spPr>
          <a:xfrm>
            <a:off x="10762585" y="277150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0" name="r3_o14038"/>
          <p:cNvSpPr/>
          <p:nvPr/>
        </p:nvSpPr>
        <p:spPr>
          <a:xfrm>
            <a:off x="11208321" y="277359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1" name="r3_o14039"/>
          <p:cNvSpPr/>
          <p:nvPr/>
        </p:nvSpPr>
        <p:spPr>
          <a:xfrm>
            <a:off x="11213015" y="277778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2" name="r3_o14040"/>
          <p:cNvSpPr/>
          <p:nvPr/>
        </p:nvSpPr>
        <p:spPr>
          <a:xfrm>
            <a:off x="11213015" y="277778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3" name="r3_o14041"/>
          <p:cNvSpPr/>
          <p:nvPr/>
        </p:nvSpPr>
        <p:spPr>
          <a:xfrm>
            <a:off x="11229442" y="279304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4" name="r3_o14042"/>
          <p:cNvSpPr/>
          <p:nvPr/>
        </p:nvSpPr>
        <p:spPr>
          <a:xfrm>
            <a:off x="11232446" y="279572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5" name="r3_o14043"/>
          <p:cNvSpPr/>
          <p:nvPr/>
        </p:nvSpPr>
        <p:spPr>
          <a:xfrm>
            <a:off x="11232446" y="279572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6" name="r3_o14044"/>
          <p:cNvSpPr/>
          <p:nvPr/>
        </p:nvSpPr>
        <p:spPr>
          <a:xfrm>
            <a:off x="10619991" y="277945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7" name="r3_o14045"/>
          <p:cNvSpPr/>
          <p:nvPr/>
        </p:nvSpPr>
        <p:spPr>
          <a:xfrm>
            <a:off x="10624685" y="278364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8" name="r3_o14046"/>
          <p:cNvSpPr/>
          <p:nvPr/>
        </p:nvSpPr>
        <p:spPr>
          <a:xfrm>
            <a:off x="10624685" y="278364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49" name="r3_o14047"/>
          <p:cNvSpPr/>
          <p:nvPr/>
        </p:nvSpPr>
        <p:spPr>
          <a:xfrm>
            <a:off x="11070420" y="27857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0" name="r3_o14048"/>
          <p:cNvSpPr/>
          <p:nvPr/>
        </p:nvSpPr>
        <p:spPr>
          <a:xfrm>
            <a:off x="11075114" y="278992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1" name="r3_o14049"/>
          <p:cNvSpPr/>
          <p:nvPr/>
        </p:nvSpPr>
        <p:spPr>
          <a:xfrm>
            <a:off x="11075114" y="278992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2" name="r3_o14050"/>
          <p:cNvSpPr/>
          <p:nvPr/>
        </p:nvSpPr>
        <p:spPr>
          <a:xfrm>
            <a:off x="10482091" y="279158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3" name="r3_o14051"/>
          <p:cNvSpPr/>
          <p:nvPr/>
        </p:nvSpPr>
        <p:spPr>
          <a:xfrm>
            <a:off x="10486784" y="279577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4" name="r3_o14052"/>
          <p:cNvSpPr/>
          <p:nvPr/>
        </p:nvSpPr>
        <p:spPr>
          <a:xfrm>
            <a:off x="10486784" y="279577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5" name="r3_o14053"/>
          <p:cNvSpPr/>
          <p:nvPr/>
        </p:nvSpPr>
        <p:spPr>
          <a:xfrm>
            <a:off x="10503211" y="281103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6" name="r3_o14054"/>
          <p:cNvSpPr/>
          <p:nvPr/>
        </p:nvSpPr>
        <p:spPr>
          <a:xfrm>
            <a:off x="10506215" y="281371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7" name="r3_o14055"/>
          <p:cNvSpPr/>
          <p:nvPr/>
        </p:nvSpPr>
        <p:spPr>
          <a:xfrm>
            <a:off x="10506215" y="281371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8" name="r3_o14056"/>
          <p:cNvSpPr/>
          <p:nvPr/>
        </p:nvSpPr>
        <p:spPr>
          <a:xfrm>
            <a:off x="10932520" y="27978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59" name="r3_o14057"/>
          <p:cNvSpPr/>
          <p:nvPr/>
        </p:nvSpPr>
        <p:spPr>
          <a:xfrm>
            <a:off x="10937213" y="280206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0" name="r3_o14058"/>
          <p:cNvSpPr/>
          <p:nvPr/>
        </p:nvSpPr>
        <p:spPr>
          <a:xfrm>
            <a:off x="10937213" y="280206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1" name="r3_o14059"/>
          <p:cNvSpPr/>
          <p:nvPr/>
        </p:nvSpPr>
        <p:spPr>
          <a:xfrm>
            <a:off x="11157731" y="280101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2" name="r3_o14060"/>
          <p:cNvSpPr/>
          <p:nvPr/>
        </p:nvSpPr>
        <p:spPr>
          <a:xfrm>
            <a:off x="11162424" y="280520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3" name="r3_o14061"/>
          <p:cNvSpPr/>
          <p:nvPr/>
        </p:nvSpPr>
        <p:spPr>
          <a:xfrm>
            <a:off x="11162424" y="280520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4" name="r3_o14062"/>
          <p:cNvSpPr/>
          <p:nvPr/>
        </p:nvSpPr>
        <p:spPr>
          <a:xfrm>
            <a:off x="11178851" y="282045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5" name="r3_o14063"/>
          <p:cNvSpPr/>
          <p:nvPr/>
        </p:nvSpPr>
        <p:spPr>
          <a:xfrm>
            <a:off x="11181855" y="282313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6" name="r3_o14064"/>
          <p:cNvSpPr/>
          <p:nvPr/>
        </p:nvSpPr>
        <p:spPr>
          <a:xfrm>
            <a:off x="11181855" y="282313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7" name="r3_o14065"/>
          <p:cNvSpPr/>
          <p:nvPr/>
        </p:nvSpPr>
        <p:spPr>
          <a:xfrm>
            <a:off x="10794619" y="281000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8" name="r3_o14066"/>
          <p:cNvSpPr/>
          <p:nvPr/>
        </p:nvSpPr>
        <p:spPr>
          <a:xfrm>
            <a:off x="10799313" y="281419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69" name="r3_o14067"/>
          <p:cNvSpPr/>
          <p:nvPr/>
        </p:nvSpPr>
        <p:spPr>
          <a:xfrm>
            <a:off x="10799313" y="281419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0" name="r3_o14068"/>
          <p:cNvSpPr/>
          <p:nvPr/>
        </p:nvSpPr>
        <p:spPr>
          <a:xfrm>
            <a:off x="11019830" y="281314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1" name="r3_o14069"/>
          <p:cNvSpPr/>
          <p:nvPr/>
        </p:nvSpPr>
        <p:spPr>
          <a:xfrm>
            <a:off x="11024524" y="281733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2" name="r3_o14070"/>
          <p:cNvSpPr/>
          <p:nvPr/>
        </p:nvSpPr>
        <p:spPr>
          <a:xfrm>
            <a:off x="11024524" y="281733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3" name="r3_o14071"/>
          <p:cNvSpPr/>
          <p:nvPr/>
        </p:nvSpPr>
        <p:spPr>
          <a:xfrm>
            <a:off x="10656711" y="282213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4" name="r3_o14072"/>
          <p:cNvSpPr/>
          <p:nvPr/>
        </p:nvSpPr>
        <p:spPr>
          <a:xfrm>
            <a:off x="10661405" y="282633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5" name="r3_o14073"/>
          <p:cNvSpPr/>
          <p:nvPr/>
        </p:nvSpPr>
        <p:spPr>
          <a:xfrm>
            <a:off x="10661405" y="282633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6" name="r3_o14074"/>
          <p:cNvSpPr/>
          <p:nvPr/>
        </p:nvSpPr>
        <p:spPr>
          <a:xfrm>
            <a:off x="10881930" y="282528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7" name="r3_o14075"/>
          <p:cNvSpPr/>
          <p:nvPr/>
        </p:nvSpPr>
        <p:spPr>
          <a:xfrm>
            <a:off x="10886623" y="282947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8" name="r3_o14076"/>
          <p:cNvSpPr/>
          <p:nvPr/>
        </p:nvSpPr>
        <p:spPr>
          <a:xfrm>
            <a:off x="10886623" y="282947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79" name="r3_o14077"/>
          <p:cNvSpPr/>
          <p:nvPr/>
        </p:nvSpPr>
        <p:spPr>
          <a:xfrm>
            <a:off x="10518811" y="283427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0" name="r3_o14078"/>
          <p:cNvSpPr/>
          <p:nvPr/>
        </p:nvSpPr>
        <p:spPr>
          <a:xfrm>
            <a:off x="10523504" y="283846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1" name="r3_o14079"/>
          <p:cNvSpPr/>
          <p:nvPr/>
        </p:nvSpPr>
        <p:spPr>
          <a:xfrm>
            <a:off x="10523504" y="283846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2" name="r3_o14080"/>
          <p:cNvSpPr/>
          <p:nvPr/>
        </p:nvSpPr>
        <p:spPr>
          <a:xfrm>
            <a:off x="10539931" y="285371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" name="r3_o14081"/>
          <p:cNvSpPr/>
          <p:nvPr/>
        </p:nvSpPr>
        <p:spPr>
          <a:xfrm>
            <a:off x="10542935" y="285640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4" name="r3_o14082"/>
          <p:cNvSpPr/>
          <p:nvPr/>
        </p:nvSpPr>
        <p:spPr>
          <a:xfrm>
            <a:off x="10542935" y="285640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5" name="r3_o14083"/>
          <p:cNvSpPr/>
          <p:nvPr/>
        </p:nvSpPr>
        <p:spPr>
          <a:xfrm>
            <a:off x="10744029" y="283741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6" name="r3_o14084"/>
          <p:cNvSpPr/>
          <p:nvPr/>
        </p:nvSpPr>
        <p:spPr>
          <a:xfrm>
            <a:off x="10748722" y="284161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7" name="r3_o14085"/>
          <p:cNvSpPr/>
          <p:nvPr/>
        </p:nvSpPr>
        <p:spPr>
          <a:xfrm>
            <a:off x="10748722" y="284161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8" name="r3_o14086"/>
          <p:cNvSpPr/>
          <p:nvPr/>
        </p:nvSpPr>
        <p:spPr>
          <a:xfrm>
            <a:off x="10606121" y="284955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89" name="r3_o14087"/>
          <p:cNvSpPr/>
          <p:nvPr/>
        </p:nvSpPr>
        <p:spPr>
          <a:xfrm>
            <a:off x="10610815" y="285374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0" name="r3_o14088"/>
          <p:cNvSpPr/>
          <p:nvPr/>
        </p:nvSpPr>
        <p:spPr>
          <a:xfrm>
            <a:off x="10610815" y="285374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1" name="r3_o14089"/>
          <p:cNvSpPr/>
          <p:nvPr/>
        </p:nvSpPr>
        <p:spPr>
          <a:xfrm>
            <a:off x="11056550" y="285583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2" name="r3_o14090"/>
          <p:cNvSpPr/>
          <p:nvPr/>
        </p:nvSpPr>
        <p:spPr>
          <a:xfrm>
            <a:off x="11061244" y="286002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3" name="r3_o14091"/>
          <p:cNvSpPr/>
          <p:nvPr/>
        </p:nvSpPr>
        <p:spPr>
          <a:xfrm>
            <a:off x="11061244" y="286002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4" name="r3_o14092"/>
          <p:cNvSpPr/>
          <p:nvPr/>
        </p:nvSpPr>
        <p:spPr>
          <a:xfrm>
            <a:off x="11077671" y="287528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5" name="r3_o14093"/>
          <p:cNvSpPr/>
          <p:nvPr/>
        </p:nvSpPr>
        <p:spPr>
          <a:xfrm>
            <a:off x="11080675" y="287796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6" name="r3_o14094"/>
          <p:cNvSpPr/>
          <p:nvPr/>
        </p:nvSpPr>
        <p:spPr>
          <a:xfrm>
            <a:off x="11080675" y="287796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7" name="r3_o14095"/>
          <p:cNvSpPr/>
          <p:nvPr/>
        </p:nvSpPr>
        <p:spPr>
          <a:xfrm>
            <a:off x="10918650" y="286797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8" name="r3_o14096"/>
          <p:cNvSpPr/>
          <p:nvPr/>
        </p:nvSpPr>
        <p:spPr>
          <a:xfrm>
            <a:off x="10923343" y="287216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99" name="r3_o14097"/>
          <p:cNvSpPr/>
          <p:nvPr/>
        </p:nvSpPr>
        <p:spPr>
          <a:xfrm>
            <a:off x="10923343" y="287216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0" name="r3_o14098"/>
          <p:cNvSpPr/>
          <p:nvPr/>
        </p:nvSpPr>
        <p:spPr>
          <a:xfrm>
            <a:off x="10780749" y="28801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1" name="r3_o14099"/>
          <p:cNvSpPr/>
          <p:nvPr/>
        </p:nvSpPr>
        <p:spPr>
          <a:xfrm>
            <a:off x="10785442" y="288429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2" name="r3_o14100"/>
          <p:cNvSpPr/>
          <p:nvPr/>
        </p:nvSpPr>
        <p:spPr>
          <a:xfrm>
            <a:off x="10785442" y="288429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3" name="r3_o14101"/>
          <p:cNvSpPr/>
          <p:nvPr/>
        </p:nvSpPr>
        <p:spPr>
          <a:xfrm>
            <a:off x="11005960" y="288324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4" name="r3_o14102"/>
          <p:cNvSpPr/>
          <p:nvPr/>
        </p:nvSpPr>
        <p:spPr>
          <a:xfrm>
            <a:off x="11010653" y="288744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5" name="r3_o14103"/>
          <p:cNvSpPr/>
          <p:nvPr/>
        </p:nvSpPr>
        <p:spPr>
          <a:xfrm>
            <a:off x="11010653" y="288744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6" name="r3_o14104"/>
          <p:cNvSpPr/>
          <p:nvPr/>
        </p:nvSpPr>
        <p:spPr>
          <a:xfrm>
            <a:off x="11027081" y="290269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7" name="r3_o14105"/>
          <p:cNvSpPr/>
          <p:nvPr/>
        </p:nvSpPr>
        <p:spPr>
          <a:xfrm>
            <a:off x="11030084" y="290537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8" name="r3_o14106"/>
          <p:cNvSpPr/>
          <p:nvPr/>
        </p:nvSpPr>
        <p:spPr>
          <a:xfrm>
            <a:off x="11030084" y="290537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09" name="r3_o14107"/>
          <p:cNvSpPr/>
          <p:nvPr/>
        </p:nvSpPr>
        <p:spPr>
          <a:xfrm>
            <a:off x="10642848" y="289224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0" name="r3_o14108"/>
          <p:cNvSpPr/>
          <p:nvPr/>
        </p:nvSpPr>
        <p:spPr>
          <a:xfrm>
            <a:off x="10647542" y="289643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1" name="r3_o14109"/>
          <p:cNvSpPr/>
          <p:nvPr/>
        </p:nvSpPr>
        <p:spPr>
          <a:xfrm>
            <a:off x="10647542" y="289643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2" name="r3_o14110"/>
          <p:cNvSpPr/>
          <p:nvPr/>
        </p:nvSpPr>
        <p:spPr>
          <a:xfrm>
            <a:off x="10663969" y="291168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3" name="r3_o14111"/>
          <p:cNvSpPr/>
          <p:nvPr/>
        </p:nvSpPr>
        <p:spPr>
          <a:xfrm>
            <a:off x="10666973" y="291437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4" name="r3_o14112"/>
          <p:cNvSpPr/>
          <p:nvPr/>
        </p:nvSpPr>
        <p:spPr>
          <a:xfrm>
            <a:off x="10666973" y="291437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5" name="r3_o14113"/>
          <p:cNvSpPr/>
          <p:nvPr/>
        </p:nvSpPr>
        <p:spPr>
          <a:xfrm>
            <a:off x="10868059" y="289538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6" name="r3_o14114"/>
          <p:cNvSpPr/>
          <p:nvPr/>
        </p:nvSpPr>
        <p:spPr>
          <a:xfrm>
            <a:off x="10872753" y="289957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7" name="r3_o14115"/>
          <p:cNvSpPr/>
          <p:nvPr/>
        </p:nvSpPr>
        <p:spPr>
          <a:xfrm>
            <a:off x="10872753" y="289957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8" name="r3_o14116"/>
          <p:cNvSpPr/>
          <p:nvPr/>
        </p:nvSpPr>
        <p:spPr>
          <a:xfrm>
            <a:off x="10730159" y="290752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19" name="r3_o14117"/>
          <p:cNvSpPr/>
          <p:nvPr/>
        </p:nvSpPr>
        <p:spPr>
          <a:xfrm>
            <a:off x="10734852" y="291171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0" name="r3_o14118"/>
          <p:cNvSpPr/>
          <p:nvPr/>
        </p:nvSpPr>
        <p:spPr>
          <a:xfrm>
            <a:off x="10734852" y="291171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1" name="r3_o14119"/>
          <p:cNvSpPr/>
          <p:nvPr/>
        </p:nvSpPr>
        <p:spPr>
          <a:xfrm>
            <a:off x="10904779" y="293807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2" name="r3_o14120"/>
          <p:cNvSpPr/>
          <p:nvPr/>
        </p:nvSpPr>
        <p:spPr>
          <a:xfrm>
            <a:off x="10909473" y="294226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3" name="r3_o14121"/>
          <p:cNvSpPr/>
          <p:nvPr/>
        </p:nvSpPr>
        <p:spPr>
          <a:xfrm>
            <a:off x="10909473" y="294226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4" name="r3_o14122"/>
          <p:cNvSpPr/>
          <p:nvPr/>
        </p:nvSpPr>
        <p:spPr>
          <a:xfrm>
            <a:off x="10925900" y="295751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5" name="r3_o14123"/>
          <p:cNvSpPr/>
          <p:nvPr/>
        </p:nvSpPr>
        <p:spPr>
          <a:xfrm>
            <a:off x="10928904" y="296020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6" name="r3_o14124"/>
          <p:cNvSpPr/>
          <p:nvPr/>
        </p:nvSpPr>
        <p:spPr>
          <a:xfrm>
            <a:off x="10928904" y="296020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7" name="r3_o14125"/>
          <p:cNvSpPr/>
          <p:nvPr/>
        </p:nvSpPr>
        <p:spPr>
          <a:xfrm>
            <a:off x="10766879" y="295021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8" name="r3_o14126"/>
          <p:cNvSpPr/>
          <p:nvPr/>
        </p:nvSpPr>
        <p:spPr>
          <a:xfrm>
            <a:off x="10771572" y="295440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29" name="r3_o14127"/>
          <p:cNvSpPr/>
          <p:nvPr/>
        </p:nvSpPr>
        <p:spPr>
          <a:xfrm>
            <a:off x="10771572" y="295440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0" name="r3_o14128"/>
          <p:cNvSpPr/>
          <p:nvPr/>
        </p:nvSpPr>
        <p:spPr>
          <a:xfrm>
            <a:off x="10787999" y="296965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1" name="r3_o14129"/>
          <p:cNvSpPr/>
          <p:nvPr/>
        </p:nvSpPr>
        <p:spPr>
          <a:xfrm>
            <a:off x="10791003" y="297233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2" name="r3_o14130"/>
          <p:cNvSpPr/>
          <p:nvPr/>
        </p:nvSpPr>
        <p:spPr>
          <a:xfrm>
            <a:off x="10791003" y="297233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3" name="r3_o14131"/>
          <p:cNvSpPr/>
          <p:nvPr/>
        </p:nvSpPr>
        <p:spPr>
          <a:xfrm>
            <a:off x="10854189" y="296548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4" name="r3_o14132"/>
          <p:cNvSpPr/>
          <p:nvPr/>
        </p:nvSpPr>
        <p:spPr>
          <a:xfrm>
            <a:off x="10858883" y="296967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5" name="r3_o14133"/>
          <p:cNvSpPr/>
          <p:nvPr/>
        </p:nvSpPr>
        <p:spPr>
          <a:xfrm>
            <a:off x="10858883" y="296967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6" name="r3_o14134"/>
          <p:cNvSpPr/>
          <p:nvPr/>
        </p:nvSpPr>
        <p:spPr>
          <a:xfrm>
            <a:off x="10875310" y="298493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7" name="r3_o14135"/>
          <p:cNvSpPr/>
          <p:nvPr/>
        </p:nvSpPr>
        <p:spPr>
          <a:xfrm>
            <a:off x="10878314" y="298761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8" name="r3_o14136"/>
          <p:cNvSpPr/>
          <p:nvPr/>
        </p:nvSpPr>
        <p:spPr>
          <a:xfrm>
            <a:off x="10878314" y="298761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39" name="r3_o14137"/>
          <p:cNvSpPr/>
          <p:nvPr/>
        </p:nvSpPr>
        <p:spPr>
          <a:xfrm>
            <a:off x="9998515" y="2869944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0" name="r3_o14138"/>
          <p:cNvSpPr/>
          <p:nvPr/>
        </p:nvSpPr>
        <p:spPr>
          <a:xfrm flipH="1" flipV="1">
            <a:off x="10771743" y="3241391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1" name="r3_o14139"/>
          <p:cNvSpPr/>
          <p:nvPr/>
        </p:nvSpPr>
        <p:spPr>
          <a:xfrm>
            <a:off x="9899768" y="3045053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2" name="r3_o14140"/>
          <p:cNvSpPr/>
          <p:nvPr/>
        </p:nvSpPr>
        <p:spPr>
          <a:xfrm>
            <a:off x="10416520" y="3088916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3" name="r3_o14141"/>
          <p:cNvSpPr/>
          <p:nvPr/>
        </p:nvSpPr>
        <p:spPr>
          <a:xfrm>
            <a:off x="10296321" y="3017545"/>
            <a:ext cx="62782" cy="6649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4" name="r3_o14142"/>
          <p:cNvSpPr/>
          <p:nvPr/>
        </p:nvSpPr>
        <p:spPr>
          <a:xfrm>
            <a:off x="10536714" y="3160280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5" name="r3_o14143"/>
          <p:cNvSpPr/>
          <p:nvPr/>
        </p:nvSpPr>
        <p:spPr>
          <a:xfrm>
            <a:off x="10771743" y="3241391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6" name="r3_o14144"/>
          <p:cNvSpPr/>
          <p:nvPr/>
        </p:nvSpPr>
        <p:spPr>
          <a:xfrm flipH="1" flipV="1">
            <a:off x="10515267" y="2913808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7" name="r3_o14145"/>
          <p:cNvSpPr/>
          <p:nvPr/>
        </p:nvSpPr>
        <p:spPr>
          <a:xfrm flipH="1" flipV="1">
            <a:off x="10703604" y="3113285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8" name="r3_o14146"/>
          <p:cNvSpPr/>
          <p:nvPr/>
        </p:nvSpPr>
        <p:spPr>
          <a:xfrm>
            <a:off x="9946459" y="2926687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49" name="r3_o14147"/>
          <p:cNvSpPr/>
          <p:nvPr/>
        </p:nvSpPr>
        <p:spPr>
          <a:xfrm>
            <a:off x="10140157" y="3187780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0" name="r3_o14148"/>
          <p:cNvSpPr/>
          <p:nvPr/>
        </p:nvSpPr>
        <p:spPr>
          <a:xfrm>
            <a:off x="10290960" y="2955929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1" name="r3_o14149"/>
          <p:cNvSpPr/>
          <p:nvPr/>
        </p:nvSpPr>
        <p:spPr>
          <a:xfrm flipH="1" flipV="1">
            <a:off x="10170765" y="2884566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2" name="r3_o14150"/>
          <p:cNvSpPr/>
          <p:nvPr/>
        </p:nvSpPr>
        <p:spPr>
          <a:xfrm>
            <a:off x="10118710" y="2941308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3" name="r3_o14151"/>
          <p:cNvSpPr/>
          <p:nvPr/>
        </p:nvSpPr>
        <p:spPr>
          <a:xfrm>
            <a:off x="10692878" y="2990045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4" name="r3_o14152"/>
          <p:cNvSpPr/>
          <p:nvPr/>
        </p:nvSpPr>
        <p:spPr>
          <a:xfrm>
            <a:off x="10588770" y="3103537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5" name="r3_o14153"/>
          <p:cNvSpPr/>
          <p:nvPr/>
        </p:nvSpPr>
        <p:spPr>
          <a:xfrm flipH="1" flipV="1">
            <a:off x="9894403" y="2983429"/>
            <a:ext cx="5365" cy="6162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6" name="r3_o14154"/>
          <p:cNvSpPr/>
          <p:nvPr/>
        </p:nvSpPr>
        <p:spPr>
          <a:xfrm flipH="1" flipV="1">
            <a:off x="10411155" y="3027293"/>
            <a:ext cx="5365" cy="6162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7" name="r3_o14155"/>
          <p:cNvSpPr/>
          <p:nvPr/>
        </p:nvSpPr>
        <p:spPr>
          <a:xfrm>
            <a:off x="10583405" y="3041914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8" name="r3_o14156"/>
          <p:cNvSpPr/>
          <p:nvPr/>
        </p:nvSpPr>
        <p:spPr>
          <a:xfrm>
            <a:off x="10651548" y="3170027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59" name="r3_o14157"/>
          <p:cNvSpPr/>
          <p:nvPr/>
        </p:nvSpPr>
        <p:spPr>
          <a:xfrm>
            <a:off x="10463211" y="2970550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0" name="r3_o14158"/>
          <p:cNvSpPr/>
          <p:nvPr/>
        </p:nvSpPr>
        <p:spPr>
          <a:xfrm>
            <a:off x="10703604" y="3113285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1" name="r3_o14159"/>
          <p:cNvSpPr/>
          <p:nvPr/>
        </p:nvSpPr>
        <p:spPr>
          <a:xfrm>
            <a:off x="10202935" y="3254270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2" name="r3_o14160"/>
          <p:cNvSpPr/>
          <p:nvPr/>
        </p:nvSpPr>
        <p:spPr>
          <a:xfrm>
            <a:off x="10244269" y="3074295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3" name="r3_o14161"/>
          <p:cNvSpPr/>
          <p:nvPr/>
        </p:nvSpPr>
        <p:spPr>
          <a:xfrm>
            <a:off x="10364464" y="3145659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4" name="r3_o14162"/>
          <p:cNvSpPr/>
          <p:nvPr/>
        </p:nvSpPr>
        <p:spPr>
          <a:xfrm>
            <a:off x="10427242" y="3212149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5" name="r3_o14163"/>
          <p:cNvSpPr/>
          <p:nvPr/>
        </p:nvSpPr>
        <p:spPr>
          <a:xfrm flipH="1" flipV="1">
            <a:off x="10254991" y="3197527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6" name="r3_o14164"/>
          <p:cNvSpPr/>
          <p:nvPr/>
        </p:nvSpPr>
        <p:spPr>
          <a:xfrm>
            <a:off x="10307047" y="3140785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7" name="r3_o14165"/>
          <p:cNvSpPr/>
          <p:nvPr/>
        </p:nvSpPr>
        <p:spPr>
          <a:xfrm>
            <a:off x="9951820" y="2988303"/>
            <a:ext cx="62782" cy="6649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8" name="r3_o14166"/>
          <p:cNvSpPr/>
          <p:nvPr/>
        </p:nvSpPr>
        <p:spPr>
          <a:xfrm flipH="1" flipV="1">
            <a:off x="10583405" y="3041914"/>
            <a:ext cx="5365" cy="6162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69" name="r3_o14167"/>
          <p:cNvSpPr/>
          <p:nvPr/>
        </p:nvSpPr>
        <p:spPr>
          <a:xfrm flipH="1" flipV="1">
            <a:off x="10238904" y="3012672"/>
            <a:ext cx="5365" cy="6162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0" name="r3_o14168"/>
          <p:cNvSpPr/>
          <p:nvPr/>
        </p:nvSpPr>
        <p:spPr>
          <a:xfrm>
            <a:off x="10055932" y="2874818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1" name="r3_o14169"/>
          <p:cNvSpPr/>
          <p:nvPr/>
        </p:nvSpPr>
        <p:spPr>
          <a:xfrm>
            <a:off x="10515267" y="2913808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2" name="r3_o14170"/>
          <p:cNvSpPr/>
          <p:nvPr/>
        </p:nvSpPr>
        <p:spPr>
          <a:xfrm>
            <a:off x="9826264" y="2855323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3" name="r3_o14171"/>
          <p:cNvSpPr/>
          <p:nvPr/>
        </p:nvSpPr>
        <p:spPr>
          <a:xfrm>
            <a:off x="10072018" y="3059674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4" name="r3_o14172"/>
          <p:cNvSpPr/>
          <p:nvPr/>
        </p:nvSpPr>
        <p:spPr>
          <a:xfrm>
            <a:off x="10003876" y="2931561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5" name="r3_o14173"/>
          <p:cNvSpPr/>
          <p:nvPr/>
        </p:nvSpPr>
        <p:spPr>
          <a:xfrm>
            <a:off x="10124070" y="3002924"/>
            <a:ext cx="62782" cy="6649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6" name="r3_o14174"/>
          <p:cNvSpPr/>
          <p:nvPr/>
        </p:nvSpPr>
        <p:spPr>
          <a:xfrm>
            <a:off x="10343016" y="2899187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7" name="r3_o14175"/>
          <p:cNvSpPr/>
          <p:nvPr/>
        </p:nvSpPr>
        <p:spPr>
          <a:xfrm flipH="1" flipV="1">
            <a:off x="10014602" y="3054800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8" name="r3_o14176"/>
          <p:cNvSpPr/>
          <p:nvPr/>
        </p:nvSpPr>
        <p:spPr>
          <a:xfrm>
            <a:off x="10572684" y="2918681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79" name="r3_o14177"/>
          <p:cNvSpPr/>
          <p:nvPr/>
        </p:nvSpPr>
        <p:spPr>
          <a:xfrm>
            <a:off x="9962546" y="3111543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0" name="r3_o14178"/>
          <p:cNvSpPr/>
          <p:nvPr/>
        </p:nvSpPr>
        <p:spPr>
          <a:xfrm flipH="1" flipV="1">
            <a:off x="10359103" y="3084043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1" name="r3_o14179"/>
          <p:cNvSpPr/>
          <p:nvPr/>
        </p:nvSpPr>
        <p:spPr>
          <a:xfrm>
            <a:off x="10170765" y="2884566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2" name="r3_o14180"/>
          <p:cNvSpPr/>
          <p:nvPr/>
        </p:nvSpPr>
        <p:spPr>
          <a:xfrm flipH="1" flipV="1">
            <a:off x="10463211" y="2970550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3" name="r3_o14181"/>
          <p:cNvSpPr/>
          <p:nvPr/>
        </p:nvSpPr>
        <p:spPr>
          <a:xfrm>
            <a:off x="10014602" y="3054800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4" name="r3_o14182"/>
          <p:cNvSpPr/>
          <p:nvPr/>
        </p:nvSpPr>
        <p:spPr>
          <a:xfrm>
            <a:off x="10186852" y="3069421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5" name="r3_o14183"/>
          <p:cNvSpPr/>
          <p:nvPr/>
        </p:nvSpPr>
        <p:spPr>
          <a:xfrm flipH="1" flipV="1">
            <a:off x="10651548" y="3170027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6" name="r3_o14184"/>
          <p:cNvSpPr/>
          <p:nvPr/>
        </p:nvSpPr>
        <p:spPr>
          <a:xfrm>
            <a:off x="10411155" y="3027293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7" name="r3_o14185"/>
          <p:cNvSpPr/>
          <p:nvPr/>
        </p:nvSpPr>
        <p:spPr>
          <a:xfrm>
            <a:off x="10656909" y="3231643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8" name="r3_o14186"/>
          <p:cNvSpPr/>
          <p:nvPr/>
        </p:nvSpPr>
        <p:spPr>
          <a:xfrm>
            <a:off x="10238904" y="3012672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89" name="r3_o14187"/>
          <p:cNvSpPr/>
          <p:nvPr/>
        </p:nvSpPr>
        <p:spPr>
          <a:xfrm flipH="1" flipV="1">
            <a:off x="9826264" y="2855323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0" name="r3_o14188"/>
          <p:cNvSpPr/>
          <p:nvPr/>
        </p:nvSpPr>
        <p:spPr>
          <a:xfrm>
            <a:off x="10400433" y="2904060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1" name="r3_o14189"/>
          <p:cNvSpPr/>
          <p:nvPr/>
        </p:nvSpPr>
        <p:spPr>
          <a:xfrm flipH="1" flipV="1">
            <a:off x="10531353" y="3098664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2" name="r3_o14190"/>
          <p:cNvSpPr/>
          <p:nvPr/>
        </p:nvSpPr>
        <p:spPr>
          <a:xfrm flipH="1" flipV="1">
            <a:off x="10186852" y="3069421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3" name="r3_o14191"/>
          <p:cNvSpPr/>
          <p:nvPr/>
        </p:nvSpPr>
        <p:spPr>
          <a:xfrm flipH="1" flipV="1">
            <a:off x="10307047" y="3140785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4" name="r3_o14192"/>
          <p:cNvSpPr/>
          <p:nvPr/>
        </p:nvSpPr>
        <p:spPr>
          <a:xfrm>
            <a:off x="10348377" y="2960803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5" name="r3_o14193"/>
          <p:cNvSpPr/>
          <p:nvPr/>
        </p:nvSpPr>
        <p:spPr>
          <a:xfrm>
            <a:off x="10468572" y="3032166"/>
            <a:ext cx="62782" cy="6649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6" name="r3_o14194"/>
          <p:cNvSpPr/>
          <p:nvPr/>
        </p:nvSpPr>
        <p:spPr>
          <a:xfrm>
            <a:off x="10312408" y="3202401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7" name="r3_o14195"/>
          <p:cNvSpPr/>
          <p:nvPr/>
        </p:nvSpPr>
        <p:spPr>
          <a:xfrm>
            <a:off x="10192213" y="3131038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8" name="r3_o14196"/>
          <p:cNvSpPr/>
          <p:nvPr/>
        </p:nvSpPr>
        <p:spPr>
          <a:xfrm>
            <a:off x="10719687" y="3298133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199" name="r3_o14197"/>
          <p:cNvSpPr/>
          <p:nvPr/>
        </p:nvSpPr>
        <p:spPr>
          <a:xfrm>
            <a:off x="10635461" y="2985171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0" name="r3_o14198"/>
          <p:cNvSpPr/>
          <p:nvPr/>
        </p:nvSpPr>
        <p:spPr>
          <a:xfrm>
            <a:off x="10531353" y="3098664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1" name="r3_o14199"/>
          <p:cNvSpPr/>
          <p:nvPr/>
        </p:nvSpPr>
        <p:spPr>
          <a:xfrm>
            <a:off x="10761021" y="3118158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2" name="r3_o14200"/>
          <p:cNvSpPr/>
          <p:nvPr/>
        </p:nvSpPr>
        <p:spPr>
          <a:xfrm flipH="1" flipV="1">
            <a:off x="10082740" y="3182906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3" name="r3_o14201"/>
          <p:cNvSpPr/>
          <p:nvPr/>
        </p:nvSpPr>
        <p:spPr>
          <a:xfrm>
            <a:off x="10082740" y="3182906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4" name="r3_o14202"/>
          <p:cNvSpPr/>
          <p:nvPr/>
        </p:nvSpPr>
        <p:spPr>
          <a:xfrm>
            <a:off x="10030684" y="3239649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5" name="r3_o14203"/>
          <p:cNvSpPr/>
          <p:nvPr/>
        </p:nvSpPr>
        <p:spPr>
          <a:xfrm flipH="1" flipV="1">
            <a:off x="10635461" y="2985171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6" name="r3_o14204"/>
          <p:cNvSpPr/>
          <p:nvPr/>
        </p:nvSpPr>
        <p:spPr>
          <a:xfrm>
            <a:off x="10708965" y="3174901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7" name="r3_o14205"/>
          <p:cNvSpPr/>
          <p:nvPr/>
        </p:nvSpPr>
        <p:spPr>
          <a:xfrm>
            <a:off x="10375186" y="3268891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8" name="r3_o14206"/>
          <p:cNvSpPr/>
          <p:nvPr/>
        </p:nvSpPr>
        <p:spPr>
          <a:xfrm flipH="1" flipV="1">
            <a:off x="10427242" y="3212149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09" name="r3_o14207"/>
          <p:cNvSpPr/>
          <p:nvPr/>
        </p:nvSpPr>
        <p:spPr>
          <a:xfrm>
            <a:off x="10547436" y="3283512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0" name="r3_o14208"/>
          <p:cNvSpPr/>
          <p:nvPr/>
        </p:nvSpPr>
        <p:spPr>
          <a:xfrm flipH="1" flipV="1">
            <a:off x="10479298" y="3155406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1" name="r3_o14209"/>
          <p:cNvSpPr/>
          <p:nvPr/>
        </p:nvSpPr>
        <p:spPr>
          <a:xfrm>
            <a:off x="9967907" y="3173159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2" name="r3_o14210"/>
          <p:cNvSpPr/>
          <p:nvPr/>
        </p:nvSpPr>
        <p:spPr>
          <a:xfrm>
            <a:off x="10484658" y="3217022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3" name="r3_o14211"/>
          <p:cNvSpPr/>
          <p:nvPr/>
        </p:nvSpPr>
        <p:spPr>
          <a:xfrm flipH="1" flipV="1">
            <a:off x="10755656" y="3056535"/>
            <a:ext cx="5365" cy="6162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4" name="r3_o14212"/>
          <p:cNvSpPr/>
          <p:nvPr/>
        </p:nvSpPr>
        <p:spPr>
          <a:xfrm>
            <a:off x="10640822" y="3046787"/>
            <a:ext cx="62782" cy="66497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5" name="r3_o14213"/>
          <p:cNvSpPr/>
          <p:nvPr/>
        </p:nvSpPr>
        <p:spPr>
          <a:xfrm flipH="1" flipV="1">
            <a:off x="9998515" y="2869944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6" name="r3_o14214"/>
          <p:cNvSpPr/>
          <p:nvPr/>
        </p:nvSpPr>
        <p:spPr>
          <a:xfrm>
            <a:off x="9883681" y="2860197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7" name="r3_o14215"/>
          <p:cNvSpPr/>
          <p:nvPr/>
        </p:nvSpPr>
        <p:spPr>
          <a:xfrm>
            <a:off x="10520628" y="2975424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8" name="r3_o14216"/>
          <p:cNvSpPr/>
          <p:nvPr/>
        </p:nvSpPr>
        <p:spPr>
          <a:xfrm>
            <a:off x="10228182" y="2889439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19" name="r3_o14217"/>
          <p:cNvSpPr/>
          <p:nvPr/>
        </p:nvSpPr>
        <p:spPr>
          <a:xfrm flipH="1" flipV="1">
            <a:off x="10118710" y="2941308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0" name="r3_o14218"/>
          <p:cNvSpPr/>
          <p:nvPr/>
        </p:nvSpPr>
        <p:spPr>
          <a:xfrm>
            <a:off x="10176126" y="2946182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1" name="r3_o14219"/>
          <p:cNvSpPr/>
          <p:nvPr/>
        </p:nvSpPr>
        <p:spPr>
          <a:xfrm>
            <a:off x="10479298" y="3155406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2" name="r3_o14220"/>
          <p:cNvSpPr/>
          <p:nvPr/>
        </p:nvSpPr>
        <p:spPr>
          <a:xfrm>
            <a:off x="10359103" y="3084043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3" name="r3_o14221"/>
          <p:cNvSpPr/>
          <p:nvPr/>
        </p:nvSpPr>
        <p:spPr>
          <a:xfrm>
            <a:off x="10066654" y="2998050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4" name="r3_o14222"/>
          <p:cNvSpPr/>
          <p:nvPr/>
        </p:nvSpPr>
        <p:spPr>
          <a:xfrm flipH="1" flipV="1">
            <a:off x="10599492" y="3226770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5" name="r3_o14223"/>
          <p:cNvSpPr/>
          <p:nvPr/>
        </p:nvSpPr>
        <p:spPr>
          <a:xfrm flipH="1" flipV="1">
            <a:off x="10343016" y="2899187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6" name="r3_o14224"/>
          <p:cNvSpPr/>
          <p:nvPr/>
        </p:nvSpPr>
        <p:spPr>
          <a:xfrm flipH="1" flipV="1">
            <a:off x="10823799" y="3184648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7" name="r3_o14225"/>
          <p:cNvSpPr/>
          <p:nvPr/>
        </p:nvSpPr>
        <p:spPr>
          <a:xfrm flipH="1" flipV="1">
            <a:off x="9946459" y="2926687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8" name="r3_o14226"/>
          <p:cNvSpPr/>
          <p:nvPr/>
        </p:nvSpPr>
        <p:spPr>
          <a:xfrm>
            <a:off x="9894403" y="2983429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29" name="r3_o14227"/>
          <p:cNvSpPr/>
          <p:nvPr/>
        </p:nvSpPr>
        <p:spPr>
          <a:xfrm flipH="1" flipV="1">
            <a:off x="10134796" y="3126164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0" name="r3_o14228"/>
          <p:cNvSpPr/>
          <p:nvPr/>
        </p:nvSpPr>
        <p:spPr>
          <a:xfrm>
            <a:off x="9831625" y="2916940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1" name="r3_o14229"/>
          <p:cNvSpPr/>
          <p:nvPr/>
        </p:nvSpPr>
        <p:spPr>
          <a:xfrm>
            <a:off x="10254991" y="3197527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2" name="r3_o14230"/>
          <p:cNvSpPr/>
          <p:nvPr/>
        </p:nvSpPr>
        <p:spPr>
          <a:xfrm flipH="1" flipV="1">
            <a:off x="9962546" y="3111543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3" name="r3_o14231"/>
          <p:cNvSpPr/>
          <p:nvPr/>
        </p:nvSpPr>
        <p:spPr>
          <a:xfrm flipH="1" flipV="1">
            <a:off x="10066654" y="2998050"/>
            <a:ext cx="5365" cy="6162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4" name="r3_o14232"/>
          <p:cNvSpPr/>
          <p:nvPr/>
        </p:nvSpPr>
        <p:spPr>
          <a:xfrm>
            <a:off x="10599492" y="3226770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5" name="r3_o14233"/>
          <p:cNvSpPr/>
          <p:nvPr/>
        </p:nvSpPr>
        <p:spPr>
          <a:xfrm>
            <a:off x="10019963" y="3116416"/>
            <a:ext cx="62778" cy="66490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6" name="r3_o14234"/>
          <p:cNvSpPr/>
          <p:nvPr/>
        </p:nvSpPr>
        <p:spPr>
          <a:xfrm flipH="1" flipV="1">
            <a:off x="10290960" y="2955929"/>
            <a:ext cx="5361" cy="61616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7" name="r3_o14235"/>
          <p:cNvSpPr/>
          <p:nvPr/>
        </p:nvSpPr>
        <p:spPr>
          <a:xfrm>
            <a:off x="10134796" y="3126164"/>
            <a:ext cx="57417" cy="4874"/>
          </a:xfrm>
          <a:prstGeom prst="line">
            <a:avLst/>
          </a:prstGeom>
          <a:noFill/>
          <a:ln w="20447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238" name="r3_o14236"/>
          <p:cNvSpPr/>
          <p:nvPr/>
        </p:nvSpPr>
        <p:spPr>
          <a:xfrm>
            <a:off x="9809502" y="283856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39" name="r3_o14237"/>
          <p:cNvSpPr/>
          <p:nvPr/>
        </p:nvSpPr>
        <p:spPr>
          <a:xfrm>
            <a:off x="9814195" y="284275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0" name="r3_o14238"/>
          <p:cNvSpPr/>
          <p:nvPr/>
        </p:nvSpPr>
        <p:spPr>
          <a:xfrm>
            <a:off x="9814195" y="284275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1" name="r3_o14239"/>
          <p:cNvSpPr/>
          <p:nvPr/>
        </p:nvSpPr>
        <p:spPr>
          <a:xfrm>
            <a:off x="9830622" y="285800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2" name="r3_o14240"/>
          <p:cNvSpPr/>
          <p:nvPr/>
        </p:nvSpPr>
        <p:spPr>
          <a:xfrm>
            <a:off x="9833626" y="286068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3" name="r3_o14241"/>
          <p:cNvSpPr/>
          <p:nvPr/>
        </p:nvSpPr>
        <p:spPr>
          <a:xfrm>
            <a:off x="9833626" y="286068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4" name="r3_o14242"/>
          <p:cNvSpPr/>
          <p:nvPr/>
        </p:nvSpPr>
        <p:spPr>
          <a:xfrm>
            <a:off x="9866919" y="284343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5" name="r3_o14243"/>
          <p:cNvSpPr/>
          <p:nvPr/>
        </p:nvSpPr>
        <p:spPr>
          <a:xfrm>
            <a:off x="9871612" y="284762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6" name="r3_o14244"/>
          <p:cNvSpPr/>
          <p:nvPr/>
        </p:nvSpPr>
        <p:spPr>
          <a:xfrm>
            <a:off x="9871612" y="284762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7" name="r3_o14245"/>
          <p:cNvSpPr/>
          <p:nvPr/>
        </p:nvSpPr>
        <p:spPr>
          <a:xfrm>
            <a:off x="9888039" y="286287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8" name="r3_o14246"/>
          <p:cNvSpPr/>
          <p:nvPr/>
        </p:nvSpPr>
        <p:spPr>
          <a:xfrm>
            <a:off x="9891043" y="286556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49" name="r3_o14247"/>
          <p:cNvSpPr/>
          <p:nvPr/>
        </p:nvSpPr>
        <p:spPr>
          <a:xfrm>
            <a:off x="9891043" y="286556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0" name="r3_o14248"/>
          <p:cNvSpPr/>
          <p:nvPr/>
        </p:nvSpPr>
        <p:spPr>
          <a:xfrm>
            <a:off x="9981752" y="285318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1" name="r3_o14249"/>
          <p:cNvSpPr/>
          <p:nvPr/>
        </p:nvSpPr>
        <p:spPr>
          <a:xfrm>
            <a:off x="9986446" y="285737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2" name="r3_o14250"/>
          <p:cNvSpPr/>
          <p:nvPr/>
        </p:nvSpPr>
        <p:spPr>
          <a:xfrm>
            <a:off x="9986446" y="285737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3" name="r3_o14251"/>
          <p:cNvSpPr/>
          <p:nvPr/>
        </p:nvSpPr>
        <p:spPr>
          <a:xfrm>
            <a:off x="10002873" y="287262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4" name="r3_o14252"/>
          <p:cNvSpPr/>
          <p:nvPr/>
        </p:nvSpPr>
        <p:spPr>
          <a:xfrm>
            <a:off x="10005877" y="287530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5" name="r3_o14253"/>
          <p:cNvSpPr/>
          <p:nvPr/>
        </p:nvSpPr>
        <p:spPr>
          <a:xfrm>
            <a:off x="10005877" y="287530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6" name="r3_o14254"/>
          <p:cNvSpPr/>
          <p:nvPr/>
        </p:nvSpPr>
        <p:spPr>
          <a:xfrm>
            <a:off x="10039169" y="285805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7" name="r3_o14255"/>
          <p:cNvSpPr/>
          <p:nvPr/>
        </p:nvSpPr>
        <p:spPr>
          <a:xfrm>
            <a:off x="10043863" y="286224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8" name="r3_o14256"/>
          <p:cNvSpPr/>
          <p:nvPr/>
        </p:nvSpPr>
        <p:spPr>
          <a:xfrm>
            <a:off x="10043863" y="286224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59" name="r3_o14257"/>
          <p:cNvSpPr/>
          <p:nvPr/>
        </p:nvSpPr>
        <p:spPr>
          <a:xfrm>
            <a:off x="10060290" y="287750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0" name="r3_o14258"/>
          <p:cNvSpPr/>
          <p:nvPr/>
        </p:nvSpPr>
        <p:spPr>
          <a:xfrm>
            <a:off x="10063294" y="288018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1" name="r3_o14259"/>
          <p:cNvSpPr/>
          <p:nvPr/>
        </p:nvSpPr>
        <p:spPr>
          <a:xfrm>
            <a:off x="10063294" y="288018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2" name="r3_o14260"/>
          <p:cNvSpPr/>
          <p:nvPr/>
        </p:nvSpPr>
        <p:spPr>
          <a:xfrm>
            <a:off x="10154003" y="286780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3" name="r3_o14261"/>
          <p:cNvSpPr/>
          <p:nvPr/>
        </p:nvSpPr>
        <p:spPr>
          <a:xfrm>
            <a:off x="10158697" y="287199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4" name="r3_o14262"/>
          <p:cNvSpPr/>
          <p:nvPr/>
        </p:nvSpPr>
        <p:spPr>
          <a:xfrm>
            <a:off x="10158697" y="287199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5" name="r3_o14263"/>
          <p:cNvSpPr/>
          <p:nvPr/>
        </p:nvSpPr>
        <p:spPr>
          <a:xfrm>
            <a:off x="10175124" y="288724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6" name="r3_o14264"/>
          <p:cNvSpPr/>
          <p:nvPr/>
        </p:nvSpPr>
        <p:spPr>
          <a:xfrm>
            <a:off x="10178127" y="288993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7" name="r3_o14265"/>
          <p:cNvSpPr/>
          <p:nvPr/>
        </p:nvSpPr>
        <p:spPr>
          <a:xfrm>
            <a:off x="10178127" y="288993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8" name="r3_o14266"/>
          <p:cNvSpPr/>
          <p:nvPr/>
        </p:nvSpPr>
        <p:spPr>
          <a:xfrm>
            <a:off x="10211420" y="287267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69" name="r3_o14267"/>
          <p:cNvSpPr/>
          <p:nvPr/>
        </p:nvSpPr>
        <p:spPr>
          <a:xfrm>
            <a:off x="10216113" y="287686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0" name="r3_o14268"/>
          <p:cNvSpPr/>
          <p:nvPr/>
        </p:nvSpPr>
        <p:spPr>
          <a:xfrm>
            <a:off x="10216113" y="287686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1" name="r3_o14269"/>
          <p:cNvSpPr/>
          <p:nvPr/>
        </p:nvSpPr>
        <p:spPr>
          <a:xfrm>
            <a:off x="10232541" y="289212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2" name="r3_o14270"/>
          <p:cNvSpPr/>
          <p:nvPr/>
        </p:nvSpPr>
        <p:spPr>
          <a:xfrm>
            <a:off x="10235544" y="289480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3" name="r3_o14271"/>
          <p:cNvSpPr/>
          <p:nvPr/>
        </p:nvSpPr>
        <p:spPr>
          <a:xfrm>
            <a:off x="10235544" y="289480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4" name="r3_o14272"/>
          <p:cNvSpPr/>
          <p:nvPr/>
        </p:nvSpPr>
        <p:spPr>
          <a:xfrm>
            <a:off x="10326254" y="288242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5" name="r3_o14273"/>
          <p:cNvSpPr/>
          <p:nvPr/>
        </p:nvSpPr>
        <p:spPr>
          <a:xfrm>
            <a:off x="10330947" y="288661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6" name="r3_o14274"/>
          <p:cNvSpPr/>
          <p:nvPr/>
        </p:nvSpPr>
        <p:spPr>
          <a:xfrm>
            <a:off x="10330947" y="288661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7" name="r3_o14275"/>
          <p:cNvSpPr/>
          <p:nvPr/>
        </p:nvSpPr>
        <p:spPr>
          <a:xfrm>
            <a:off x="10347374" y="290186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8" name="r3_o14276"/>
          <p:cNvSpPr/>
          <p:nvPr/>
        </p:nvSpPr>
        <p:spPr>
          <a:xfrm>
            <a:off x="10350378" y="290455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79" name="r3_o14277"/>
          <p:cNvSpPr/>
          <p:nvPr/>
        </p:nvSpPr>
        <p:spPr>
          <a:xfrm>
            <a:off x="10350378" y="290455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0" name="r3_o14278"/>
          <p:cNvSpPr/>
          <p:nvPr/>
        </p:nvSpPr>
        <p:spPr>
          <a:xfrm>
            <a:off x="10383671" y="288729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1" name="r3_o14279"/>
          <p:cNvSpPr/>
          <p:nvPr/>
        </p:nvSpPr>
        <p:spPr>
          <a:xfrm>
            <a:off x="10388364" y="289148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2" name="r3_o14280"/>
          <p:cNvSpPr/>
          <p:nvPr/>
        </p:nvSpPr>
        <p:spPr>
          <a:xfrm>
            <a:off x="10388364" y="289148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3" name="r3_o14281"/>
          <p:cNvSpPr/>
          <p:nvPr/>
        </p:nvSpPr>
        <p:spPr>
          <a:xfrm>
            <a:off x="10404791" y="290674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4" name="r3_o14282"/>
          <p:cNvSpPr/>
          <p:nvPr/>
        </p:nvSpPr>
        <p:spPr>
          <a:xfrm>
            <a:off x="10407795" y="290942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5" name="r3_o14283"/>
          <p:cNvSpPr/>
          <p:nvPr/>
        </p:nvSpPr>
        <p:spPr>
          <a:xfrm>
            <a:off x="10407795" y="290942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6" name="r3_o14284"/>
          <p:cNvSpPr/>
          <p:nvPr/>
        </p:nvSpPr>
        <p:spPr>
          <a:xfrm>
            <a:off x="10498504" y="289704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7" name="r3_o14285"/>
          <p:cNvSpPr/>
          <p:nvPr/>
        </p:nvSpPr>
        <p:spPr>
          <a:xfrm>
            <a:off x="10503198" y="290123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8" name="r3_o14286"/>
          <p:cNvSpPr/>
          <p:nvPr/>
        </p:nvSpPr>
        <p:spPr>
          <a:xfrm>
            <a:off x="10503198" y="290123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89" name="r3_o14287"/>
          <p:cNvSpPr/>
          <p:nvPr/>
        </p:nvSpPr>
        <p:spPr>
          <a:xfrm>
            <a:off x="10519625" y="291649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0" name="r3_o14288"/>
          <p:cNvSpPr/>
          <p:nvPr/>
        </p:nvSpPr>
        <p:spPr>
          <a:xfrm>
            <a:off x="10522629" y="291917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1" name="r3_o14289"/>
          <p:cNvSpPr/>
          <p:nvPr/>
        </p:nvSpPr>
        <p:spPr>
          <a:xfrm>
            <a:off x="10522629" y="291917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2" name="r3_o14290"/>
          <p:cNvSpPr/>
          <p:nvPr/>
        </p:nvSpPr>
        <p:spPr>
          <a:xfrm>
            <a:off x="9814863" y="290017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3" name="r3_o14291"/>
          <p:cNvSpPr/>
          <p:nvPr/>
        </p:nvSpPr>
        <p:spPr>
          <a:xfrm>
            <a:off x="9819556" y="290436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4" name="r3_o14292"/>
          <p:cNvSpPr/>
          <p:nvPr/>
        </p:nvSpPr>
        <p:spPr>
          <a:xfrm>
            <a:off x="9819556" y="290436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5" name="r3_o14293"/>
          <p:cNvSpPr/>
          <p:nvPr/>
        </p:nvSpPr>
        <p:spPr>
          <a:xfrm>
            <a:off x="9835983" y="291962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6" name="r3_o14294"/>
          <p:cNvSpPr/>
          <p:nvPr/>
        </p:nvSpPr>
        <p:spPr>
          <a:xfrm>
            <a:off x="9838987" y="292230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7" name="r3_o14295"/>
          <p:cNvSpPr/>
          <p:nvPr/>
        </p:nvSpPr>
        <p:spPr>
          <a:xfrm>
            <a:off x="9838987" y="292230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8" name="r3_o14296"/>
          <p:cNvSpPr/>
          <p:nvPr/>
        </p:nvSpPr>
        <p:spPr>
          <a:xfrm>
            <a:off x="10555921" y="290191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99" name="r3_o14297"/>
          <p:cNvSpPr/>
          <p:nvPr/>
        </p:nvSpPr>
        <p:spPr>
          <a:xfrm>
            <a:off x="10560615" y="290611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0" name="r3_o14298"/>
          <p:cNvSpPr/>
          <p:nvPr/>
        </p:nvSpPr>
        <p:spPr>
          <a:xfrm>
            <a:off x="10560615" y="290611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1" name="r3_o14299"/>
          <p:cNvSpPr/>
          <p:nvPr/>
        </p:nvSpPr>
        <p:spPr>
          <a:xfrm>
            <a:off x="10577042" y="292136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2" name="r3_o14300"/>
          <p:cNvSpPr/>
          <p:nvPr/>
        </p:nvSpPr>
        <p:spPr>
          <a:xfrm>
            <a:off x="10580046" y="292404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3" name="r3_o14301"/>
          <p:cNvSpPr/>
          <p:nvPr/>
        </p:nvSpPr>
        <p:spPr>
          <a:xfrm>
            <a:off x="10580046" y="292404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4" name="r3_o14302"/>
          <p:cNvSpPr/>
          <p:nvPr/>
        </p:nvSpPr>
        <p:spPr>
          <a:xfrm>
            <a:off x="9929697" y="290992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5" name="r3_o14303"/>
          <p:cNvSpPr/>
          <p:nvPr/>
        </p:nvSpPr>
        <p:spPr>
          <a:xfrm>
            <a:off x="9934390" y="291411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6" name="r3_o14304"/>
          <p:cNvSpPr/>
          <p:nvPr/>
        </p:nvSpPr>
        <p:spPr>
          <a:xfrm>
            <a:off x="9934390" y="291411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7" name="r3_o14305"/>
          <p:cNvSpPr/>
          <p:nvPr/>
        </p:nvSpPr>
        <p:spPr>
          <a:xfrm>
            <a:off x="9987113" y="291479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8" name="r3_o14306"/>
          <p:cNvSpPr/>
          <p:nvPr/>
        </p:nvSpPr>
        <p:spPr>
          <a:xfrm>
            <a:off x="9991807" y="291898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09" name="r3_o14307"/>
          <p:cNvSpPr/>
          <p:nvPr/>
        </p:nvSpPr>
        <p:spPr>
          <a:xfrm>
            <a:off x="9991807" y="291898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0" name="r3_o14308"/>
          <p:cNvSpPr/>
          <p:nvPr/>
        </p:nvSpPr>
        <p:spPr>
          <a:xfrm>
            <a:off x="10101947" y="292454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1" name="r3_o14309"/>
          <p:cNvSpPr/>
          <p:nvPr/>
        </p:nvSpPr>
        <p:spPr>
          <a:xfrm>
            <a:off x="10106641" y="292873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2" name="r3_o14310"/>
          <p:cNvSpPr/>
          <p:nvPr/>
        </p:nvSpPr>
        <p:spPr>
          <a:xfrm>
            <a:off x="10106641" y="292873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3" name="r3_o14311"/>
          <p:cNvSpPr/>
          <p:nvPr/>
        </p:nvSpPr>
        <p:spPr>
          <a:xfrm>
            <a:off x="10159364" y="292941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4" name="r3_o14312"/>
          <p:cNvSpPr/>
          <p:nvPr/>
        </p:nvSpPr>
        <p:spPr>
          <a:xfrm>
            <a:off x="10164057" y="293361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5" name="r3_o14313"/>
          <p:cNvSpPr/>
          <p:nvPr/>
        </p:nvSpPr>
        <p:spPr>
          <a:xfrm>
            <a:off x="10164057" y="293361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6" name="r3_o14314"/>
          <p:cNvSpPr/>
          <p:nvPr/>
        </p:nvSpPr>
        <p:spPr>
          <a:xfrm>
            <a:off x="10274198" y="293916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7" name="r3_o14315"/>
          <p:cNvSpPr/>
          <p:nvPr/>
        </p:nvSpPr>
        <p:spPr>
          <a:xfrm>
            <a:off x="10278891" y="294335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8" name="r3_o14316"/>
          <p:cNvSpPr/>
          <p:nvPr/>
        </p:nvSpPr>
        <p:spPr>
          <a:xfrm>
            <a:off x="10278891" y="294335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19" name="r3_o14317"/>
          <p:cNvSpPr/>
          <p:nvPr/>
        </p:nvSpPr>
        <p:spPr>
          <a:xfrm>
            <a:off x="10331615" y="294404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0" name="r3_o14318"/>
          <p:cNvSpPr/>
          <p:nvPr/>
        </p:nvSpPr>
        <p:spPr>
          <a:xfrm>
            <a:off x="10336308" y="294823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1" name="r3_o14319"/>
          <p:cNvSpPr/>
          <p:nvPr/>
        </p:nvSpPr>
        <p:spPr>
          <a:xfrm>
            <a:off x="10336308" y="294823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2" name="r3_o14320"/>
          <p:cNvSpPr/>
          <p:nvPr/>
        </p:nvSpPr>
        <p:spPr>
          <a:xfrm>
            <a:off x="10446448" y="29537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3" name="r3_o14321"/>
          <p:cNvSpPr/>
          <p:nvPr/>
        </p:nvSpPr>
        <p:spPr>
          <a:xfrm>
            <a:off x="10451142" y="295797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4" name="r3_o14322"/>
          <p:cNvSpPr/>
          <p:nvPr/>
        </p:nvSpPr>
        <p:spPr>
          <a:xfrm>
            <a:off x="10451142" y="295797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5" name="r3_o14323"/>
          <p:cNvSpPr/>
          <p:nvPr/>
        </p:nvSpPr>
        <p:spPr>
          <a:xfrm>
            <a:off x="10503865" y="295866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6" name="r3_o14324"/>
          <p:cNvSpPr/>
          <p:nvPr/>
        </p:nvSpPr>
        <p:spPr>
          <a:xfrm>
            <a:off x="10508559" y="296285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7" name="r3_o14325"/>
          <p:cNvSpPr/>
          <p:nvPr/>
        </p:nvSpPr>
        <p:spPr>
          <a:xfrm>
            <a:off x="10508559" y="296285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8" name="r3_o14326"/>
          <p:cNvSpPr/>
          <p:nvPr/>
        </p:nvSpPr>
        <p:spPr>
          <a:xfrm>
            <a:off x="9877641" y="296666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29" name="r3_o14327"/>
          <p:cNvSpPr/>
          <p:nvPr/>
        </p:nvSpPr>
        <p:spPr>
          <a:xfrm>
            <a:off x="9882334" y="297085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0" name="r3_o14328"/>
          <p:cNvSpPr/>
          <p:nvPr/>
        </p:nvSpPr>
        <p:spPr>
          <a:xfrm>
            <a:off x="9882334" y="297085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1" name="r3_o14329"/>
          <p:cNvSpPr/>
          <p:nvPr/>
        </p:nvSpPr>
        <p:spPr>
          <a:xfrm>
            <a:off x="10618699" y="29684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2" name="r3_o14330"/>
          <p:cNvSpPr/>
          <p:nvPr/>
        </p:nvSpPr>
        <p:spPr>
          <a:xfrm>
            <a:off x="10623392" y="297260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3" name="r3_o14331"/>
          <p:cNvSpPr/>
          <p:nvPr/>
        </p:nvSpPr>
        <p:spPr>
          <a:xfrm>
            <a:off x="10623392" y="297260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4" name="r3_o14332"/>
          <p:cNvSpPr/>
          <p:nvPr/>
        </p:nvSpPr>
        <p:spPr>
          <a:xfrm>
            <a:off x="9935058" y="297154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5" name="r3_o14333"/>
          <p:cNvSpPr/>
          <p:nvPr/>
        </p:nvSpPr>
        <p:spPr>
          <a:xfrm>
            <a:off x="9939751" y="297573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6" name="r3_o14334"/>
          <p:cNvSpPr/>
          <p:nvPr/>
        </p:nvSpPr>
        <p:spPr>
          <a:xfrm>
            <a:off x="9939751" y="297573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7" name="r3_o14335"/>
          <p:cNvSpPr/>
          <p:nvPr/>
        </p:nvSpPr>
        <p:spPr>
          <a:xfrm>
            <a:off x="10676116" y="297328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8" name="r3_o14336"/>
          <p:cNvSpPr/>
          <p:nvPr/>
        </p:nvSpPr>
        <p:spPr>
          <a:xfrm>
            <a:off x="10680809" y="297747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39" name="r3_o14337"/>
          <p:cNvSpPr/>
          <p:nvPr/>
        </p:nvSpPr>
        <p:spPr>
          <a:xfrm>
            <a:off x="10680809" y="297747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0" name="r3_o14338"/>
          <p:cNvSpPr/>
          <p:nvPr/>
        </p:nvSpPr>
        <p:spPr>
          <a:xfrm>
            <a:off x="10697236" y="299272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1" name="r3_o14339"/>
          <p:cNvSpPr/>
          <p:nvPr/>
        </p:nvSpPr>
        <p:spPr>
          <a:xfrm>
            <a:off x="10700240" y="299540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2" name="r3_o14340"/>
          <p:cNvSpPr/>
          <p:nvPr/>
        </p:nvSpPr>
        <p:spPr>
          <a:xfrm>
            <a:off x="10700240" y="299540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3" name="r3_o14341"/>
          <p:cNvSpPr/>
          <p:nvPr/>
        </p:nvSpPr>
        <p:spPr>
          <a:xfrm>
            <a:off x="10049891" y="298128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4" name="r3_o14342"/>
          <p:cNvSpPr/>
          <p:nvPr/>
        </p:nvSpPr>
        <p:spPr>
          <a:xfrm>
            <a:off x="10054585" y="298547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5" name="r3_o14343"/>
          <p:cNvSpPr/>
          <p:nvPr/>
        </p:nvSpPr>
        <p:spPr>
          <a:xfrm>
            <a:off x="10054585" y="298547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6" name="r3_o14344"/>
          <p:cNvSpPr/>
          <p:nvPr/>
        </p:nvSpPr>
        <p:spPr>
          <a:xfrm>
            <a:off x="10107308" y="298616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7" name="r3_o14345"/>
          <p:cNvSpPr/>
          <p:nvPr/>
        </p:nvSpPr>
        <p:spPr>
          <a:xfrm>
            <a:off x="10112002" y="299035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8" name="r3_o14346"/>
          <p:cNvSpPr/>
          <p:nvPr/>
        </p:nvSpPr>
        <p:spPr>
          <a:xfrm>
            <a:off x="10112002" y="299035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49" name="r3_o14347"/>
          <p:cNvSpPr/>
          <p:nvPr/>
        </p:nvSpPr>
        <p:spPr>
          <a:xfrm>
            <a:off x="10222142" y="299590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0" name="r3_o14348"/>
          <p:cNvSpPr/>
          <p:nvPr/>
        </p:nvSpPr>
        <p:spPr>
          <a:xfrm>
            <a:off x="10226835" y="300010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1" name="r3_o14349"/>
          <p:cNvSpPr/>
          <p:nvPr/>
        </p:nvSpPr>
        <p:spPr>
          <a:xfrm>
            <a:off x="10226835" y="300010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2" name="r3_o14350"/>
          <p:cNvSpPr/>
          <p:nvPr/>
        </p:nvSpPr>
        <p:spPr>
          <a:xfrm>
            <a:off x="10279559" y="300078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3" name="r3_o14351"/>
          <p:cNvSpPr/>
          <p:nvPr/>
        </p:nvSpPr>
        <p:spPr>
          <a:xfrm>
            <a:off x="10284252" y="300497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4" name="r3_o14352"/>
          <p:cNvSpPr/>
          <p:nvPr/>
        </p:nvSpPr>
        <p:spPr>
          <a:xfrm>
            <a:off x="10284252" y="300497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5" name="r3_o14353"/>
          <p:cNvSpPr/>
          <p:nvPr/>
        </p:nvSpPr>
        <p:spPr>
          <a:xfrm>
            <a:off x="10394392" y="301053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6" name="r3_o14354"/>
          <p:cNvSpPr/>
          <p:nvPr/>
        </p:nvSpPr>
        <p:spPr>
          <a:xfrm>
            <a:off x="10399086" y="301472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7" name="r3_o14355"/>
          <p:cNvSpPr/>
          <p:nvPr/>
        </p:nvSpPr>
        <p:spPr>
          <a:xfrm>
            <a:off x="10399086" y="301472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8" name="r3_o14356"/>
          <p:cNvSpPr/>
          <p:nvPr/>
        </p:nvSpPr>
        <p:spPr>
          <a:xfrm>
            <a:off x="10451809" y="301540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59" name="r3_o14357"/>
          <p:cNvSpPr/>
          <p:nvPr/>
        </p:nvSpPr>
        <p:spPr>
          <a:xfrm>
            <a:off x="10456503" y="301959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0" name="r3_o14358"/>
          <p:cNvSpPr/>
          <p:nvPr/>
        </p:nvSpPr>
        <p:spPr>
          <a:xfrm>
            <a:off x="10456503" y="301959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1" name="r3_o14359"/>
          <p:cNvSpPr/>
          <p:nvPr/>
        </p:nvSpPr>
        <p:spPr>
          <a:xfrm>
            <a:off x="10566643" y="302515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2" name="r3_o14360"/>
          <p:cNvSpPr/>
          <p:nvPr/>
        </p:nvSpPr>
        <p:spPr>
          <a:xfrm>
            <a:off x="10571337" y="302934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3" name="r3_o14361"/>
          <p:cNvSpPr/>
          <p:nvPr/>
        </p:nvSpPr>
        <p:spPr>
          <a:xfrm>
            <a:off x="10571337" y="302934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4" name="r3_o14362"/>
          <p:cNvSpPr/>
          <p:nvPr/>
        </p:nvSpPr>
        <p:spPr>
          <a:xfrm>
            <a:off x="9883006" y="302829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5" name="r3_o14363"/>
          <p:cNvSpPr/>
          <p:nvPr/>
        </p:nvSpPr>
        <p:spPr>
          <a:xfrm>
            <a:off x="9887699" y="303248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6" name="r3_o14364"/>
          <p:cNvSpPr/>
          <p:nvPr/>
        </p:nvSpPr>
        <p:spPr>
          <a:xfrm>
            <a:off x="9887699" y="303248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7" name="r3_o14365"/>
          <p:cNvSpPr/>
          <p:nvPr/>
        </p:nvSpPr>
        <p:spPr>
          <a:xfrm>
            <a:off x="9904126" y="304773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8" name="r3_o14366"/>
          <p:cNvSpPr/>
          <p:nvPr/>
        </p:nvSpPr>
        <p:spPr>
          <a:xfrm>
            <a:off x="9907130" y="305041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69" name="r3_o14367"/>
          <p:cNvSpPr/>
          <p:nvPr/>
        </p:nvSpPr>
        <p:spPr>
          <a:xfrm>
            <a:off x="9907130" y="305041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0" name="r3_o14368"/>
          <p:cNvSpPr/>
          <p:nvPr/>
        </p:nvSpPr>
        <p:spPr>
          <a:xfrm>
            <a:off x="10624060" y="303002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1" name="r3_o14369"/>
          <p:cNvSpPr/>
          <p:nvPr/>
        </p:nvSpPr>
        <p:spPr>
          <a:xfrm>
            <a:off x="10628753" y="303421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2" name="r3_o14370"/>
          <p:cNvSpPr/>
          <p:nvPr/>
        </p:nvSpPr>
        <p:spPr>
          <a:xfrm>
            <a:off x="10628753" y="303421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3" name="r3_o14371"/>
          <p:cNvSpPr/>
          <p:nvPr/>
        </p:nvSpPr>
        <p:spPr>
          <a:xfrm>
            <a:off x="9997839" y="30380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4" name="r3_o14372"/>
          <p:cNvSpPr/>
          <p:nvPr/>
        </p:nvSpPr>
        <p:spPr>
          <a:xfrm>
            <a:off x="10002533" y="30422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5" name="r3_o14373"/>
          <p:cNvSpPr/>
          <p:nvPr/>
        </p:nvSpPr>
        <p:spPr>
          <a:xfrm>
            <a:off x="10002533" y="30422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6" name="r3_o14374"/>
          <p:cNvSpPr/>
          <p:nvPr/>
        </p:nvSpPr>
        <p:spPr>
          <a:xfrm>
            <a:off x="10738894" y="303977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7" name="r3_o14375"/>
          <p:cNvSpPr/>
          <p:nvPr/>
        </p:nvSpPr>
        <p:spPr>
          <a:xfrm>
            <a:off x="10743587" y="304396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8" name="r3_o14376"/>
          <p:cNvSpPr/>
          <p:nvPr/>
        </p:nvSpPr>
        <p:spPr>
          <a:xfrm>
            <a:off x="10743587" y="304396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79" name="r3_o14377"/>
          <p:cNvSpPr/>
          <p:nvPr/>
        </p:nvSpPr>
        <p:spPr>
          <a:xfrm>
            <a:off x="10760014" y="305921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0" name="r3_o14378"/>
          <p:cNvSpPr/>
          <p:nvPr/>
        </p:nvSpPr>
        <p:spPr>
          <a:xfrm>
            <a:off x="10763018" y="306189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1" name="r3_o14379"/>
          <p:cNvSpPr/>
          <p:nvPr/>
        </p:nvSpPr>
        <p:spPr>
          <a:xfrm>
            <a:off x="10763018" y="306189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2" name="r3_o14380"/>
          <p:cNvSpPr/>
          <p:nvPr/>
        </p:nvSpPr>
        <p:spPr>
          <a:xfrm>
            <a:off x="10055256" y="304291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3" name="r3_o14381"/>
          <p:cNvSpPr/>
          <p:nvPr/>
        </p:nvSpPr>
        <p:spPr>
          <a:xfrm>
            <a:off x="10059950" y="304710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4" name="r3_o14382"/>
          <p:cNvSpPr/>
          <p:nvPr/>
        </p:nvSpPr>
        <p:spPr>
          <a:xfrm>
            <a:off x="10059950" y="304710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5" name="r3_o14383"/>
          <p:cNvSpPr/>
          <p:nvPr/>
        </p:nvSpPr>
        <p:spPr>
          <a:xfrm>
            <a:off x="10170090" y="305265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6" name="r3_o14384"/>
          <p:cNvSpPr/>
          <p:nvPr/>
        </p:nvSpPr>
        <p:spPr>
          <a:xfrm>
            <a:off x="10174783" y="305685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7" name="r3_o14385"/>
          <p:cNvSpPr/>
          <p:nvPr/>
        </p:nvSpPr>
        <p:spPr>
          <a:xfrm>
            <a:off x="10174783" y="305685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8" name="r3_o14386"/>
          <p:cNvSpPr/>
          <p:nvPr/>
        </p:nvSpPr>
        <p:spPr>
          <a:xfrm>
            <a:off x="10227507" y="305753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89" name="r3_o14387"/>
          <p:cNvSpPr/>
          <p:nvPr/>
        </p:nvSpPr>
        <p:spPr>
          <a:xfrm>
            <a:off x="10232200" y="306172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0" name="r3_o14388"/>
          <p:cNvSpPr/>
          <p:nvPr/>
        </p:nvSpPr>
        <p:spPr>
          <a:xfrm>
            <a:off x="10232200" y="306172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1" name="r3_o14389"/>
          <p:cNvSpPr/>
          <p:nvPr/>
        </p:nvSpPr>
        <p:spPr>
          <a:xfrm>
            <a:off x="10342340" y="306728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2" name="r3_o14390"/>
          <p:cNvSpPr/>
          <p:nvPr/>
        </p:nvSpPr>
        <p:spPr>
          <a:xfrm>
            <a:off x="10347034" y="307147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3" name="r3_o14391"/>
          <p:cNvSpPr/>
          <p:nvPr/>
        </p:nvSpPr>
        <p:spPr>
          <a:xfrm>
            <a:off x="10347034" y="307147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4" name="r3_o14392"/>
          <p:cNvSpPr/>
          <p:nvPr/>
        </p:nvSpPr>
        <p:spPr>
          <a:xfrm>
            <a:off x="10399757" y="30721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5" name="r3_o14393"/>
          <p:cNvSpPr/>
          <p:nvPr/>
        </p:nvSpPr>
        <p:spPr>
          <a:xfrm>
            <a:off x="10404451" y="307634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6" name="r3_o14394"/>
          <p:cNvSpPr/>
          <p:nvPr/>
        </p:nvSpPr>
        <p:spPr>
          <a:xfrm>
            <a:off x="10404451" y="307634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7" name="r3_o14395"/>
          <p:cNvSpPr/>
          <p:nvPr/>
        </p:nvSpPr>
        <p:spPr>
          <a:xfrm>
            <a:off x="10514591" y="308190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8" name="r3_o14396"/>
          <p:cNvSpPr/>
          <p:nvPr/>
        </p:nvSpPr>
        <p:spPr>
          <a:xfrm>
            <a:off x="10519285" y="308609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99" name="r3_o14397"/>
          <p:cNvSpPr/>
          <p:nvPr/>
        </p:nvSpPr>
        <p:spPr>
          <a:xfrm>
            <a:off x="10519285" y="308609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0" name="r3_o14398"/>
          <p:cNvSpPr/>
          <p:nvPr/>
        </p:nvSpPr>
        <p:spPr>
          <a:xfrm>
            <a:off x="10572008" y="308677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1" name="r3_o14399"/>
          <p:cNvSpPr/>
          <p:nvPr/>
        </p:nvSpPr>
        <p:spPr>
          <a:xfrm>
            <a:off x="10576701" y="309096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2" name="r3_o14400"/>
          <p:cNvSpPr/>
          <p:nvPr/>
        </p:nvSpPr>
        <p:spPr>
          <a:xfrm>
            <a:off x="10576701" y="309096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3" name="r3_o14401"/>
          <p:cNvSpPr/>
          <p:nvPr/>
        </p:nvSpPr>
        <p:spPr>
          <a:xfrm>
            <a:off x="9945783" y="309478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4" name="r3_o14402"/>
          <p:cNvSpPr/>
          <p:nvPr/>
        </p:nvSpPr>
        <p:spPr>
          <a:xfrm>
            <a:off x="9950477" y="309897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5" name="r3_o14403"/>
          <p:cNvSpPr/>
          <p:nvPr/>
        </p:nvSpPr>
        <p:spPr>
          <a:xfrm>
            <a:off x="9950477" y="309897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6" name="r3_o14404"/>
          <p:cNvSpPr/>
          <p:nvPr/>
        </p:nvSpPr>
        <p:spPr>
          <a:xfrm>
            <a:off x="10686842" y="309652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7" name="r3_o14405"/>
          <p:cNvSpPr/>
          <p:nvPr/>
        </p:nvSpPr>
        <p:spPr>
          <a:xfrm>
            <a:off x="10691535" y="310071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8" name="r3_o14406"/>
          <p:cNvSpPr/>
          <p:nvPr/>
        </p:nvSpPr>
        <p:spPr>
          <a:xfrm>
            <a:off x="10691535" y="310071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09" name="r3_o14407"/>
          <p:cNvSpPr/>
          <p:nvPr/>
        </p:nvSpPr>
        <p:spPr>
          <a:xfrm>
            <a:off x="10003200" y="309965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0" name="r3_o14408"/>
          <p:cNvSpPr/>
          <p:nvPr/>
        </p:nvSpPr>
        <p:spPr>
          <a:xfrm>
            <a:off x="10007894" y="310384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1" name="r3_o14409"/>
          <p:cNvSpPr/>
          <p:nvPr/>
        </p:nvSpPr>
        <p:spPr>
          <a:xfrm>
            <a:off x="10007894" y="310384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2" name="r3_o14410"/>
          <p:cNvSpPr/>
          <p:nvPr/>
        </p:nvSpPr>
        <p:spPr>
          <a:xfrm>
            <a:off x="10744259" y="31013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3" name="r3_o14411"/>
          <p:cNvSpPr/>
          <p:nvPr/>
        </p:nvSpPr>
        <p:spPr>
          <a:xfrm>
            <a:off x="10748952" y="31055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4" name="r3_o14412"/>
          <p:cNvSpPr/>
          <p:nvPr/>
        </p:nvSpPr>
        <p:spPr>
          <a:xfrm>
            <a:off x="10748952" y="31055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5" name="r3_o14413"/>
          <p:cNvSpPr/>
          <p:nvPr/>
        </p:nvSpPr>
        <p:spPr>
          <a:xfrm>
            <a:off x="10118034" y="310940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6" name="r3_o14414"/>
          <p:cNvSpPr/>
          <p:nvPr/>
        </p:nvSpPr>
        <p:spPr>
          <a:xfrm>
            <a:off x="10122727" y="311359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7" name="r3_o14415"/>
          <p:cNvSpPr/>
          <p:nvPr/>
        </p:nvSpPr>
        <p:spPr>
          <a:xfrm>
            <a:off x="10122727" y="311359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8" name="r3_o14416"/>
          <p:cNvSpPr/>
          <p:nvPr/>
        </p:nvSpPr>
        <p:spPr>
          <a:xfrm>
            <a:off x="10175451" y="311427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19" name="r3_o14417"/>
          <p:cNvSpPr/>
          <p:nvPr/>
        </p:nvSpPr>
        <p:spPr>
          <a:xfrm>
            <a:off x="10180144" y="311846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0" name="r3_o14418"/>
          <p:cNvSpPr/>
          <p:nvPr/>
        </p:nvSpPr>
        <p:spPr>
          <a:xfrm>
            <a:off x="10180144" y="311846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1" name="r3_o14419"/>
          <p:cNvSpPr/>
          <p:nvPr/>
        </p:nvSpPr>
        <p:spPr>
          <a:xfrm>
            <a:off x="10290285" y="312402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2" name="r3_o14420"/>
          <p:cNvSpPr/>
          <p:nvPr/>
        </p:nvSpPr>
        <p:spPr>
          <a:xfrm>
            <a:off x="10294978" y="312821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3" name="r3_o14421"/>
          <p:cNvSpPr/>
          <p:nvPr/>
        </p:nvSpPr>
        <p:spPr>
          <a:xfrm>
            <a:off x="10294978" y="312821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4" name="r3_o14422"/>
          <p:cNvSpPr/>
          <p:nvPr/>
        </p:nvSpPr>
        <p:spPr>
          <a:xfrm>
            <a:off x="10347701" y="312889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5" name="r3_o14423"/>
          <p:cNvSpPr/>
          <p:nvPr/>
        </p:nvSpPr>
        <p:spPr>
          <a:xfrm>
            <a:off x="10352395" y="31330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6" name="r3_o14424"/>
          <p:cNvSpPr/>
          <p:nvPr/>
        </p:nvSpPr>
        <p:spPr>
          <a:xfrm>
            <a:off x="10352395" y="31330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7" name="r3_o14425"/>
          <p:cNvSpPr/>
          <p:nvPr/>
        </p:nvSpPr>
        <p:spPr>
          <a:xfrm>
            <a:off x="10462535" y="313864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8" name="r3_o14426"/>
          <p:cNvSpPr/>
          <p:nvPr/>
        </p:nvSpPr>
        <p:spPr>
          <a:xfrm>
            <a:off x="10467229" y="314283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29" name="r3_o14427"/>
          <p:cNvSpPr/>
          <p:nvPr/>
        </p:nvSpPr>
        <p:spPr>
          <a:xfrm>
            <a:off x="10467229" y="314283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0" name="r3_o14428"/>
          <p:cNvSpPr/>
          <p:nvPr/>
        </p:nvSpPr>
        <p:spPr>
          <a:xfrm>
            <a:off x="10519952" y="314351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1" name="r3_o14429"/>
          <p:cNvSpPr/>
          <p:nvPr/>
        </p:nvSpPr>
        <p:spPr>
          <a:xfrm>
            <a:off x="10524645" y="314770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2" name="r3_o14430"/>
          <p:cNvSpPr/>
          <p:nvPr/>
        </p:nvSpPr>
        <p:spPr>
          <a:xfrm>
            <a:off x="10524645" y="314770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3" name="r3_o14431"/>
          <p:cNvSpPr/>
          <p:nvPr/>
        </p:nvSpPr>
        <p:spPr>
          <a:xfrm>
            <a:off x="10634786" y="315326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4" name="r3_o14432"/>
          <p:cNvSpPr/>
          <p:nvPr/>
        </p:nvSpPr>
        <p:spPr>
          <a:xfrm>
            <a:off x="10639479" y="315745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5" name="r3_o14433"/>
          <p:cNvSpPr/>
          <p:nvPr/>
        </p:nvSpPr>
        <p:spPr>
          <a:xfrm>
            <a:off x="10639479" y="315745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6" name="r3_o14434"/>
          <p:cNvSpPr/>
          <p:nvPr/>
        </p:nvSpPr>
        <p:spPr>
          <a:xfrm>
            <a:off x="9951144" y="315639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7" name="r3_o14435"/>
          <p:cNvSpPr/>
          <p:nvPr/>
        </p:nvSpPr>
        <p:spPr>
          <a:xfrm>
            <a:off x="9955838" y="316058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8" name="r3_o14436"/>
          <p:cNvSpPr/>
          <p:nvPr/>
        </p:nvSpPr>
        <p:spPr>
          <a:xfrm>
            <a:off x="9955838" y="316058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39" name="r3_o14437"/>
          <p:cNvSpPr/>
          <p:nvPr/>
        </p:nvSpPr>
        <p:spPr>
          <a:xfrm>
            <a:off x="9972265" y="317584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0" name="r3_o14438"/>
          <p:cNvSpPr/>
          <p:nvPr/>
        </p:nvSpPr>
        <p:spPr>
          <a:xfrm>
            <a:off x="9975269" y="317852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1" name="r3_o14439"/>
          <p:cNvSpPr/>
          <p:nvPr/>
        </p:nvSpPr>
        <p:spPr>
          <a:xfrm>
            <a:off x="9975269" y="317852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2" name="r3_o14440"/>
          <p:cNvSpPr/>
          <p:nvPr/>
        </p:nvSpPr>
        <p:spPr>
          <a:xfrm>
            <a:off x="10692203" y="315813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3" name="r3_o14441"/>
          <p:cNvSpPr/>
          <p:nvPr/>
        </p:nvSpPr>
        <p:spPr>
          <a:xfrm>
            <a:off x="10696896" y="31623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4" name="r3_o14442"/>
          <p:cNvSpPr/>
          <p:nvPr/>
        </p:nvSpPr>
        <p:spPr>
          <a:xfrm>
            <a:off x="10696896" y="31623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5" name="r3_o14443"/>
          <p:cNvSpPr/>
          <p:nvPr/>
        </p:nvSpPr>
        <p:spPr>
          <a:xfrm>
            <a:off x="10065978" y="316614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6" name="r3_o14444"/>
          <p:cNvSpPr/>
          <p:nvPr/>
        </p:nvSpPr>
        <p:spPr>
          <a:xfrm>
            <a:off x="10070671" y="317033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7" name="r3_o14445"/>
          <p:cNvSpPr/>
          <p:nvPr/>
        </p:nvSpPr>
        <p:spPr>
          <a:xfrm>
            <a:off x="10070671" y="317033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8" name="r3_o14446"/>
          <p:cNvSpPr/>
          <p:nvPr/>
        </p:nvSpPr>
        <p:spPr>
          <a:xfrm>
            <a:off x="10807036" y="316788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49" name="r3_o14447"/>
          <p:cNvSpPr/>
          <p:nvPr/>
        </p:nvSpPr>
        <p:spPr>
          <a:xfrm>
            <a:off x="10811730" y="317207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0" name="r3_o14448"/>
          <p:cNvSpPr/>
          <p:nvPr/>
        </p:nvSpPr>
        <p:spPr>
          <a:xfrm>
            <a:off x="10811730" y="317207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1" name="r3_o14449"/>
          <p:cNvSpPr/>
          <p:nvPr/>
        </p:nvSpPr>
        <p:spPr>
          <a:xfrm>
            <a:off x="10828157" y="3187330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2" name="r3_o14450"/>
          <p:cNvSpPr/>
          <p:nvPr/>
        </p:nvSpPr>
        <p:spPr>
          <a:xfrm>
            <a:off x="10831161" y="3190012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3" name="r3_o14451"/>
          <p:cNvSpPr/>
          <p:nvPr/>
        </p:nvSpPr>
        <p:spPr>
          <a:xfrm>
            <a:off x="10831161" y="3190012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4" name="r3_o14452"/>
          <p:cNvSpPr/>
          <p:nvPr/>
        </p:nvSpPr>
        <p:spPr>
          <a:xfrm>
            <a:off x="10123395" y="317101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5" name="r3_o14453"/>
          <p:cNvSpPr/>
          <p:nvPr/>
        </p:nvSpPr>
        <p:spPr>
          <a:xfrm>
            <a:off x="10128088" y="317520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6" name="r3_o14454"/>
          <p:cNvSpPr/>
          <p:nvPr/>
        </p:nvSpPr>
        <p:spPr>
          <a:xfrm>
            <a:off x="10128088" y="317520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7" name="r3_o14455"/>
          <p:cNvSpPr/>
          <p:nvPr/>
        </p:nvSpPr>
        <p:spPr>
          <a:xfrm>
            <a:off x="10238229" y="3180765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8" name="r3_o14456"/>
          <p:cNvSpPr/>
          <p:nvPr/>
        </p:nvSpPr>
        <p:spPr>
          <a:xfrm>
            <a:off x="10242922" y="3184956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59" name="r3_o14457"/>
          <p:cNvSpPr/>
          <p:nvPr/>
        </p:nvSpPr>
        <p:spPr>
          <a:xfrm>
            <a:off x="10242922" y="3184956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0" name="r3_o14458"/>
          <p:cNvSpPr/>
          <p:nvPr/>
        </p:nvSpPr>
        <p:spPr>
          <a:xfrm>
            <a:off x="10295645" y="318563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1" name="r3_o14459"/>
          <p:cNvSpPr/>
          <p:nvPr/>
        </p:nvSpPr>
        <p:spPr>
          <a:xfrm>
            <a:off x="10300339" y="318982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2" name="r3_o14460"/>
          <p:cNvSpPr/>
          <p:nvPr/>
        </p:nvSpPr>
        <p:spPr>
          <a:xfrm>
            <a:off x="10300339" y="318982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3" name="r3_o14461"/>
          <p:cNvSpPr/>
          <p:nvPr/>
        </p:nvSpPr>
        <p:spPr>
          <a:xfrm>
            <a:off x="10410479" y="319538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4" name="r3_o14462"/>
          <p:cNvSpPr/>
          <p:nvPr/>
        </p:nvSpPr>
        <p:spPr>
          <a:xfrm>
            <a:off x="10415173" y="319957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5" name="r3_o14463"/>
          <p:cNvSpPr/>
          <p:nvPr/>
        </p:nvSpPr>
        <p:spPr>
          <a:xfrm>
            <a:off x="10415173" y="319957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6" name="r3_o14464"/>
          <p:cNvSpPr/>
          <p:nvPr/>
        </p:nvSpPr>
        <p:spPr>
          <a:xfrm>
            <a:off x="10467896" y="320026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7" name="r3_o14465"/>
          <p:cNvSpPr/>
          <p:nvPr/>
        </p:nvSpPr>
        <p:spPr>
          <a:xfrm>
            <a:off x="10472590" y="320445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8" name="r3_o14466"/>
          <p:cNvSpPr/>
          <p:nvPr/>
        </p:nvSpPr>
        <p:spPr>
          <a:xfrm>
            <a:off x="10472590" y="320445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69" name="r3_o14467"/>
          <p:cNvSpPr/>
          <p:nvPr/>
        </p:nvSpPr>
        <p:spPr>
          <a:xfrm>
            <a:off x="10582730" y="3210007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0" name="r3_o14468"/>
          <p:cNvSpPr/>
          <p:nvPr/>
        </p:nvSpPr>
        <p:spPr>
          <a:xfrm>
            <a:off x="10587423" y="321419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1" name="r3_o14469"/>
          <p:cNvSpPr/>
          <p:nvPr/>
        </p:nvSpPr>
        <p:spPr>
          <a:xfrm>
            <a:off x="10587423" y="321419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2" name="r3_o14470"/>
          <p:cNvSpPr/>
          <p:nvPr/>
        </p:nvSpPr>
        <p:spPr>
          <a:xfrm>
            <a:off x="10640147" y="32148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3" name="r3_o14471"/>
          <p:cNvSpPr/>
          <p:nvPr/>
        </p:nvSpPr>
        <p:spPr>
          <a:xfrm>
            <a:off x="10644840" y="321907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4" name="r3_o14472"/>
          <p:cNvSpPr/>
          <p:nvPr/>
        </p:nvSpPr>
        <p:spPr>
          <a:xfrm>
            <a:off x="10644840" y="321907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5" name="r3_o14473"/>
          <p:cNvSpPr/>
          <p:nvPr/>
        </p:nvSpPr>
        <p:spPr>
          <a:xfrm>
            <a:off x="10013922" y="3222886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6" name="r3_o14474"/>
          <p:cNvSpPr/>
          <p:nvPr/>
        </p:nvSpPr>
        <p:spPr>
          <a:xfrm>
            <a:off x="10018616" y="3227077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7" name="r3_o14475"/>
          <p:cNvSpPr/>
          <p:nvPr/>
        </p:nvSpPr>
        <p:spPr>
          <a:xfrm>
            <a:off x="10018616" y="3227077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8" name="r3_o14476"/>
          <p:cNvSpPr/>
          <p:nvPr/>
        </p:nvSpPr>
        <p:spPr>
          <a:xfrm>
            <a:off x="10035043" y="3242331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79" name="r3_o14477"/>
          <p:cNvSpPr/>
          <p:nvPr/>
        </p:nvSpPr>
        <p:spPr>
          <a:xfrm>
            <a:off x="10038046" y="3245013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0" name="r3_o14478"/>
          <p:cNvSpPr/>
          <p:nvPr/>
        </p:nvSpPr>
        <p:spPr>
          <a:xfrm>
            <a:off x="10038046" y="3245013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1" name="r3_o14479"/>
          <p:cNvSpPr/>
          <p:nvPr/>
        </p:nvSpPr>
        <p:spPr>
          <a:xfrm>
            <a:off x="10754980" y="322462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2" name="r3_o14480"/>
          <p:cNvSpPr/>
          <p:nvPr/>
        </p:nvSpPr>
        <p:spPr>
          <a:xfrm>
            <a:off x="10759674" y="322881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3" name="r3_o14481"/>
          <p:cNvSpPr/>
          <p:nvPr/>
        </p:nvSpPr>
        <p:spPr>
          <a:xfrm>
            <a:off x="10759674" y="322881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4" name="r3_o14482"/>
          <p:cNvSpPr/>
          <p:nvPr/>
        </p:nvSpPr>
        <p:spPr>
          <a:xfrm>
            <a:off x="10071339" y="322776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5" name="r3_o14483"/>
          <p:cNvSpPr/>
          <p:nvPr/>
        </p:nvSpPr>
        <p:spPr>
          <a:xfrm>
            <a:off x="10076032" y="323195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6" name="r3_o14484"/>
          <p:cNvSpPr/>
          <p:nvPr/>
        </p:nvSpPr>
        <p:spPr>
          <a:xfrm>
            <a:off x="10076032" y="323195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7" name="r3_o14485"/>
          <p:cNvSpPr/>
          <p:nvPr/>
        </p:nvSpPr>
        <p:spPr>
          <a:xfrm>
            <a:off x="10092460" y="324720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8" name="r3_o14486"/>
          <p:cNvSpPr/>
          <p:nvPr/>
        </p:nvSpPr>
        <p:spPr>
          <a:xfrm>
            <a:off x="10095463" y="324988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89" name="r3_o14487"/>
          <p:cNvSpPr/>
          <p:nvPr/>
        </p:nvSpPr>
        <p:spPr>
          <a:xfrm>
            <a:off x="10095463" y="324988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0" name="r3_o14488"/>
          <p:cNvSpPr/>
          <p:nvPr/>
        </p:nvSpPr>
        <p:spPr>
          <a:xfrm>
            <a:off x="10812397" y="322950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1" name="r3_o14489"/>
          <p:cNvSpPr/>
          <p:nvPr/>
        </p:nvSpPr>
        <p:spPr>
          <a:xfrm>
            <a:off x="10817091" y="323369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2" name="r3_o14490"/>
          <p:cNvSpPr/>
          <p:nvPr/>
        </p:nvSpPr>
        <p:spPr>
          <a:xfrm>
            <a:off x="10817091" y="323369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3" name="r3_o14491"/>
          <p:cNvSpPr/>
          <p:nvPr/>
        </p:nvSpPr>
        <p:spPr>
          <a:xfrm>
            <a:off x="10833518" y="324894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4" name="r3_o14492"/>
          <p:cNvSpPr/>
          <p:nvPr/>
        </p:nvSpPr>
        <p:spPr>
          <a:xfrm>
            <a:off x="10836522" y="325162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5" name="r3_o14493"/>
          <p:cNvSpPr/>
          <p:nvPr/>
        </p:nvSpPr>
        <p:spPr>
          <a:xfrm>
            <a:off x="10836522" y="325162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6" name="r3_o14494"/>
          <p:cNvSpPr/>
          <p:nvPr/>
        </p:nvSpPr>
        <p:spPr>
          <a:xfrm>
            <a:off x="10186173" y="3237508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7" name="r3_o14495"/>
          <p:cNvSpPr/>
          <p:nvPr/>
        </p:nvSpPr>
        <p:spPr>
          <a:xfrm>
            <a:off x="10190866" y="3241698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8" name="r3_o14496"/>
          <p:cNvSpPr/>
          <p:nvPr/>
        </p:nvSpPr>
        <p:spPr>
          <a:xfrm>
            <a:off x="10190866" y="3241698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99" name="r3_o14497"/>
          <p:cNvSpPr/>
          <p:nvPr/>
        </p:nvSpPr>
        <p:spPr>
          <a:xfrm>
            <a:off x="10207293" y="3256952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0" name="r3_o14498"/>
          <p:cNvSpPr/>
          <p:nvPr/>
        </p:nvSpPr>
        <p:spPr>
          <a:xfrm>
            <a:off x="10210297" y="3259634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1" name="r3_o14499"/>
          <p:cNvSpPr/>
          <p:nvPr/>
        </p:nvSpPr>
        <p:spPr>
          <a:xfrm>
            <a:off x="10210297" y="3259634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2" name="r3_o14500"/>
          <p:cNvSpPr/>
          <p:nvPr/>
        </p:nvSpPr>
        <p:spPr>
          <a:xfrm>
            <a:off x="10243590" y="324238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3" name="r3_o14501"/>
          <p:cNvSpPr/>
          <p:nvPr/>
        </p:nvSpPr>
        <p:spPr>
          <a:xfrm>
            <a:off x="10248283" y="3246572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4" name="r3_o14502"/>
          <p:cNvSpPr/>
          <p:nvPr/>
        </p:nvSpPr>
        <p:spPr>
          <a:xfrm>
            <a:off x="10248283" y="3246572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5" name="r3_o14503"/>
          <p:cNvSpPr/>
          <p:nvPr/>
        </p:nvSpPr>
        <p:spPr>
          <a:xfrm>
            <a:off x="10264710" y="3261826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6" name="r3_o14504"/>
          <p:cNvSpPr/>
          <p:nvPr/>
        </p:nvSpPr>
        <p:spPr>
          <a:xfrm>
            <a:off x="10267714" y="3264508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7" name="r3_o14505"/>
          <p:cNvSpPr/>
          <p:nvPr/>
        </p:nvSpPr>
        <p:spPr>
          <a:xfrm>
            <a:off x="10267714" y="3264508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8" name="r3_o14506"/>
          <p:cNvSpPr/>
          <p:nvPr/>
        </p:nvSpPr>
        <p:spPr>
          <a:xfrm>
            <a:off x="10358423" y="3252129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09" name="r3_o14507"/>
          <p:cNvSpPr/>
          <p:nvPr/>
        </p:nvSpPr>
        <p:spPr>
          <a:xfrm>
            <a:off x="10363117" y="3256319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0" name="r3_o14508"/>
          <p:cNvSpPr/>
          <p:nvPr/>
        </p:nvSpPr>
        <p:spPr>
          <a:xfrm>
            <a:off x="10363117" y="3256319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1" name="r3_o14509"/>
          <p:cNvSpPr/>
          <p:nvPr/>
        </p:nvSpPr>
        <p:spPr>
          <a:xfrm>
            <a:off x="10379544" y="3271573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2" name="r3_o14510"/>
          <p:cNvSpPr/>
          <p:nvPr/>
        </p:nvSpPr>
        <p:spPr>
          <a:xfrm>
            <a:off x="10382548" y="3274255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3" name="r3_o14511"/>
          <p:cNvSpPr/>
          <p:nvPr/>
        </p:nvSpPr>
        <p:spPr>
          <a:xfrm>
            <a:off x="10382548" y="3274255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4" name="r3_o14512"/>
          <p:cNvSpPr/>
          <p:nvPr/>
        </p:nvSpPr>
        <p:spPr>
          <a:xfrm>
            <a:off x="10415840" y="3257002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5" name="r3_o14513"/>
          <p:cNvSpPr/>
          <p:nvPr/>
        </p:nvSpPr>
        <p:spPr>
          <a:xfrm>
            <a:off x="10420534" y="3261193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6" name="r3_o14514"/>
          <p:cNvSpPr/>
          <p:nvPr/>
        </p:nvSpPr>
        <p:spPr>
          <a:xfrm>
            <a:off x="10420534" y="3261193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7" name="r3_o14515"/>
          <p:cNvSpPr/>
          <p:nvPr/>
        </p:nvSpPr>
        <p:spPr>
          <a:xfrm>
            <a:off x="10436961" y="3276447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8" name="r3_o14516"/>
          <p:cNvSpPr/>
          <p:nvPr/>
        </p:nvSpPr>
        <p:spPr>
          <a:xfrm>
            <a:off x="10439965" y="3279129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19" name="r3_o14517"/>
          <p:cNvSpPr/>
          <p:nvPr/>
        </p:nvSpPr>
        <p:spPr>
          <a:xfrm>
            <a:off x="10439965" y="3279129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0" name="r3_o14518"/>
          <p:cNvSpPr/>
          <p:nvPr/>
        </p:nvSpPr>
        <p:spPr>
          <a:xfrm>
            <a:off x="10530674" y="3266750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1" name="r3_o14519"/>
          <p:cNvSpPr/>
          <p:nvPr/>
        </p:nvSpPr>
        <p:spPr>
          <a:xfrm>
            <a:off x="10535367" y="3270940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2" name="r3_o14520"/>
          <p:cNvSpPr/>
          <p:nvPr/>
        </p:nvSpPr>
        <p:spPr>
          <a:xfrm>
            <a:off x="10535367" y="3270940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3" name="r3_o14521"/>
          <p:cNvSpPr/>
          <p:nvPr/>
        </p:nvSpPr>
        <p:spPr>
          <a:xfrm>
            <a:off x="10551794" y="3286194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4" name="r3_o14522"/>
          <p:cNvSpPr/>
          <p:nvPr/>
        </p:nvSpPr>
        <p:spPr>
          <a:xfrm>
            <a:off x="10554798" y="3288876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5" name="r3_o14523"/>
          <p:cNvSpPr/>
          <p:nvPr/>
        </p:nvSpPr>
        <p:spPr>
          <a:xfrm>
            <a:off x="10554798" y="3288876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6" name="r3_o14524"/>
          <p:cNvSpPr/>
          <p:nvPr/>
        </p:nvSpPr>
        <p:spPr>
          <a:xfrm>
            <a:off x="10588091" y="3271623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7" name="r3_o14525"/>
          <p:cNvSpPr/>
          <p:nvPr/>
        </p:nvSpPr>
        <p:spPr>
          <a:xfrm>
            <a:off x="10592784" y="3275814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8" name="r3_o14526"/>
          <p:cNvSpPr/>
          <p:nvPr/>
        </p:nvSpPr>
        <p:spPr>
          <a:xfrm>
            <a:off x="10592784" y="3275814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29" name="r3_o14527"/>
          <p:cNvSpPr/>
          <p:nvPr/>
        </p:nvSpPr>
        <p:spPr>
          <a:xfrm>
            <a:off x="10609211" y="3291068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0" name="r3_o14528"/>
          <p:cNvSpPr/>
          <p:nvPr/>
        </p:nvSpPr>
        <p:spPr>
          <a:xfrm>
            <a:off x="10612215" y="3293750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1" name="r3_o14529"/>
          <p:cNvSpPr/>
          <p:nvPr/>
        </p:nvSpPr>
        <p:spPr>
          <a:xfrm>
            <a:off x="10612215" y="3293750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2" name="r3_o14530"/>
          <p:cNvSpPr/>
          <p:nvPr/>
        </p:nvSpPr>
        <p:spPr>
          <a:xfrm>
            <a:off x="10702924" y="3281371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3" name="r3_o14531"/>
          <p:cNvSpPr/>
          <p:nvPr/>
        </p:nvSpPr>
        <p:spPr>
          <a:xfrm>
            <a:off x="10707618" y="3285561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4" name="r3_o14532"/>
          <p:cNvSpPr/>
          <p:nvPr/>
        </p:nvSpPr>
        <p:spPr>
          <a:xfrm>
            <a:off x="10707618" y="3285561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5" name="r3_o14533"/>
          <p:cNvSpPr/>
          <p:nvPr/>
        </p:nvSpPr>
        <p:spPr>
          <a:xfrm>
            <a:off x="10724045" y="3300815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6" name="r3_o14534"/>
          <p:cNvSpPr/>
          <p:nvPr/>
        </p:nvSpPr>
        <p:spPr>
          <a:xfrm>
            <a:off x="10727049" y="3303497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7" name="r3_o14535"/>
          <p:cNvSpPr/>
          <p:nvPr/>
        </p:nvSpPr>
        <p:spPr>
          <a:xfrm>
            <a:off x="10727049" y="3303497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8" name="r3_o14536"/>
          <p:cNvSpPr/>
          <p:nvPr/>
        </p:nvSpPr>
        <p:spPr>
          <a:xfrm>
            <a:off x="10760341" y="3286244"/>
            <a:ext cx="33525" cy="33525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39" name="r3_o14537"/>
          <p:cNvSpPr/>
          <p:nvPr/>
        </p:nvSpPr>
        <p:spPr>
          <a:xfrm>
            <a:off x="10765035" y="3290435"/>
            <a:ext cx="16293" cy="16293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40" name="r3_o14538"/>
          <p:cNvSpPr/>
          <p:nvPr/>
        </p:nvSpPr>
        <p:spPr>
          <a:xfrm>
            <a:off x="10765035" y="3290435"/>
            <a:ext cx="10183" cy="10183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41" name="r3_o14539"/>
          <p:cNvSpPr/>
          <p:nvPr/>
        </p:nvSpPr>
        <p:spPr>
          <a:xfrm>
            <a:off x="10781462" y="3305689"/>
            <a:ext cx="21456" cy="2145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42" name="r3_o14540"/>
          <p:cNvSpPr/>
          <p:nvPr/>
        </p:nvSpPr>
        <p:spPr>
          <a:xfrm>
            <a:off x="10784466" y="3308371"/>
            <a:ext cx="10428" cy="1042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43" name="r3_o14541"/>
          <p:cNvSpPr/>
          <p:nvPr/>
        </p:nvSpPr>
        <p:spPr>
          <a:xfrm>
            <a:off x="10784466" y="3308371"/>
            <a:ext cx="6517" cy="6517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44" name="r3_o14542"/>
          <p:cNvSpPr/>
          <p:nvPr/>
        </p:nvSpPr>
        <p:spPr>
          <a:xfrm>
            <a:off x="9433748" y="3891787"/>
            <a:ext cx="2477917" cy="2477917"/>
          </a:xfrm>
          <a:prstGeom prst="ellipse">
            <a:avLst/>
          </a:prstGeom>
          <a:solidFill>
            <a:srgbClr val="F7FBFE"/>
          </a:solidFill>
          <a:ln w="20320">
            <a:solidFill>
              <a:srgbClr val="AEC9E8"/>
            </a:solidFill>
          </a:ln>
        </p:spPr>
        <p:txBody>
          <a:bodyPr/>
          <a:lstStyle/>
          <a:p/>
        </p:txBody>
      </p:sp>
      <p:sp>
        <p:nvSpPr>
          <p:cNvPr id="14545" name="r3_o14543"/>
          <p:cNvSpPr/>
          <p:nvPr/>
        </p:nvSpPr>
        <p:spPr>
          <a:xfrm>
            <a:off x="10497794" y="3498236"/>
            <a:ext cx="349824" cy="393552"/>
          </a:xfrm>
          <a:prstGeom prst="upArrow">
            <a:avLst/>
          </a:prstGeom>
          <a:solidFill>
            <a:srgbClr val="B9D8F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46" name="r3_o14544"/>
          <p:cNvSpPr/>
          <p:nvPr/>
        </p:nvSpPr>
        <p:spPr>
          <a:xfrm>
            <a:off x="9930102" y="4461409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47" name="r3_o14545"/>
          <p:cNvSpPr/>
          <p:nvPr/>
        </p:nvSpPr>
        <p:spPr>
          <a:xfrm>
            <a:off x="11396520" y="5003579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48" name="r3_o14546"/>
          <p:cNvSpPr/>
          <p:nvPr/>
        </p:nvSpPr>
        <p:spPr>
          <a:xfrm flipH="1" flipV="1">
            <a:off x="11197242" y="4914836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49" name="r3_o14547"/>
          <p:cNvSpPr/>
          <p:nvPr/>
        </p:nvSpPr>
        <p:spPr>
          <a:xfrm flipH="1" flipV="1">
            <a:off x="10584292" y="4974461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0" name="r3_o14548"/>
          <p:cNvSpPr/>
          <p:nvPr/>
        </p:nvSpPr>
        <p:spPr>
          <a:xfrm>
            <a:off x="9805963" y="4701763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1" name="r3_o14549"/>
          <p:cNvSpPr/>
          <p:nvPr/>
        </p:nvSpPr>
        <p:spPr>
          <a:xfrm>
            <a:off x="11302599" y="4592210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2" name="r3_o14550"/>
          <p:cNvSpPr/>
          <p:nvPr/>
        </p:nvSpPr>
        <p:spPr>
          <a:xfrm>
            <a:off x="10618191" y="4730881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3" name="r3_o14551"/>
          <p:cNvSpPr/>
          <p:nvPr/>
        </p:nvSpPr>
        <p:spPr>
          <a:xfrm>
            <a:off x="10418906" y="4642129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4" name="r3_o14552"/>
          <p:cNvSpPr/>
          <p:nvPr/>
        </p:nvSpPr>
        <p:spPr>
          <a:xfrm>
            <a:off x="10817469" y="4819623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5" name="r3_o14553"/>
          <p:cNvSpPr/>
          <p:nvPr/>
        </p:nvSpPr>
        <p:spPr>
          <a:xfrm>
            <a:off x="11216025" y="4997108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6" name="r3_o14554"/>
          <p:cNvSpPr/>
          <p:nvPr/>
        </p:nvSpPr>
        <p:spPr>
          <a:xfrm>
            <a:off x="11197242" y="4914836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7" name="r3_o14555"/>
          <p:cNvSpPr/>
          <p:nvPr/>
        </p:nvSpPr>
        <p:spPr>
          <a:xfrm flipH="1" flipV="1">
            <a:off x="10742331" y="4490527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8" name="r3_o14556"/>
          <p:cNvSpPr/>
          <p:nvPr/>
        </p:nvSpPr>
        <p:spPr>
          <a:xfrm flipH="1" flipV="1">
            <a:off x="11069429" y="4747058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59" name="r3_o14557"/>
          <p:cNvSpPr/>
          <p:nvPr/>
        </p:nvSpPr>
        <p:spPr>
          <a:xfrm>
            <a:off x="9858638" y="4540445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0" name="r3_o14558"/>
          <p:cNvSpPr/>
          <p:nvPr/>
        </p:nvSpPr>
        <p:spPr>
          <a:xfrm>
            <a:off x="10204519" y="4879248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1" name="r3_o14559"/>
          <p:cNvSpPr/>
          <p:nvPr/>
        </p:nvSpPr>
        <p:spPr>
          <a:xfrm>
            <a:off x="10400123" y="4559857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2" name="r3_o14560"/>
          <p:cNvSpPr/>
          <p:nvPr/>
        </p:nvSpPr>
        <p:spPr>
          <a:xfrm flipH="1" flipV="1">
            <a:off x="10200845" y="4471115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3" name="r3_o14561"/>
          <p:cNvSpPr/>
          <p:nvPr/>
        </p:nvSpPr>
        <p:spPr>
          <a:xfrm>
            <a:off x="11031856" y="4582504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4" name="r3_o14562"/>
          <p:cNvSpPr/>
          <p:nvPr/>
        </p:nvSpPr>
        <p:spPr>
          <a:xfrm>
            <a:off x="10129380" y="4550151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5" name="r3_o14563"/>
          <p:cNvSpPr/>
          <p:nvPr/>
        </p:nvSpPr>
        <p:spPr>
          <a:xfrm>
            <a:off x="10888934" y="4740587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6" name="r3_o14564"/>
          <p:cNvSpPr/>
          <p:nvPr/>
        </p:nvSpPr>
        <p:spPr>
          <a:xfrm flipH="1" flipV="1">
            <a:off x="9787173" y="4619482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7" name="r3_o14565"/>
          <p:cNvSpPr/>
          <p:nvPr/>
        </p:nvSpPr>
        <p:spPr>
          <a:xfrm flipH="1" flipV="1">
            <a:off x="10599401" y="4648600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8" name="r3_o14566"/>
          <p:cNvSpPr/>
          <p:nvPr/>
        </p:nvSpPr>
        <p:spPr>
          <a:xfrm flipH="1" flipV="1">
            <a:off x="10855034" y="4984167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69" name="r3_o14567"/>
          <p:cNvSpPr/>
          <p:nvPr/>
        </p:nvSpPr>
        <p:spPr>
          <a:xfrm>
            <a:off x="10870144" y="4658305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0" name="r3_o14568"/>
          <p:cNvSpPr/>
          <p:nvPr/>
        </p:nvSpPr>
        <p:spPr>
          <a:xfrm>
            <a:off x="11486768" y="5006814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1" name="r3_o14569"/>
          <p:cNvSpPr/>
          <p:nvPr/>
        </p:nvSpPr>
        <p:spPr>
          <a:xfrm>
            <a:off x="10997964" y="4826094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2" name="r3_o14570"/>
          <p:cNvSpPr/>
          <p:nvPr/>
        </p:nvSpPr>
        <p:spPr>
          <a:xfrm>
            <a:off x="11430419" y="4759999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3" name="r3_o14571"/>
          <p:cNvSpPr/>
          <p:nvPr/>
        </p:nvSpPr>
        <p:spPr>
          <a:xfrm>
            <a:off x="11013073" y="4500233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4" name="r3_o14572"/>
          <p:cNvSpPr/>
          <p:nvPr/>
        </p:nvSpPr>
        <p:spPr>
          <a:xfrm>
            <a:off x="10670866" y="4569563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5" name="r3_o14573"/>
          <p:cNvSpPr/>
          <p:nvPr/>
        </p:nvSpPr>
        <p:spPr>
          <a:xfrm>
            <a:off x="11069429" y="4747058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6" name="r3_o14574"/>
          <p:cNvSpPr/>
          <p:nvPr/>
        </p:nvSpPr>
        <p:spPr>
          <a:xfrm>
            <a:off x="10313549" y="4964755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7" name="r3_o14575"/>
          <p:cNvSpPr/>
          <p:nvPr/>
        </p:nvSpPr>
        <p:spPr>
          <a:xfrm>
            <a:off x="10347448" y="4721175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8" name="r3_o14576"/>
          <p:cNvSpPr/>
          <p:nvPr/>
        </p:nvSpPr>
        <p:spPr>
          <a:xfrm>
            <a:off x="10546726" y="4809917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79" name="r3_o14577"/>
          <p:cNvSpPr/>
          <p:nvPr/>
        </p:nvSpPr>
        <p:spPr>
          <a:xfrm>
            <a:off x="10655757" y="4895424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0" name="r3_o14578"/>
          <p:cNvSpPr/>
          <p:nvPr/>
        </p:nvSpPr>
        <p:spPr>
          <a:xfrm flipH="1" flipV="1">
            <a:off x="10385014" y="4885718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1" name="r3_o14579"/>
          <p:cNvSpPr/>
          <p:nvPr/>
        </p:nvSpPr>
        <p:spPr>
          <a:xfrm>
            <a:off x="10456479" y="4806682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2" name="r3_o14580"/>
          <p:cNvSpPr/>
          <p:nvPr/>
        </p:nvSpPr>
        <p:spPr>
          <a:xfrm>
            <a:off x="9877420" y="4622717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3" name="r3_o14581"/>
          <p:cNvSpPr/>
          <p:nvPr/>
        </p:nvSpPr>
        <p:spPr>
          <a:xfrm>
            <a:off x="10403797" y="4967990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4" name="r3_o14582"/>
          <p:cNvSpPr/>
          <p:nvPr/>
        </p:nvSpPr>
        <p:spPr>
          <a:xfrm flipH="1" flipV="1">
            <a:off x="10870144" y="4658305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5" name="r3_o14583"/>
          <p:cNvSpPr/>
          <p:nvPr/>
        </p:nvSpPr>
        <p:spPr>
          <a:xfrm flipH="1" flipV="1">
            <a:off x="11212351" y="4588975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6" name="r3_o14584"/>
          <p:cNvSpPr/>
          <p:nvPr/>
        </p:nvSpPr>
        <p:spPr>
          <a:xfrm flipH="1" flipV="1">
            <a:off x="11411629" y="4677717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7" name="r3_o14585"/>
          <p:cNvSpPr/>
          <p:nvPr/>
        </p:nvSpPr>
        <p:spPr>
          <a:xfrm flipH="1" flipV="1">
            <a:off x="10328658" y="4638894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8" name="r3_o14586"/>
          <p:cNvSpPr/>
          <p:nvPr/>
        </p:nvSpPr>
        <p:spPr>
          <a:xfrm>
            <a:off x="10020350" y="4464644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89" name="r3_o14587"/>
          <p:cNvSpPr/>
          <p:nvPr/>
        </p:nvSpPr>
        <p:spPr>
          <a:xfrm>
            <a:off x="10742331" y="4490527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0" name="r3_o14588"/>
          <p:cNvSpPr/>
          <p:nvPr/>
        </p:nvSpPr>
        <p:spPr>
          <a:xfrm>
            <a:off x="11467985" y="4924542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1" name="r3_o14589"/>
          <p:cNvSpPr/>
          <p:nvPr/>
        </p:nvSpPr>
        <p:spPr>
          <a:xfrm>
            <a:off x="9659360" y="4451703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2" name="r3_o14590"/>
          <p:cNvSpPr/>
          <p:nvPr/>
        </p:nvSpPr>
        <p:spPr>
          <a:xfrm>
            <a:off x="10242091" y="5043801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3" name="r3_o14591"/>
          <p:cNvSpPr/>
          <p:nvPr/>
        </p:nvSpPr>
        <p:spPr>
          <a:xfrm>
            <a:off x="10076706" y="4711469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4" name="r3_o14592"/>
          <p:cNvSpPr/>
          <p:nvPr/>
        </p:nvSpPr>
        <p:spPr>
          <a:xfrm>
            <a:off x="9948885" y="4543681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5" name="r3_o14593"/>
          <p:cNvSpPr/>
          <p:nvPr/>
        </p:nvSpPr>
        <p:spPr>
          <a:xfrm>
            <a:off x="10148163" y="4632423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6" name="r3_o14594"/>
          <p:cNvSpPr/>
          <p:nvPr/>
        </p:nvSpPr>
        <p:spPr>
          <a:xfrm>
            <a:off x="10471588" y="4480821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7" name="r3_o14595"/>
          <p:cNvSpPr/>
          <p:nvPr/>
        </p:nvSpPr>
        <p:spPr>
          <a:xfrm flipH="1" flipV="1">
            <a:off x="11396520" y="5003579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8" name="r3_o14596"/>
          <p:cNvSpPr/>
          <p:nvPr/>
        </p:nvSpPr>
        <p:spPr>
          <a:xfrm flipH="1" flipV="1">
            <a:off x="9986458" y="4708234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599" name="r3_o14597"/>
          <p:cNvSpPr/>
          <p:nvPr/>
        </p:nvSpPr>
        <p:spPr>
          <a:xfrm>
            <a:off x="10832578" y="4493762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0" name="r3_o14598"/>
          <p:cNvSpPr/>
          <p:nvPr/>
        </p:nvSpPr>
        <p:spPr>
          <a:xfrm>
            <a:off x="11231134" y="4671247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1" name="r3_o14599"/>
          <p:cNvSpPr/>
          <p:nvPr/>
        </p:nvSpPr>
        <p:spPr>
          <a:xfrm>
            <a:off x="9914993" y="4787270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2" name="r3_o14600"/>
          <p:cNvSpPr/>
          <p:nvPr/>
        </p:nvSpPr>
        <p:spPr>
          <a:xfrm flipH="1" flipV="1">
            <a:off x="10527944" y="4727646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3" name="r3_o14601"/>
          <p:cNvSpPr/>
          <p:nvPr/>
        </p:nvSpPr>
        <p:spPr>
          <a:xfrm>
            <a:off x="10200845" y="4471115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4" name="r3_o14602"/>
          <p:cNvSpPr/>
          <p:nvPr/>
        </p:nvSpPr>
        <p:spPr>
          <a:xfrm flipH="1" flipV="1">
            <a:off x="10670866" y="4569563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5" name="r3_o14603"/>
          <p:cNvSpPr/>
          <p:nvPr/>
        </p:nvSpPr>
        <p:spPr>
          <a:xfrm>
            <a:off x="9986458" y="4708234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6" name="r3_o14604"/>
          <p:cNvSpPr/>
          <p:nvPr/>
        </p:nvSpPr>
        <p:spPr>
          <a:xfrm>
            <a:off x="10257201" y="4717940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7" name="r3_o14605"/>
          <p:cNvSpPr/>
          <p:nvPr/>
        </p:nvSpPr>
        <p:spPr>
          <a:xfrm>
            <a:off x="10512834" y="5053507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8" name="r3_o14606"/>
          <p:cNvSpPr/>
          <p:nvPr/>
        </p:nvSpPr>
        <p:spPr>
          <a:xfrm flipH="1" flipV="1">
            <a:off x="10997964" y="4826094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09" name="r3_o14607"/>
          <p:cNvSpPr/>
          <p:nvPr/>
        </p:nvSpPr>
        <p:spPr>
          <a:xfrm>
            <a:off x="11558232" y="4927778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0" name="r3_o14608"/>
          <p:cNvSpPr/>
          <p:nvPr/>
        </p:nvSpPr>
        <p:spPr>
          <a:xfrm>
            <a:off x="10599401" y="4648600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1" name="r3_o14609"/>
          <p:cNvSpPr/>
          <p:nvPr/>
        </p:nvSpPr>
        <p:spPr>
          <a:xfrm flipH="1" flipV="1">
            <a:off x="11013073" y="4500233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2" name="r3_o14610"/>
          <p:cNvSpPr/>
          <p:nvPr/>
        </p:nvSpPr>
        <p:spPr>
          <a:xfrm>
            <a:off x="11016747" y="4908366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3" name="r3_o14611"/>
          <p:cNvSpPr/>
          <p:nvPr/>
        </p:nvSpPr>
        <p:spPr>
          <a:xfrm>
            <a:off x="10328658" y="4638894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4" name="r3_o14612"/>
          <p:cNvSpPr/>
          <p:nvPr/>
        </p:nvSpPr>
        <p:spPr>
          <a:xfrm>
            <a:off x="11054320" y="5072919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5" name="r3_o14613"/>
          <p:cNvSpPr/>
          <p:nvPr/>
        </p:nvSpPr>
        <p:spPr>
          <a:xfrm flipH="1" flipV="1">
            <a:off x="9659360" y="4451703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6" name="r3_o14614"/>
          <p:cNvSpPr/>
          <p:nvPr/>
        </p:nvSpPr>
        <p:spPr>
          <a:xfrm>
            <a:off x="10561836" y="4484056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7" name="r3_o14615"/>
          <p:cNvSpPr/>
          <p:nvPr/>
        </p:nvSpPr>
        <p:spPr>
          <a:xfrm flipH="1" flipV="1">
            <a:off x="10798686" y="4737352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8" name="r3_o14616"/>
          <p:cNvSpPr/>
          <p:nvPr/>
        </p:nvSpPr>
        <p:spPr>
          <a:xfrm flipH="1" flipV="1">
            <a:off x="10257201" y="4717940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19" name="r3_o14617"/>
          <p:cNvSpPr/>
          <p:nvPr/>
        </p:nvSpPr>
        <p:spPr>
          <a:xfrm flipH="1" flipV="1">
            <a:off x="10456479" y="4806682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0" name="r3_o14618"/>
          <p:cNvSpPr/>
          <p:nvPr/>
        </p:nvSpPr>
        <p:spPr>
          <a:xfrm flipH="1" flipV="1">
            <a:off x="11667263" y="5013285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1" name="r3_o14619"/>
          <p:cNvSpPr/>
          <p:nvPr/>
        </p:nvSpPr>
        <p:spPr>
          <a:xfrm>
            <a:off x="11103321" y="4503468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2" name="r3_o14620"/>
          <p:cNvSpPr/>
          <p:nvPr/>
        </p:nvSpPr>
        <p:spPr>
          <a:xfrm>
            <a:off x="10490371" y="4563092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3" name="r3_o14621"/>
          <p:cNvSpPr/>
          <p:nvPr/>
        </p:nvSpPr>
        <p:spPr>
          <a:xfrm>
            <a:off x="10689649" y="4651835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4" name="r3_o14622"/>
          <p:cNvSpPr/>
          <p:nvPr/>
        </p:nvSpPr>
        <p:spPr>
          <a:xfrm>
            <a:off x="10475261" y="4888954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5" name="r3_o14623"/>
          <p:cNvSpPr/>
          <p:nvPr/>
        </p:nvSpPr>
        <p:spPr>
          <a:xfrm>
            <a:off x="10275983" y="4800211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6" name="r3_o14624"/>
          <p:cNvSpPr/>
          <p:nvPr/>
        </p:nvSpPr>
        <p:spPr>
          <a:xfrm>
            <a:off x="11125777" y="4993873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7" name="r3_o14625"/>
          <p:cNvSpPr/>
          <p:nvPr/>
        </p:nvSpPr>
        <p:spPr>
          <a:xfrm>
            <a:off x="10941609" y="4579269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8" name="r3_o14626"/>
          <p:cNvSpPr/>
          <p:nvPr/>
        </p:nvSpPr>
        <p:spPr>
          <a:xfrm>
            <a:off x="10798686" y="4737352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29" name="r3_o14627"/>
          <p:cNvSpPr/>
          <p:nvPr/>
        </p:nvSpPr>
        <p:spPr>
          <a:xfrm>
            <a:off x="11159677" y="4750293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0" name="r3_o14628"/>
          <p:cNvSpPr/>
          <p:nvPr/>
        </p:nvSpPr>
        <p:spPr>
          <a:xfrm flipH="1" flipV="1">
            <a:off x="10114271" y="4876012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1" name="r3_o14629"/>
          <p:cNvSpPr/>
          <p:nvPr/>
        </p:nvSpPr>
        <p:spPr>
          <a:xfrm>
            <a:off x="10114271" y="4876012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2" name="r3_o14630"/>
          <p:cNvSpPr/>
          <p:nvPr/>
        </p:nvSpPr>
        <p:spPr>
          <a:xfrm>
            <a:off x="10042806" y="4955049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3" name="r3_o14631"/>
          <p:cNvSpPr/>
          <p:nvPr/>
        </p:nvSpPr>
        <p:spPr>
          <a:xfrm>
            <a:off x="11358955" y="4839035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4" name="r3_o14632"/>
          <p:cNvSpPr/>
          <p:nvPr/>
        </p:nvSpPr>
        <p:spPr>
          <a:xfrm>
            <a:off x="11268707" y="4835800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5" name="r3_o14633"/>
          <p:cNvSpPr/>
          <p:nvPr/>
        </p:nvSpPr>
        <p:spPr>
          <a:xfrm>
            <a:off x="10133054" y="4958284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6" name="r3_o14634"/>
          <p:cNvSpPr/>
          <p:nvPr/>
        </p:nvSpPr>
        <p:spPr>
          <a:xfrm flipH="1" flipV="1">
            <a:off x="10941609" y="4579269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7" name="r3_o14635"/>
          <p:cNvSpPr/>
          <p:nvPr/>
        </p:nvSpPr>
        <p:spPr>
          <a:xfrm>
            <a:off x="11088212" y="4829329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8" name="r3_o14636"/>
          <p:cNvSpPr/>
          <p:nvPr/>
        </p:nvSpPr>
        <p:spPr>
          <a:xfrm>
            <a:off x="10584292" y="4974461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39" name="r3_o14637"/>
          <p:cNvSpPr/>
          <p:nvPr/>
        </p:nvSpPr>
        <p:spPr>
          <a:xfrm>
            <a:off x="11140887" y="4668011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0" name="r3_o14638"/>
          <p:cNvSpPr/>
          <p:nvPr/>
        </p:nvSpPr>
        <p:spPr>
          <a:xfrm flipH="1" flipV="1">
            <a:off x="10655757" y="4895424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1" name="r3_o14639"/>
          <p:cNvSpPr/>
          <p:nvPr/>
        </p:nvSpPr>
        <p:spPr>
          <a:xfrm>
            <a:off x="10855034" y="4984167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2" name="r3_o14640"/>
          <p:cNvSpPr/>
          <p:nvPr/>
        </p:nvSpPr>
        <p:spPr>
          <a:xfrm flipH="1" flipV="1">
            <a:off x="10727221" y="4816388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3" name="r3_o14641"/>
          <p:cNvSpPr/>
          <p:nvPr/>
        </p:nvSpPr>
        <p:spPr>
          <a:xfrm>
            <a:off x="9933776" y="4869542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4" name="r3_o14642"/>
          <p:cNvSpPr/>
          <p:nvPr/>
        </p:nvSpPr>
        <p:spPr>
          <a:xfrm>
            <a:off x="10746004" y="4898660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5" name="r3_o14643"/>
          <p:cNvSpPr/>
          <p:nvPr/>
        </p:nvSpPr>
        <p:spPr>
          <a:xfrm>
            <a:off x="10674539" y="4977696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6" name="r3_o14644"/>
          <p:cNvSpPr/>
          <p:nvPr/>
        </p:nvSpPr>
        <p:spPr>
          <a:xfrm flipH="1" flipV="1">
            <a:off x="11140887" y="4668011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7" name="r3_o14645"/>
          <p:cNvSpPr/>
          <p:nvPr/>
        </p:nvSpPr>
        <p:spPr>
          <a:xfrm>
            <a:off x="10960391" y="4661541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8" name="r3_o14646"/>
          <p:cNvSpPr/>
          <p:nvPr/>
        </p:nvSpPr>
        <p:spPr>
          <a:xfrm flipH="1" flipV="1">
            <a:off x="9930102" y="4461409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49" name="r3_o14647"/>
          <p:cNvSpPr/>
          <p:nvPr/>
        </p:nvSpPr>
        <p:spPr>
          <a:xfrm flipH="1" flipV="1">
            <a:off x="11539450" y="4845506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0" name="r3_o14648"/>
          <p:cNvSpPr/>
          <p:nvPr/>
        </p:nvSpPr>
        <p:spPr>
          <a:xfrm>
            <a:off x="9749607" y="4454938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1" name="r3_o14649"/>
          <p:cNvSpPr/>
          <p:nvPr/>
        </p:nvSpPr>
        <p:spPr>
          <a:xfrm>
            <a:off x="10761113" y="4572798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2" name="r3_o14650"/>
          <p:cNvSpPr/>
          <p:nvPr/>
        </p:nvSpPr>
        <p:spPr>
          <a:xfrm>
            <a:off x="10291093" y="4474350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3" name="r3_o14651"/>
          <p:cNvSpPr/>
          <p:nvPr/>
        </p:nvSpPr>
        <p:spPr>
          <a:xfrm flipH="1" flipV="1">
            <a:off x="10129380" y="4550151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4" name="r3_o14652"/>
          <p:cNvSpPr/>
          <p:nvPr/>
        </p:nvSpPr>
        <p:spPr>
          <a:xfrm>
            <a:off x="10783577" y="5063213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5" name="r3_o14653"/>
          <p:cNvSpPr/>
          <p:nvPr/>
        </p:nvSpPr>
        <p:spPr>
          <a:xfrm flipH="1" flipV="1">
            <a:off x="11340172" y="4756763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6" name="r3_o14654"/>
          <p:cNvSpPr/>
          <p:nvPr/>
        </p:nvSpPr>
        <p:spPr>
          <a:xfrm>
            <a:off x="10219628" y="4553387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7" name="r3_o14655"/>
          <p:cNvSpPr/>
          <p:nvPr/>
        </p:nvSpPr>
        <p:spPr>
          <a:xfrm>
            <a:off x="10727221" y="4816388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8" name="r3_o14656"/>
          <p:cNvSpPr/>
          <p:nvPr/>
        </p:nvSpPr>
        <p:spPr>
          <a:xfrm>
            <a:off x="10527944" y="4727646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59" name="r3_o14657"/>
          <p:cNvSpPr/>
          <p:nvPr/>
        </p:nvSpPr>
        <p:spPr>
          <a:xfrm>
            <a:off x="10057915" y="4629188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0" name="r3_o14658"/>
          <p:cNvSpPr/>
          <p:nvPr/>
        </p:nvSpPr>
        <p:spPr>
          <a:xfrm flipH="1" flipV="1">
            <a:off x="10313549" y="4964755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1" name="r3_o14659"/>
          <p:cNvSpPr/>
          <p:nvPr/>
        </p:nvSpPr>
        <p:spPr>
          <a:xfrm flipH="1" flipV="1">
            <a:off x="10926499" y="4905130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2" name="r3_o14660"/>
          <p:cNvSpPr/>
          <p:nvPr/>
        </p:nvSpPr>
        <p:spPr>
          <a:xfrm>
            <a:off x="11212351" y="4588975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3" name="r3_o14661"/>
          <p:cNvSpPr/>
          <p:nvPr/>
        </p:nvSpPr>
        <p:spPr>
          <a:xfrm>
            <a:off x="11325062" y="5082625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4" name="r3_o14662"/>
          <p:cNvSpPr/>
          <p:nvPr/>
        </p:nvSpPr>
        <p:spPr>
          <a:xfrm flipH="1" flipV="1">
            <a:off x="10471588" y="4480821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5" name="r3_o14663"/>
          <p:cNvSpPr/>
          <p:nvPr/>
        </p:nvSpPr>
        <p:spPr>
          <a:xfrm flipH="1" flipV="1">
            <a:off x="11268707" y="4835800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6" name="r3_o14664"/>
          <p:cNvSpPr/>
          <p:nvPr/>
        </p:nvSpPr>
        <p:spPr>
          <a:xfrm>
            <a:off x="10945282" y="4987402"/>
            <a:ext cx="109038" cy="8551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7" name="r3_o14665"/>
          <p:cNvSpPr/>
          <p:nvPr/>
        </p:nvSpPr>
        <p:spPr>
          <a:xfrm flipH="1" flipV="1">
            <a:off x="9858638" y="4540445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8" name="r3_o14666"/>
          <p:cNvSpPr/>
          <p:nvPr/>
        </p:nvSpPr>
        <p:spPr>
          <a:xfrm>
            <a:off x="11287490" y="4918072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69" name="r3_o14667"/>
          <p:cNvSpPr/>
          <p:nvPr/>
        </p:nvSpPr>
        <p:spPr>
          <a:xfrm>
            <a:off x="9787173" y="4619482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0" name="r3_o14668"/>
          <p:cNvSpPr/>
          <p:nvPr/>
        </p:nvSpPr>
        <p:spPr>
          <a:xfrm flipH="1" flipV="1">
            <a:off x="10185736" y="4796976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1" name="r3_o14669"/>
          <p:cNvSpPr/>
          <p:nvPr/>
        </p:nvSpPr>
        <p:spPr>
          <a:xfrm>
            <a:off x="9678142" y="4533975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2" name="r3_o14670"/>
          <p:cNvSpPr/>
          <p:nvPr/>
        </p:nvSpPr>
        <p:spPr>
          <a:xfrm>
            <a:off x="10385014" y="4885718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3" name="r3_o14671"/>
          <p:cNvSpPr/>
          <p:nvPr/>
        </p:nvSpPr>
        <p:spPr>
          <a:xfrm flipH="1" flipV="1">
            <a:off x="9914993" y="4787270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4" name="r3_o14672"/>
          <p:cNvSpPr/>
          <p:nvPr/>
        </p:nvSpPr>
        <p:spPr>
          <a:xfrm flipH="1" flipV="1">
            <a:off x="10057915" y="4629188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5" name="r3_o14673"/>
          <p:cNvSpPr/>
          <p:nvPr/>
        </p:nvSpPr>
        <p:spPr>
          <a:xfrm>
            <a:off x="10926499" y="4905130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6" name="r3_o14674"/>
          <p:cNvSpPr/>
          <p:nvPr/>
        </p:nvSpPr>
        <p:spPr>
          <a:xfrm>
            <a:off x="10005241" y="4790505"/>
            <a:ext cx="109030" cy="85507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7" name="r3_o14675"/>
          <p:cNvSpPr/>
          <p:nvPr/>
        </p:nvSpPr>
        <p:spPr>
          <a:xfrm flipH="1" flipV="1">
            <a:off x="10400123" y="4559857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8" name="r3_o14676"/>
          <p:cNvSpPr/>
          <p:nvPr/>
        </p:nvSpPr>
        <p:spPr>
          <a:xfrm>
            <a:off x="10185736" y="4796976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79" name="r3_o14677"/>
          <p:cNvSpPr/>
          <p:nvPr/>
        </p:nvSpPr>
        <p:spPr>
          <a:xfrm>
            <a:off x="11340172" y="4756763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80" name="r3_o14678"/>
          <p:cNvSpPr/>
          <p:nvPr/>
        </p:nvSpPr>
        <p:spPr>
          <a:xfrm flipH="1" flipV="1">
            <a:off x="11125777" y="4993873"/>
            <a:ext cx="18790" cy="82281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81" name="r3_o14679"/>
          <p:cNvSpPr/>
          <p:nvPr/>
        </p:nvSpPr>
        <p:spPr>
          <a:xfrm flipH="1" flipV="1">
            <a:off x="11467985" y="4924542"/>
            <a:ext cx="18783" cy="82272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82" name="r3_o14680"/>
          <p:cNvSpPr/>
          <p:nvPr/>
        </p:nvSpPr>
        <p:spPr>
          <a:xfrm>
            <a:off x="11595805" y="5092331"/>
            <a:ext cx="90248" cy="3235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4683" name="r3_o14681"/>
          <p:cNvSpPr/>
          <p:nvPr/>
        </p:nvSpPr>
        <p:spPr>
          <a:xfrm>
            <a:off x="9627293" y="441963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84" name="r3_o14682"/>
          <p:cNvSpPr/>
          <p:nvPr/>
        </p:nvSpPr>
        <p:spPr>
          <a:xfrm>
            <a:off x="9636271" y="442765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85" name="r3_o14683"/>
          <p:cNvSpPr/>
          <p:nvPr/>
        </p:nvSpPr>
        <p:spPr>
          <a:xfrm>
            <a:off x="9636271" y="442765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86" name="r3_o14684"/>
          <p:cNvSpPr/>
          <p:nvPr/>
        </p:nvSpPr>
        <p:spPr>
          <a:xfrm>
            <a:off x="9667697" y="4456834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87" name="r3_o14685"/>
          <p:cNvSpPr/>
          <p:nvPr/>
        </p:nvSpPr>
        <p:spPr>
          <a:xfrm>
            <a:off x="9673444" y="446196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88" name="r3_o14686"/>
          <p:cNvSpPr/>
          <p:nvPr/>
        </p:nvSpPr>
        <p:spPr>
          <a:xfrm>
            <a:off x="9673444" y="446196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89" name="r3_o14687"/>
          <p:cNvSpPr/>
          <p:nvPr/>
        </p:nvSpPr>
        <p:spPr>
          <a:xfrm>
            <a:off x="9717540" y="442287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0" name="r3_o14688"/>
          <p:cNvSpPr/>
          <p:nvPr/>
        </p:nvSpPr>
        <p:spPr>
          <a:xfrm>
            <a:off x="9726519" y="443088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1" name="r3_o14689"/>
          <p:cNvSpPr/>
          <p:nvPr/>
        </p:nvSpPr>
        <p:spPr>
          <a:xfrm>
            <a:off x="9726519" y="443088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2" name="r3_o14690"/>
          <p:cNvSpPr/>
          <p:nvPr/>
        </p:nvSpPr>
        <p:spPr>
          <a:xfrm>
            <a:off x="9757945" y="446006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3" name="r3_o14691"/>
          <p:cNvSpPr/>
          <p:nvPr/>
        </p:nvSpPr>
        <p:spPr>
          <a:xfrm>
            <a:off x="9763691" y="446520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4" name="r3_o14692"/>
          <p:cNvSpPr/>
          <p:nvPr/>
        </p:nvSpPr>
        <p:spPr>
          <a:xfrm>
            <a:off x="9763691" y="446520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5" name="r3_o14693"/>
          <p:cNvSpPr/>
          <p:nvPr/>
        </p:nvSpPr>
        <p:spPr>
          <a:xfrm>
            <a:off x="9898035" y="442934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6" name="r3_o14694"/>
          <p:cNvSpPr/>
          <p:nvPr/>
        </p:nvSpPr>
        <p:spPr>
          <a:xfrm>
            <a:off x="9907014" y="443735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7" name="r3_o14695"/>
          <p:cNvSpPr/>
          <p:nvPr/>
        </p:nvSpPr>
        <p:spPr>
          <a:xfrm>
            <a:off x="9907014" y="443735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8" name="r3_o14696"/>
          <p:cNvSpPr/>
          <p:nvPr/>
        </p:nvSpPr>
        <p:spPr>
          <a:xfrm>
            <a:off x="9938440" y="4466540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99" name="r3_o14697"/>
          <p:cNvSpPr/>
          <p:nvPr/>
        </p:nvSpPr>
        <p:spPr>
          <a:xfrm>
            <a:off x="9944186" y="447167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0" name="r3_o14698"/>
          <p:cNvSpPr/>
          <p:nvPr/>
        </p:nvSpPr>
        <p:spPr>
          <a:xfrm>
            <a:off x="9944186" y="447167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1" name="r3_o14699"/>
          <p:cNvSpPr/>
          <p:nvPr/>
        </p:nvSpPr>
        <p:spPr>
          <a:xfrm>
            <a:off x="9988283" y="443257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2" name="r3_o14700"/>
          <p:cNvSpPr/>
          <p:nvPr/>
        </p:nvSpPr>
        <p:spPr>
          <a:xfrm>
            <a:off x="9997262" y="444059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3" name="r3_o14701"/>
          <p:cNvSpPr/>
          <p:nvPr/>
        </p:nvSpPr>
        <p:spPr>
          <a:xfrm>
            <a:off x="9997262" y="444059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4" name="r3_o14702"/>
          <p:cNvSpPr/>
          <p:nvPr/>
        </p:nvSpPr>
        <p:spPr>
          <a:xfrm>
            <a:off x="10028688" y="446977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5" name="r3_o14703"/>
          <p:cNvSpPr/>
          <p:nvPr/>
        </p:nvSpPr>
        <p:spPr>
          <a:xfrm>
            <a:off x="10034434" y="447490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6" name="r3_o14704"/>
          <p:cNvSpPr/>
          <p:nvPr/>
        </p:nvSpPr>
        <p:spPr>
          <a:xfrm>
            <a:off x="10034434" y="447490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7" name="r3_o14705"/>
          <p:cNvSpPr/>
          <p:nvPr/>
        </p:nvSpPr>
        <p:spPr>
          <a:xfrm>
            <a:off x="10168778" y="443904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8" name="r3_o14706"/>
          <p:cNvSpPr/>
          <p:nvPr/>
        </p:nvSpPr>
        <p:spPr>
          <a:xfrm>
            <a:off x="10177757" y="444706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09" name="r3_o14707"/>
          <p:cNvSpPr/>
          <p:nvPr/>
        </p:nvSpPr>
        <p:spPr>
          <a:xfrm>
            <a:off x="10177757" y="444706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0" name="r3_o14708"/>
          <p:cNvSpPr/>
          <p:nvPr/>
        </p:nvSpPr>
        <p:spPr>
          <a:xfrm>
            <a:off x="10209183" y="4476246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1" name="r3_o14709"/>
          <p:cNvSpPr/>
          <p:nvPr/>
        </p:nvSpPr>
        <p:spPr>
          <a:xfrm>
            <a:off x="10214929" y="448137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2" name="r3_o14710"/>
          <p:cNvSpPr/>
          <p:nvPr/>
        </p:nvSpPr>
        <p:spPr>
          <a:xfrm>
            <a:off x="10214929" y="448137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3" name="r3_o14711"/>
          <p:cNvSpPr/>
          <p:nvPr/>
        </p:nvSpPr>
        <p:spPr>
          <a:xfrm>
            <a:off x="10259026" y="444228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4" name="r3_o14712"/>
          <p:cNvSpPr/>
          <p:nvPr/>
        </p:nvSpPr>
        <p:spPr>
          <a:xfrm>
            <a:off x="10268004" y="445030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5" name="r3_o14713"/>
          <p:cNvSpPr/>
          <p:nvPr/>
        </p:nvSpPr>
        <p:spPr>
          <a:xfrm>
            <a:off x="10268004" y="445030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6" name="r3_o14714"/>
          <p:cNvSpPr/>
          <p:nvPr/>
        </p:nvSpPr>
        <p:spPr>
          <a:xfrm>
            <a:off x="10299430" y="447948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7" name="r3_o14715"/>
          <p:cNvSpPr/>
          <p:nvPr/>
        </p:nvSpPr>
        <p:spPr>
          <a:xfrm>
            <a:off x="10305177" y="448461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8" name="r3_o14716"/>
          <p:cNvSpPr/>
          <p:nvPr/>
        </p:nvSpPr>
        <p:spPr>
          <a:xfrm>
            <a:off x="10305177" y="448461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19" name="r3_o14717"/>
          <p:cNvSpPr/>
          <p:nvPr/>
        </p:nvSpPr>
        <p:spPr>
          <a:xfrm>
            <a:off x="10439521" y="444875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0" name="r3_o14718"/>
          <p:cNvSpPr/>
          <p:nvPr/>
        </p:nvSpPr>
        <p:spPr>
          <a:xfrm>
            <a:off x="10448500" y="445677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1" name="r3_o14719"/>
          <p:cNvSpPr/>
          <p:nvPr/>
        </p:nvSpPr>
        <p:spPr>
          <a:xfrm>
            <a:off x="10448500" y="445677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2" name="r3_o14720"/>
          <p:cNvSpPr/>
          <p:nvPr/>
        </p:nvSpPr>
        <p:spPr>
          <a:xfrm>
            <a:off x="10479925" y="4485952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3" name="r3_o14721"/>
          <p:cNvSpPr/>
          <p:nvPr/>
        </p:nvSpPr>
        <p:spPr>
          <a:xfrm>
            <a:off x="10485672" y="449108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4" name="r3_o14722"/>
          <p:cNvSpPr/>
          <p:nvPr/>
        </p:nvSpPr>
        <p:spPr>
          <a:xfrm>
            <a:off x="10485672" y="449108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5" name="r3_o14723"/>
          <p:cNvSpPr/>
          <p:nvPr/>
        </p:nvSpPr>
        <p:spPr>
          <a:xfrm>
            <a:off x="10529768" y="445198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6" name="r3_o14724"/>
          <p:cNvSpPr/>
          <p:nvPr/>
        </p:nvSpPr>
        <p:spPr>
          <a:xfrm>
            <a:off x="10538747" y="446000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7" name="r3_o14725"/>
          <p:cNvSpPr/>
          <p:nvPr/>
        </p:nvSpPr>
        <p:spPr>
          <a:xfrm>
            <a:off x="10538747" y="446000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8" name="r3_o14726"/>
          <p:cNvSpPr/>
          <p:nvPr/>
        </p:nvSpPr>
        <p:spPr>
          <a:xfrm>
            <a:off x="10570173" y="448918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29" name="r3_o14727"/>
          <p:cNvSpPr/>
          <p:nvPr/>
        </p:nvSpPr>
        <p:spPr>
          <a:xfrm>
            <a:off x="10575919" y="449431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0" name="r3_o14728"/>
          <p:cNvSpPr/>
          <p:nvPr/>
        </p:nvSpPr>
        <p:spPr>
          <a:xfrm>
            <a:off x="10575919" y="449431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1" name="r3_o14729"/>
          <p:cNvSpPr/>
          <p:nvPr/>
        </p:nvSpPr>
        <p:spPr>
          <a:xfrm>
            <a:off x="10710264" y="445846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2" name="r3_o14730"/>
          <p:cNvSpPr/>
          <p:nvPr/>
        </p:nvSpPr>
        <p:spPr>
          <a:xfrm>
            <a:off x="10719242" y="446647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3" name="r3_o14731"/>
          <p:cNvSpPr/>
          <p:nvPr/>
        </p:nvSpPr>
        <p:spPr>
          <a:xfrm>
            <a:off x="10719242" y="446647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4" name="r3_o14732"/>
          <p:cNvSpPr/>
          <p:nvPr/>
        </p:nvSpPr>
        <p:spPr>
          <a:xfrm>
            <a:off x="10750668" y="449565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5" name="r3_o14733"/>
          <p:cNvSpPr/>
          <p:nvPr/>
        </p:nvSpPr>
        <p:spPr>
          <a:xfrm>
            <a:off x="10756415" y="450078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6" name="r3_o14734"/>
          <p:cNvSpPr/>
          <p:nvPr/>
        </p:nvSpPr>
        <p:spPr>
          <a:xfrm>
            <a:off x="10756415" y="450078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7" name="r3_o14735"/>
          <p:cNvSpPr/>
          <p:nvPr/>
        </p:nvSpPr>
        <p:spPr>
          <a:xfrm>
            <a:off x="10800511" y="446169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8" name="r3_o14736"/>
          <p:cNvSpPr/>
          <p:nvPr/>
        </p:nvSpPr>
        <p:spPr>
          <a:xfrm>
            <a:off x="10809490" y="446971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39" name="r3_o14737"/>
          <p:cNvSpPr/>
          <p:nvPr/>
        </p:nvSpPr>
        <p:spPr>
          <a:xfrm>
            <a:off x="10809490" y="446971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0" name="r3_o14738"/>
          <p:cNvSpPr/>
          <p:nvPr/>
        </p:nvSpPr>
        <p:spPr>
          <a:xfrm>
            <a:off x="10840916" y="449889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1" name="r3_o14739"/>
          <p:cNvSpPr/>
          <p:nvPr/>
        </p:nvSpPr>
        <p:spPr>
          <a:xfrm>
            <a:off x="10846662" y="450402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2" name="r3_o14740"/>
          <p:cNvSpPr/>
          <p:nvPr/>
        </p:nvSpPr>
        <p:spPr>
          <a:xfrm>
            <a:off x="10846662" y="450402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3" name="r3_o14741"/>
          <p:cNvSpPr/>
          <p:nvPr/>
        </p:nvSpPr>
        <p:spPr>
          <a:xfrm>
            <a:off x="10981006" y="446816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4" name="r3_o14742"/>
          <p:cNvSpPr/>
          <p:nvPr/>
        </p:nvSpPr>
        <p:spPr>
          <a:xfrm>
            <a:off x="10989985" y="447618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5" name="r3_o14743"/>
          <p:cNvSpPr/>
          <p:nvPr/>
        </p:nvSpPr>
        <p:spPr>
          <a:xfrm>
            <a:off x="10989985" y="447618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6" name="r3_o14744"/>
          <p:cNvSpPr/>
          <p:nvPr/>
        </p:nvSpPr>
        <p:spPr>
          <a:xfrm>
            <a:off x="11021411" y="450536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7" name="r3_o14745"/>
          <p:cNvSpPr/>
          <p:nvPr/>
        </p:nvSpPr>
        <p:spPr>
          <a:xfrm>
            <a:off x="11027157" y="451049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8" name="r3_o14746"/>
          <p:cNvSpPr/>
          <p:nvPr/>
        </p:nvSpPr>
        <p:spPr>
          <a:xfrm>
            <a:off x="11027157" y="451049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49" name="r3_o14747"/>
          <p:cNvSpPr/>
          <p:nvPr/>
        </p:nvSpPr>
        <p:spPr>
          <a:xfrm>
            <a:off x="11071254" y="447140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0" name="r3_o14748"/>
          <p:cNvSpPr/>
          <p:nvPr/>
        </p:nvSpPr>
        <p:spPr>
          <a:xfrm>
            <a:off x="11080233" y="447941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1" name="r3_o14749"/>
          <p:cNvSpPr/>
          <p:nvPr/>
        </p:nvSpPr>
        <p:spPr>
          <a:xfrm>
            <a:off x="11080233" y="447941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2" name="r3_o14750"/>
          <p:cNvSpPr/>
          <p:nvPr/>
        </p:nvSpPr>
        <p:spPr>
          <a:xfrm>
            <a:off x="11111659" y="450859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3" name="r3_o14751"/>
          <p:cNvSpPr/>
          <p:nvPr/>
        </p:nvSpPr>
        <p:spPr>
          <a:xfrm>
            <a:off x="11117405" y="4513729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4" name="r3_o14752"/>
          <p:cNvSpPr/>
          <p:nvPr/>
        </p:nvSpPr>
        <p:spPr>
          <a:xfrm>
            <a:off x="11117405" y="4513729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5" name="r3_o14753"/>
          <p:cNvSpPr/>
          <p:nvPr/>
        </p:nvSpPr>
        <p:spPr>
          <a:xfrm>
            <a:off x="9646075" y="450190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6" name="r3_o14754"/>
          <p:cNvSpPr/>
          <p:nvPr/>
        </p:nvSpPr>
        <p:spPr>
          <a:xfrm>
            <a:off x="9655054" y="450992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7" name="r3_o14755"/>
          <p:cNvSpPr/>
          <p:nvPr/>
        </p:nvSpPr>
        <p:spPr>
          <a:xfrm>
            <a:off x="9655054" y="450992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8" name="r3_o14756"/>
          <p:cNvSpPr/>
          <p:nvPr/>
        </p:nvSpPr>
        <p:spPr>
          <a:xfrm>
            <a:off x="9686480" y="453910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59" name="r3_o14757"/>
          <p:cNvSpPr/>
          <p:nvPr/>
        </p:nvSpPr>
        <p:spPr>
          <a:xfrm>
            <a:off x="9692226" y="454423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0" name="r3_o14758"/>
          <p:cNvSpPr/>
          <p:nvPr/>
        </p:nvSpPr>
        <p:spPr>
          <a:xfrm>
            <a:off x="9692226" y="454423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1" name="r3_o14759"/>
          <p:cNvSpPr/>
          <p:nvPr/>
        </p:nvSpPr>
        <p:spPr>
          <a:xfrm>
            <a:off x="9826570" y="450837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2" name="r3_o14760"/>
          <p:cNvSpPr/>
          <p:nvPr/>
        </p:nvSpPr>
        <p:spPr>
          <a:xfrm>
            <a:off x="9835549" y="451639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3" name="r3_o14761"/>
          <p:cNvSpPr/>
          <p:nvPr/>
        </p:nvSpPr>
        <p:spPr>
          <a:xfrm>
            <a:off x="9835549" y="451639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4" name="r3_o14762"/>
          <p:cNvSpPr/>
          <p:nvPr/>
        </p:nvSpPr>
        <p:spPr>
          <a:xfrm>
            <a:off x="9916818" y="451161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5" name="r3_o14763"/>
          <p:cNvSpPr/>
          <p:nvPr/>
        </p:nvSpPr>
        <p:spPr>
          <a:xfrm>
            <a:off x="9925797" y="451963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6" name="r3_o14764"/>
          <p:cNvSpPr/>
          <p:nvPr/>
        </p:nvSpPr>
        <p:spPr>
          <a:xfrm>
            <a:off x="9925797" y="451963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7" name="r3_o14765"/>
          <p:cNvSpPr/>
          <p:nvPr/>
        </p:nvSpPr>
        <p:spPr>
          <a:xfrm>
            <a:off x="10097313" y="451808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8" name="r3_o14766"/>
          <p:cNvSpPr/>
          <p:nvPr/>
        </p:nvSpPr>
        <p:spPr>
          <a:xfrm>
            <a:off x="10106292" y="452610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69" name="r3_o14767"/>
          <p:cNvSpPr/>
          <p:nvPr/>
        </p:nvSpPr>
        <p:spPr>
          <a:xfrm>
            <a:off x="10106292" y="452610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0" name="r3_o14768"/>
          <p:cNvSpPr/>
          <p:nvPr/>
        </p:nvSpPr>
        <p:spPr>
          <a:xfrm>
            <a:off x="10187561" y="452131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1" name="r3_o14769"/>
          <p:cNvSpPr/>
          <p:nvPr/>
        </p:nvSpPr>
        <p:spPr>
          <a:xfrm>
            <a:off x="10196540" y="452933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2" name="r3_o14770"/>
          <p:cNvSpPr/>
          <p:nvPr/>
        </p:nvSpPr>
        <p:spPr>
          <a:xfrm>
            <a:off x="10196540" y="452933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3" name="r3_o14771"/>
          <p:cNvSpPr/>
          <p:nvPr/>
        </p:nvSpPr>
        <p:spPr>
          <a:xfrm>
            <a:off x="10368056" y="452779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4" name="r3_o14772"/>
          <p:cNvSpPr/>
          <p:nvPr/>
        </p:nvSpPr>
        <p:spPr>
          <a:xfrm>
            <a:off x="10377035" y="453580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5" name="r3_o14773"/>
          <p:cNvSpPr/>
          <p:nvPr/>
        </p:nvSpPr>
        <p:spPr>
          <a:xfrm>
            <a:off x="10377035" y="453580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6" name="r3_o14774"/>
          <p:cNvSpPr/>
          <p:nvPr/>
        </p:nvSpPr>
        <p:spPr>
          <a:xfrm>
            <a:off x="10458304" y="453102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7" name="r3_o14775"/>
          <p:cNvSpPr/>
          <p:nvPr/>
        </p:nvSpPr>
        <p:spPr>
          <a:xfrm>
            <a:off x="10467282" y="453904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8" name="r3_o14776"/>
          <p:cNvSpPr/>
          <p:nvPr/>
        </p:nvSpPr>
        <p:spPr>
          <a:xfrm>
            <a:off x="10467282" y="453904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79" name="r3_o14777"/>
          <p:cNvSpPr/>
          <p:nvPr/>
        </p:nvSpPr>
        <p:spPr>
          <a:xfrm>
            <a:off x="10638799" y="453749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0" name="r3_o14778"/>
          <p:cNvSpPr/>
          <p:nvPr/>
        </p:nvSpPr>
        <p:spPr>
          <a:xfrm>
            <a:off x="10647778" y="454551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1" name="r3_o14779"/>
          <p:cNvSpPr/>
          <p:nvPr/>
        </p:nvSpPr>
        <p:spPr>
          <a:xfrm>
            <a:off x="10647778" y="454551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2" name="r3_o14780"/>
          <p:cNvSpPr/>
          <p:nvPr/>
        </p:nvSpPr>
        <p:spPr>
          <a:xfrm>
            <a:off x="10729046" y="454073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3" name="r3_o14781"/>
          <p:cNvSpPr/>
          <p:nvPr/>
        </p:nvSpPr>
        <p:spPr>
          <a:xfrm>
            <a:off x="10738025" y="454874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4" name="r3_o14782"/>
          <p:cNvSpPr/>
          <p:nvPr/>
        </p:nvSpPr>
        <p:spPr>
          <a:xfrm>
            <a:off x="10738025" y="454874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5" name="r3_o14783"/>
          <p:cNvSpPr/>
          <p:nvPr/>
        </p:nvSpPr>
        <p:spPr>
          <a:xfrm>
            <a:off x="10909541" y="454720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6" name="r3_o14784"/>
          <p:cNvSpPr/>
          <p:nvPr/>
        </p:nvSpPr>
        <p:spPr>
          <a:xfrm>
            <a:off x="10918520" y="455521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7" name="r3_o14785"/>
          <p:cNvSpPr/>
          <p:nvPr/>
        </p:nvSpPr>
        <p:spPr>
          <a:xfrm>
            <a:off x="10918520" y="455521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8" name="r3_o14786"/>
          <p:cNvSpPr/>
          <p:nvPr/>
        </p:nvSpPr>
        <p:spPr>
          <a:xfrm>
            <a:off x="10999789" y="455043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89" name="r3_o14787"/>
          <p:cNvSpPr/>
          <p:nvPr/>
        </p:nvSpPr>
        <p:spPr>
          <a:xfrm>
            <a:off x="11008768" y="455845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0" name="r3_o14788"/>
          <p:cNvSpPr/>
          <p:nvPr/>
        </p:nvSpPr>
        <p:spPr>
          <a:xfrm>
            <a:off x="11008768" y="455845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1" name="r3_o14789"/>
          <p:cNvSpPr/>
          <p:nvPr/>
        </p:nvSpPr>
        <p:spPr>
          <a:xfrm>
            <a:off x="11180284" y="455690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2" name="r3_o14790"/>
          <p:cNvSpPr/>
          <p:nvPr/>
        </p:nvSpPr>
        <p:spPr>
          <a:xfrm>
            <a:off x="11189263" y="456492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3" name="r3_o14791"/>
          <p:cNvSpPr/>
          <p:nvPr/>
        </p:nvSpPr>
        <p:spPr>
          <a:xfrm>
            <a:off x="11189263" y="456492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4" name="r3_o14792"/>
          <p:cNvSpPr/>
          <p:nvPr/>
        </p:nvSpPr>
        <p:spPr>
          <a:xfrm>
            <a:off x="11270532" y="456014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5" name="r3_o14793"/>
          <p:cNvSpPr/>
          <p:nvPr/>
        </p:nvSpPr>
        <p:spPr>
          <a:xfrm>
            <a:off x="11279511" y="456816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6" name="r3_o14794"/>
          <p:cNvSpPr/>
          <p:nvPr/>
        </p:nvSpPr>
        <p:spPr>
          <a:xfrm>
            <a:off x="11279511" y="456816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7" name="r3_o14795"/>
          <p:cNvSpPr/>
          <p:nvPr/>
        </p:nvSpPr>
        <p:spPr>
          <a:xfrm>
            <a:off x="11310936" y="459734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8" name="r3_o14796"/>
          <p:cNvSpPr/>
          <p:nvPr/>
        </p:nvSpPr>
        <p:spPr>
          <a:xfrm>
            <a:off x="11316683" y="460247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99" name="r3_o14797"/>
          <p:cNvSpPr/>
          <p:nvPr/>
        </p:nvSpPr>
        <p:spPr>
          <a:xfrm>
            <a:off x="11316683" y="460247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0" name="r3_o14798"/>
          <p:cNvSpPr/>
          <p:nvPr/>
        </p:nvSpPr>
        <p:spPr>
          <a:xfrm>
            <a:off x="9755106" y="458741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1" name="r3_o14799"/>
          <p:cNvSpPr/>
          <p:nvPr/>
        </p:nvSpPr>
        <p:spPr>
          <a:xfrm>
            <a:off x="9764084" y="459543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2" name="r3_o14800"/>
          <p:cNvSpPr/>
          <p:nvPr/>
        </p:nvSpPr>
        <p:spPr>
          <a:xfrm>
            <a:off x="9764084" y="459543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3" name="r3_o14801"/>
          <p:cNvSpPr/>
          <p:nvPr/>
        </p:nvSpPr>
        <p:spPr>
          <a:xfrm>
            <a:off x="9845353" y="459065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4" name="r3_o14802"/>
          <p:cNvSpPr/>
          <p:nvPr/>
        </p:nvSpPr>
        <p:spPr>
          <a:xfrm>
            <a:off x="9854332" y="459866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5" name="r3_o14803"/>
          <p:cNvSpPr/>
          <p:nvPr/>
        </p:nvSpPr>
        <p:spPr>
          <a:xfrm>
            <a:off x="9854332" y="459866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6" name="r3_o14804"/>
          <p:cNvSpPr/>
          <p:nvPr/>
        </p:nvSpPr>
        <p:spPr>
          <a:xfrm>
            <a:off x="10025848" y="459712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7" name="r3_o14805"/>
          <p:cNvSpPr/>
          <p:nvPr/>
        </p:nvSpPr>
        <p:spPr>
          <a:xfrm>
            <a:off x="10034827" y="460513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8" name="r3_o14806"/>
          <p:cNvSpPr/>
          <p:nvPr/>
        </p:nvSpPr>
        <p:spPr>
          <a:xfrm>
            <a:off x="10034827" y="460513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09" name="r3_o14807"/>
          <p:cNvSpPr/>
          <p:nvPr/>
        </p:nvSpPr>
        <p:spPr>
          <a:xfrm>
            <a:off x="10116096" y="460035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0" name="r3_o14808"/>
          <p:cNvSpPr/>
          <p:nvPr/>
        </p:nvSpPr>
        <p:spPr>
          <a:xfrm>
            <a:off x="10125075" y="460837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1" name="r3_o14809"/>
          <p:cNvSpPr/>
          <p:nvPr/>
        </p:nvSpPr>
        <p:spPr>
          <a:xfrm>
            <a:off x="10125075" y="460837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2" name="r3_o14810"/>
          <p:cNvSpPr/>
          <p:nvPr/>
        </p:nvSpPr>
        <p:spPr>
          <a:xfrm>
            <a:off x="10296591" y="460682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3" name="r3_o14811"/>
          <p:cNvSpPr/>
          <p:nvPr/>
        </p:nvSpPr>
        <p:spPr>
          <a:xfrm>
            <a:off x="10305570" y="461484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4" name="r3_o14812"/>
          <p:cNvSpPr/>
          <p:nvPr/>
        </p:nvSpPr>
        <p:spPr>
          <a:xfrm>
            <a:off x="10305570" y="461484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5" name="r3_o14813"/>
          <p:cNvSpPr/>
          <p:nvPr/>
        </p:nvSpPr>
        <p:spPr>
          <a:xfrm>
            <a:off x="10386839" y="461006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6" name="r3_o14814"/>
          <p:cNvSpPr/>
          <p:nvPr/>
        </p:nvSpPr>
        <p:spPr>
          <a:xfrm>
            <a:off x="10395817" y="461807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7" name="r3_o14815"/>
          <p:cNvSpPr/>
          <p:nvPr/>
        </p:nvSpPr>
        <p:spPr>
          <a:xfrm>
            <a:off x="10395817" y="461807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8" name="r3_o14816"/>
          <p:cNvSpPr/>
          <p:nvPr/>
        </p:nvSpPr>
        <p:spPr>
          <a:xfrm>
            <a:off x="10567334" y="461653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19" name="r3_o14817"/>
          <p:cNvSpPr/>
          <p:nvPr/>
        </p:nvSpPr>
        <p:spPr>
          <a:xfrm>
            <a:off x="10576313" y="462454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0" name="r3_o14818"/>
          <p:cNvSpPr/>
          <p:nvPr/>
        </p:nvSpPr>
        <p:spPr>
          <a:xfrm>
            <a:off x="10576313" y="462454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1" name="r3_o14819"/>
          <p:cNvSpPr/>
          <p:nvPr/>
        </p:nvSpPr>
        <p:spPr>
          <a:xfrm>
            <a:off x="10657581" y="461976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2" name="r3_o14820"/>
          <p:cNvSpPr/>
          <p:nvPr/>
        </p:nvSpPr>
        <p:spPr>
          <a:xfrm>
            <a:off x="10666560" y="462778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3" name="r3_o14821"/>
          <p:cNvSpPr/>
          <p:nvPr/>
        </p:nvSpPr>
        <p:spPr>
          <a:xfrm>
            <a:off x="10666560" y="462778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4" name="r3_o14822"/>
          <p:cNvSpPr/>
          <p:nvPr/>
        </p:nvSpPr>
        <p:spPr>
          <a:xfrm>
            <a:off x="10838077" y="462623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5" name="r3_o14823"/>
          <p:cNvSpPr/>
          <p:nvPr/>
        </p:nvSpPr>
        <p:spPr>
          <a:xfrm>
            <a:off x="10847055" y="463425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6" name="r3_o14824"/>
          <p:cNvSpPr/>
          <p:nvPr/>
        </p:nvSpPr>
        <p:spPr>
          <a:xfrm>
            <a:off x="10847055" y="463425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7" name="r3_o14825"/>
          <p:cNvSpPr/>
          <p:nvPr/>
        </p:nvSpPr>
        <p:spPr>
          <a:xfrm>
            <a:off x="10928324" y="462947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8" name="r3_o14826"/>
          <p:cNvSpPr/>
          <p:nvPr/>
        </p:nvSpPr>
        <p:spPr>
          <a:xfrm>
            <a:off x="10937303" y="463749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29" name="r3_o14827"/>
          <p:cNvSpPr/>
          <p:nvPr/>
        </p:nvSpPr>
        <p:spPr>
          <a:xfrm>
            <a:off x="10937303" y="463749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0" name="r3_o14828"/>
          <p:cNvSpPr/>
          <p:nvPr/>
        </p:nvSpPr>
        <p:spPr>
          <a:xfrm>
            <a:off x="11108819" y="463594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1" name="r3_o14829"/>
          <p:cNvSpPr/>
          <p:nvPr/>
        </p:nvSpPr>
        <p:spPr>
          <a:xfrm>
            <a:off x="11117798" y="464396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2" name="r3_o14830"/>
          <p:cNvSpPr/>
          <p:nvPr/>
        </p:nvSpPr>
        <p:spPr>
          <a:xfrm>
            <a:off x="11117798" y="464396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3" name="r3_o14831"/>
          <p:cNvSpPr/>
          <p:nvPr/>
        </p:nvSpPr>
        <p:spPr>
          <a:xfrm>
            <a:off x="11199067" y="463918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4" name="r3_o14832"/>
          <p:cNvSpPr/>
          <p:nvPr/>
        </p:nvSpPr>
        <p:spPr>
          <a:xfrm>
            <a:off x="11208046" y="464719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5" name="r3_o14833"/>
          <p:cNvSpPr/>
          <p:nvPr/>
        </p:nvSpPr>
        <p:spPr>
          <a:xfrm>
            <a:off x="11208046" y="464719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6" name="r3_o14834"/>
          <p:cNvSpPr/>
          <p:nvPr/>
        </p:nvSpPr>
        <p:spPr>
          <a:xfrm>
            <a:off x="11379562" y="464565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7" name="r3_o14835"/>
          <p:cNvSpPr/>
          <p:nvPr/>
        </p:nvSpPr>
        <p:spPr>
          <a:xfrm>
            <a:off x="11388541" y="465366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8" name="r3_o14836"/>
          <p:cNvSpPr/>
          <p:nvPr/>
        </p:nvSpPr>
        <p:spPr>
          <a:xfrm>
            <a:off x="11388541" y="465366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39" name="r3_o14837"/>
          <p:cNvSpPr/>
          <p:nvPr/>
        </p:nvSpPr>
        <p:spPr>
          <a:xfrm>
            <a:off x="11419967" y="4682848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0" name="r3_o14838"/>
          <p:cNvSpPr/>
          <p:nvPr/>
        </p:nvSpPr>
        <p:spPr>
          <a:xfrm>
            <a:off x="11425713" y="4687979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1" name="r3_o14839"/>
          <p:cNvSpPr/>
          <p:nvPr/>
        </p:nvSpPr>
        <p:spPr>
          <a:xfrm>
            <a:off x="11425713" y="4687979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2" name="r3_o14840"/>
          <p:cNvSpPr/>
          <p:nvPr/>
        </p:nvSpPr>
        <p:spPr>
          <a:xfrm>
            <a:off x="9773896" y="466969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3" name="r3_o14841"/>
          <p:cNvSpPr/>
          <p:nvPr/>
        </p:nvSpPr>
        <p:spPr>
          <a:xfrm>
            <a:off x="9782874" y="467771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4" name="r3_o14842"/>
          <p:cNvSpPr/>
          <p:nvPr/>
        </p:nvSpPr>
        <p:spPr>
          <a:xfrm>
            <a:off x="9782874" y="467771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5" name="r3_o14843"/>
          <p:cNvSpPr/>
          <p:nvPr/>
        </p:nvSpPr>
        <p:spPr>
          <a:xfrm>
            <a:off x="9814300" y="4706894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6" name="r3_o14844"/>
          <p:cNvSpPr/>
          <p:nvPr/>
        </p:nvSpPr>
        <p:spPr>
          <a:xfrm>
            <a:off x="9820047" y="4712025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7" name="r3_o14845"/>
          <p:cNvSpPr/>
          <p:nvPr/>
        </p:nvSpPr>
        <p:spPr>
          <a:xfrm>
            <a:off x="9820047" y="4712025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8" name="r3_o14846"/>
          <p:cNvSpPr/>
          <p:nvPr/>
        </p:nvSpPr>
        <p:spPr>
          <a:xfrm>
            <a:off x="9954391" y="467616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49" name="r3_o14847"/>
          <p:cNvSpPr/>
          <p:nvPr/>
        </p:nvSpPr>
        <p:spPr>
          <a:xfrm>
            <a:off x="9963370" y="468418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0" name="r3_o14848"/>
          <p:cNvSpPr/>
          <p:nvPr/>
        </p:nvSpPr>
        <p:spPr>
          <a:xfrm>
            <a:off x="9963370" y="468418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1" name="r3_o14849"/>
          <p:cNvSpPr/>
          <p:nvPr/>
        </p:nvSpPr>
        <p:spPr>
          <a:xfrm>
            <a:off x="10044638" y="467940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2" name="r3_o14850"/>
          <p:cNvSpPr/>
          <p:nvPr/>
        </p:nvSpPr>
        <p:spPr>
          <a:xfrm>
            <a:off x="10053617" y="468741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3" name="r3_o14851"/>
          <p:cNvSpPr/>
          <p:nvPr/>
        </p:nvSpPr>
        <p:spPr>
          <a:xfrm>
            <a:off x="10053617" y="468741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4" name="r3_o14852"/>
          <p:cNvSpPr/>
          <p:nvPr/>
        </p:nvSpPr>
        <p:spPr>
          <a:xfrm>
            <a:off x="10225134" y="468587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5" name="r3_o14853"/>
          <p:cNvSpPr/>
          <p:nvPr/>
        </p:nvSpPr>
        <p:spPr>
          <a:xfrm>
            <a:off x="10234112" y="469388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6" name="r3_o14854"/>
          <p:cNvSpPr/>
          <p:nvPr/>
        </p:nvSpPr>
        <p:spPr>
          <a:xfrm>
            <a:off x="10234112" y="469388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7" name="r3_o14855"/>
          <p:cNvSpPr/>
          <p:nvPr/>
        </p:nvSpPr>
        <p:spPr>
          <a:xfrm>
            <a:off x="10315381" y="468910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8" name="r3_o14856"/>
          <p:cNvSpPr/>
          <p:nvPr/>
        </p:nvSpPr>
        <p:spPr>
          <a:xfrm>
            <a:off x="10324360" y="469712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59" name="r3_o14857"/>
          <p:cNvSpPr/>
          <p:nvPr/>
        </p:nvSpPr>
        <p:spPr>
          <a:xfrm>
            <a:off x="10324360" y="469712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0" name="r3_o14858"/>
          <p:cNvSpPr/>
          <p:nvPr/>
        </p:nvSpPr>
        <p:spPr>
          <a:xfrm>
            <a:off x="10495876" y="469557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1" name="r3_o14859"/>
          <p:cNvSpPr/>
          <p:nvPr/>
        </p:nvSpPr>
        <p:spPr>
          <a:xfrm>
            <a:off x="10504855" y="470359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2" name="r3_o14860"/>
          <p:cNvSpPr/>
          <p:nvPr/>
        </p:nvSpPr>
        <p:spPr>
          <a:xfrm>
            <a:off x="10504855" y="470359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3" name="r3_o14861"/>
          <p:cNvSpPr/>
          <p:nvPr/>
        </p:nvSpPr>
        <p:spPr>
          <a:xfrm>
            <a:off x="10586124" y="469881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4" name="r3_o14862"/>
          <p:cNvSpPr/>
          <p:nvPr/>
        </p:nvSpPr>
        <p:spPr>
          <a:xfrm>
            <a:off x="10595103" y="470683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5" name="r3_o14863"/>
          <p:cNvSpPr/>
          <p:nvPr/>
        </p:nvSpPr>
        <p:spPr>
          <a:xfrm>
            <a:off x="10595103" y="470683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6" name="r3_o14864"/>
          <p:cNvSpPr/>
          <p:nvPr/>
        </p:nvSpPr>
        <p:spPr>
          <a:xfrm>
            <a:off x="10766619" y="470528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7" name="r3_o14865"/>
          <p:cNvSpPr/>
          <p:nvPr/>
        </p:nvSpPr>
        <p:spPr>
          <a:xfrm>
            <a:off x="10775598" y="471330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8" name="r3_o14866"/>
          <p:cNvSpPr/>
          <p:nvPr/>
        </p:nvSpPr>
        <p:spPr>
          <a:xfrm>
            <a:off x="10775598" y="471330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69" name="r3_o14867"/>
          <p:cNvSpPr/>
          <p:nvPr/>
        </p:nvSpPr>
        <p:spPr>
          <a:xfrm>
            <a:off x="10856867" y="470852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0" name="r3_o14868"/>
          <p:cNvSpPr/>
          <p:nvPr/>
        </p:nvSpPr>
        <p:spPr>
          <a:xfrm>
            <a:off x="10865846" y="471653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1" name="r3_o14869"/>
          <p:cNvSpPr/>
          <p:nvPr/>
        </p:nvSpPr>
        <p:spPr>
          <a:xfrm>
            <a:off x="10865846" y="471653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2" name="r3_o14870"/>
          <p:cNvSpPr/>
          <p:nvPr/>
        </p:nvSpPr>
        <p:spPr>
          <a:xfrm>
            <a:off x="11037362" y="471499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3" name="r3_o14871"/>
          <p:cNvSpPr/>
          <p:nvPr/>
        </p:nvSpPr>
        <p:spPr>
          <a:xfrm>
            <a:off x="11046341" y="472300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4" name="r3_o14872"/>
          <p:cNvSpPr/>
          <p:nvPr/>
        </p:nvSpPr>
        <p:spPr>
          <a:xfrm>
            <a:off x="11046341" y="472300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5" name="r3_o14873"/>
          <p:cNvSpPr/>
          <p:nvPr/>
        </p:nvSpPr>
        <p:spPr>
          <a:xfrm>
            <a:off x="11127609" y="471822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6" name="r3_o14874"/>
          <p:cNvSpPr/>
          <p:nvPr/>
        </p:nvSpPr>
        <p:spPr>
          <a:xfrm>
            <a:off x="11136588" y="472624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7" name="r3_o14875"/>
          <p:cNvSpPr/>
          <p:nvPr/>
        </p:nvSpPr>
        <p:spPr>
          <a:xfrm>
            <a:off x="11136588" y="472624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8" name="r3_o14876"/>
          <p:cNvSpPr/>
          <p:nvPr/>
        </p:nvSpPr>
        <p:spPr>
          <a:xfrm>
            <a:off x="11308105" y="472469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79" name="r3_o14877"/>
          <p:cNvSpPr/>
          <p:nvPr/>
        </p:nvSpPr>
        <p:spPr>
          <a:xfrm>
            <a:off x="11317083" y="473271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0" name="r3_o14878"/>
          <p:cNvSpPr/>
          <p:nvPr/>
        </p:nvSpPr>
        <p:spPr>
          <a:xfrm>
            <a:off x="11317083" y="473271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1" name="r3_o14879"/>
          <p:cNvSpPr/>
          <p:nvPr/>
        </p:nvSpPr>
        <p:spPr>
          <a:xfrm>
            <a:off x="11398352" y="472793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2" name="r3_o14880"/>
          <p:cNvSpPr/>
          <p:nvPr/>
        </p:nvSpPr>
        <p:spPr>
          <a:xfrm>
            <a:off x="11407331" y="473594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3" name="r3_o14881"/>
          <p:cNvSpPr/>
          <p:nvPr/>
        </p:nvSpPr>
        <p:spPr>
          <a:xfrm>
            <a:off x="11407331" y="473594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4" name="r3_o14882"/>
          <p:cNvSpPr/>
          <p:nvPr/>
        </p:nvSpPr>
        <p:spPr>
          <a:xfrm>
            <a:off x="9882926" y="475520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5" name="r3_o14883"/>
          <p:cNvSpPr/>
          <p:nvPr/>
        </p:nvSpPr>
        <p:spPr>
          <a:xfrm>
            <a:off x="9891905" y="476322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6" name="r3_o14884"/>
          <p:cNvSpPr/>
          <p:nvPr/>
        </p:nvSpPr>
        <p:spPr>
          <a:xfrm>
            <a:off x="9891905" y="476322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7" name="r3_o14885"/>
          <p:cNvSpPr/>
          <p:nvPr/>
        </p:nvSpPr>
        <p:spPr>
          <a:xfrm>
            <a:off x="9973174" y="475843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8" name="r3_o14886"/>
          <p:cNvSpPr/>
          <p:nvPr/>
        </p:nvSpPr>
        <p:spPr>
          <a:xfrm>
            <a:off x="9982152" y="476645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89" name="r3_o14887"/>
          <p:cNvSpPr/>
          <p:nvPr/>
        </p:nvSpPr>
        <p:spPr>
          <a:xfrm>
            <a:off x="9982152" y="476645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0" name="r3_o14888"/>
          <p:cNvSpPr/>
          <p:nvPr/>
        </p:nvSpPr>
        <p:spPr>
          <a:xfrm>
            <a:off x="10153669" y="476490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1" name="r3_o14889"/>
          <p:cNvSpPr/>
          <p:nvPr/>
        </p:nvSpPr>
        <p:spPr>
          <a:xfrm>
            <a:off x="10162648" y="477292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2" name="r3_o14890"/>
          <p:cNvSpPr/>
          <p:nvPr/>
        </p:nvSpPr>
        <p:spPr>
          <a:xfrm>
            <a:off x="10162648" y="477292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3" name="r3_o14891"/>
          <p:cNvSpPr/>
          <p:nvPr/>
        </p:nvSpPr>
        <p:spPr>
          <a:xfrm>
            <a:off x="10243916" y="476814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4" name="r3_o14892"/>
          <p:cNvSpPr/>
          <p:nvPr/>
        </p:nvSpPr>
        <p:spPr>
          <a:xfrm>
            <a:off x="10252895" y="477616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5" name="r3_o14893"/>
          <p:cNvSpPr/>
          <p:nvPr/>
        </p:nvSpPr>
        <p:spPr>
          <a:xfrm>
            <a:off x="10252895" y="477616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6" name="r3_o14894"/>
          <p:cNvSpPr/>
          <p:nvPr/>
        </p:nvSpPr>
        <p:spPr>
          <a:xfrm>
            <a:off x="10424411" y="477461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7" name="r3_o14895"/>
          <p:cNvSpPr/>
          <p:nvPr/>
        </p:nvSpPr>
        <p:spPr>
          <a:xfrm>
            <a:off x="10433390" y="478263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8" name="r3_o14896"/>
          <p:cNvSpPr/>
          <p:nvPr/>
        </p:nvSpPr>
        <p:spPr>
          <a:xfrm>
            <a:off x="10433390" y="478263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99" name="r3_o14897"/>
          <p:cNvSpPr/>
          <p:nvPr/>
        </p:nvSpPr>
        <p:spPr>
          <a:xfrm>
            <a:off x="10514659" y="477785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0" name="r3_o14898"/>
          <p:cNvSpPr/>
          <p:nvPr/>
        </p:nvSpPr>
        <p:spPr>
          <a:xfrm>
            <a:off x="10523638" y="478586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1" name="r3_o14899"/>
          <p:cNvSpPr/>
          <p:nvPr/>
        </p:nvSpPr>
        <p:spPr>
          <a:xfrm>
            <a:off x="10523638" y="478586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2" name="r3_o14900"/>
          <p:cNvSpPr/>
          <p:nvPr/>
        </p:nvSpPr>
        <p:spPr>
          <a:xfrm>
            <a:off x="10695154" y="478432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3" name="r3_o14901"/>
          <p:cNvSpPr/>
          <p:nvPr/>
        </p:nvSpPr>
        <p:spPr>
          <a:xfrm>
            <a:off x="10704133" y="479233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4" name="r3_o14902"/>
          <p:cNvSpPr/>
          <p:nvPr/>
        </p:nvSpPr>
        <p:spPr>
          <a:xfrm>
            <a:off x="10704133" y="479233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5" name="r3_o14903"/>
          <p:cNvSpPr/>
          <p:nvPr/>
        </p:nvSpPr>
        <p:spPr>
          <a:xfrm>
            <a:off x="10785402" y="478755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6" name="r3_o14904"/>
          <p:cNvSpPr/>
          <p:nvPr/>
        </p:nvSpPr>
        <p:spPr>
          <a:xfrm>
            <a:off x="10794381" y="479557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7" name="r3_o14905"/>
          <p:cNvSpPr/>
          <p:nvPr/>
        </p:nvSpPr>
        <p:spPr>
          <a:xfrm>
            <a:off x="10794381" y="479557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8" name="r3_o14906"/>
          <p:cNvSpPr/>
          <p:nvPr/>
        </p:nvSpPr>
        <p:spPr>
          <a:xfrm>
            <a:off x="10965897" y="479402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09" name="r3_o14907"/>
          <p:cNvSpPr/>
          <p:nvPr/>
        </p:nvSpPr>
        <p:spPr>
          <a:xfrm>
            <a:off x="10974876" y="480204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0" name="r3_o14908"/>
          <p:cNvSpPr/>
          <p:nvPr/>
        </p:nvSpPr>
        <p:spPr>
          <a:xfrm>
            <a:off x="10974876" y="480204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1" name="r3_o14909"/>
          <p:cNvSpPr/>
          <p:nvPr/>
        </p:nvSpPr>
        <p:spPr>
          <a:xfrm>
            <a:off x="11056145" y="479726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2" name="r3_o14910"/>
          <p:cNvSpPr/>
          <p:nvPr/>
        </p:nvSpPr>
        <p:spPr>
          <a:xfrm>
            <a:off x="11065123" y="480527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3" name="r3_o14911"/>
          <p:cNvSpPr/>
          <p:nvPr/>
        </p:nvSpPr>
        <p:spPr>
          <a:xfrm>
            <a:off x="11065123" y="480527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4" name="r3_o14912"/>
          <p:cNvSpPr/>
          <p:nvPr/>
        </p:nvSpPr>
        <p:spPr>
          <a:xfrm>
            <a:off x="11236640" y="480373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5" name="r3_o14913"/>
          <p:cNvSpPr/>
          <p:nvPr/>
        </p:nvSpPr>
        <p:spPr>
          <a:xfrm>
            <a:off x="11245619" y="481174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6" name="r3_o14914"/>
          <p:cNvSpPr/>
          <p:nvPr/>
        </p:nvSpPr>
        <p:spPr>
          <a:xfrm>
            <a:off x="11245619" y="481174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7" name="r3_o14915"/>
          <p:cNvSpPr/>
          <p:nvPr/>
        </p:nvSpPr>
        <p:spPr>
          <a:xfrm>
            <a:off x="11326887" y="480696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8" name="r3_o14916"/>
          <p:cNvSpPr/>
          <p:nvPr/>
        </p:nvSpPr>
        <p:spPr>
          <a:xfrm>
            <a:off x="11335866" y="481498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19" name="r3_o14917"/>
          <p:cNvSpPr/>
          <p:nvPr/>
        </p:nvSpPr>
        <p:spPr>
          <a:xfrm>
            <a:off x="11335866" y="481498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0" name="r3_o14918"/>
          <p:cNvSpPr/>
          <p:nvPr/>
        </p:nvSpPr>
        <p:spPr>
          <a:xfrm>
            <a:off x="11507383" y="481343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1" name="r3_o14919"/>
          <p:cNvSpPr/>
          <p:nvPr/>
        </p:nvSpPr>
        <p:spPr>
          <a:xfrm>
            <a:off x="11516361" y="482145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2" name="r3_o14920"/>
          <p:cNvSpPr/>
          <p:nvPr/>
        </p:nvSpPr>
        <p:spPr>
          <a:xfrm>
            <a:off x="11516361" y="482145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3" name="r3_o14921"/>
          <p:cNvSpPr/>
          <p:nvPr/>
        </p:nvSpPr>
        <p:spPr>
          <a:xfrm>
            <a:off x="11547787" y="485063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4" name="r3_o14922"/>
          <p:cNvSpPr/>
          <p:nvPr/>
        </p:nvSpPr>
        <p:spPr>
          <a:xfrm>
            <a:off x="11553534" y="4855767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5" name="r3_o14923"/>
          <p:cNvSpPr/>
          <p:nvPr/>
        </p:nvSpPr>
        <p:spPr>
          <a:xfrm>
            <a:off x="11553534" y="4855767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6" name="r3_o14924"/>
          <p:cNvSpPr/>
          <p:nvPr/>
        </p:nvSpPr>
        <p:spPr>
          <a:xfrm>
            <a:off x="9901709" y="483747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7" name="r3_o14925"/>
          <p:cNvSpPr/>
          <p:nvPr/>
        </p:nvSpPr>
        <p:spPr>
          <a:xfrm>
            <a:off x="9910688" y="484549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8" name="r3_o14926"/>
          <p:cNvSpPr/>
          <p:nvPr/>
        </p:nvSpPr>
        <p:spPr>
          <a:xfrm>
            <a:off x="9910688" y="484549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29" name="r3_o14927"/>
          <p:cNvSpPr/>
          <p:nvPr/>
        </p:nvSpPr>
        <p:spPr>
          <a:xfrm>
            <a:off x="9942113" y="487467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0" name="r3_o14928"/>
          <p:cNvSpPr/>
          <p:nvPr/>
        </p:nvSpPr>
        <p:spPr>
          <a:xfrm>
            <a:off x="9947860" y="4879803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1" name="r3_o14929"/>
          <p:cNvSpPr/>
          <p:nvPr/>
        </p:nvSpPr>
        <p:spPr>
          <a:xfrm>
            <a:off x="9947860" y="4879803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2" name="r3_o14930"/>
          <p:cNvSpPr/>
          <p:nvPr/>
        </p:nvSpPr>
        <p:spPr>
          <a:xfrm>
            <a:off x="10082204" y="484394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3" name="r3_o14931"/>
          <p:cNvSpPr/>
          <p:nvPr/>
        </p:nvSpPr>
        <p:spPr>
          <a:xfrm>
            <a:off x="10091183" y="485196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4" name="r3_o14932"/>
          <p:cNvSpPr/>
          <p:nvPr/>
        </p:nvSpPr>
        <p:spPr>
          <a:xfrm>
            <a:off x="10091183" y="485196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5" name="r3_o14933"/>
          <p:cNvSpPr/>
          <p:nvPr/>
        </p:nvSpPr>
        <p:spPr>
          <a:xfrm>
            <a:off x="10172451" y="484718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6" name="r3_o14934"/>
          <p:cNvSpPr/>
          <p:nvPr/>
        </p:nvSpPr>
        <p:spPr>
          <a:xfrm>
            <a:off x="10181430" y="485519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7" name="r3_o14935"/>
          <p:cNvSpPr/>
          <p:nvPr/>
        </p:nvSpPr>
        <p:spPr>
          <a:xfrm>
            <a:off x="10181430" y="485519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8" name="r3_o14936"/>
          <p:cNvSpPr/>
          <p:nvPr/>
        </p:nvSpPr>
        <p:spPr>
          <a:xfrm>
            <a:off x="10352947" y="485365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39" name="r3_o14937"/>
          <p:cNvSpPr/>
          <p:nvPr/>
        </p:nvSpPr>
        <p:spPr>
          <a:xfrm>
            <a:off x="10361925" y="486166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0" name="r3_o14938"/>
          <p:cNvSpPr/>
          <p:nvPr/>
        </p:nvSpPr>
        <p:spPr>
          <a:xfrm>
            <a:off x="10361925" y="486166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1" name="r3_o14939"/>
          <p:cNvSpPr/>
          <p:nvPr/>
        </p:nvSpPr>
        <p:spPr>
          <a:xfrm>
            <a:off x="10443194" y="485688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2" name="r3_o14940"/>
          <p:cNvSpPr/>
          <p:nvPr/>
        </p:nvSpPr>
        <p:spPr>
          <a:xfrm>
            <a:off x="10452173" y="486490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3" name="r3_o14941"/>
          <p:cNvSpPr/>
          <p:nvPr/>
        </p:nvSpPr>
        <p:spPr>
          <a:xfrm>
            <a:off x="10452173" y="486490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4" name="r3_o14942"/>
          <p:cNvSpPr/>
          <p:nvPr/>
        </p:nvSpPr>
        <p:spPr>
          <a:xfrm>
            <a:off x="10623689" y="486335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5" name="r3_o14943"/>
          <p:cNvSpPr/>
          <p:nvPr/>
        </p:nvSpPr>
        <p:spPr>
          <a:xfrm>
            <a:off x="10632668" y="487137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6" name="r3_o14944"/>
          <p:cNvSpPr/>
          <p:nvPr/>
        </p:nvSpPr>
        <p:spPr>
          <a:xfrm>
            <a:off x="10632668" y="487137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7" name="r3_o14945"/>
          <p:cNvSpPr/>
          <p:nvPr/>
        </p:nvSpPr>
        <p:spPr>
          <a:xfrm>
            <a:off x="10713937" y="486659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8" name="r3_o14946"/>
          <p:cNvSpPr/>
          <p:nvPr/>
        </p:nvSpPr>
        <p:spPr>
          <a:xfrm>
            <a:off x="10722916" y="487460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49" name="r3_o14947"/>
          <p:cNvSpPr/>
          <p:nvPr/>
        </p:nvSpPr>
        <p:spPr>
          <a:xfrm>
            <a:off x="10722916" y="487460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0" name="r3_o14948"/>
          <p:cNvSpPr/>
          <p:nvPr/>
        </p:nvSpPr>
        <p:spPr>
          <a:xfrm>
            <a:off x="10894432" y="487306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1" name="r3_o14949"/>
          <p:cNvSpPr/>
          <p:nvPr/>
        </p:nvSpPr>
        <p:spPr>
          <a:xfrm>
            <a:off x="10903411" y="488108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2" name="r3_o14950"/>
          <p:cNvSpPr/>
          <p:nvPr/>
        </p:nvSpPr>
        <p:spPr>
          <a:xfrm>
            <a:off x="10903411" y="488108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3" name="r3_o14951"/>
          <p:cNvSpPr/>
          <p:nvPr/>
        </p:nvSpPr>
        <p:spPr>
          <a:xfrm>
            <a:off x="10984680" y="487629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4" name="r3_o14952"/>
          <p:cNvSpPr/>
          <p:nvPr/>
        </p:nvSpPr>
        <p:spPr>
          <a:xfrm>
            <a:off x="10993659" y="488431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5" name="r3_o14953"/>
          <p:cNvSpPr/>
          <p:nvPr/>
        </p:nvSpPr>
        <p:spPr>
          <a:xfrm>
            <a:off x="10993659" y="488431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6" name="r3_o14954"/>
          <p:cNvSpPr/>
          <p:nvPr/>
        </p:nvSpPr>
        <p:spPr>
          <a:xfrm>
            <a:off x="11165175" y="488276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7" name="r3_o14955"/>
          <p:cNvSpPr/>
          <p:nvPr/>
        </p:nvSpPr>
        <p:spPr>
          <a:xfrm>
            <a:off x="11174154" y="489078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8" name="r3_o14956"/>
          <p:cNvSpPr/>
          <p:nvPr/>
        </p:nvSpPr>
        <p:spPr>
          <a:xfrm>
            <a:off x="11174154" y="489078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59" name="r3_o14957"/>
          <p:cNvSpPr/>
          <p:nvPr/>
        </p:nvSpPr>
        <p:spPr>
          <a:xfrm>
            <a:off x="11255422" y="488600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0" name="r3_o14958"/>
          <p:cNvSpPr/>
          <p:nvPr/>
        </p:nvSpPr>
        <p:spPr>
          <a:xfrm>
            <a:off x="11264401" y="489402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1" name="r3_o14959"/>
          <p:cNvSpPr/>
          <p:nvPr/>
        </p:nvSpPr>
        <p:spPr>
          <a:xfrm>
            <a:off x="11264401" y="489402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2" name="r3_o14960"/>
          <p:cNvSpPr/>
          <p:nvPr/>
        </p:nvSpPr>
        <p:spPr>
          <a:xfrm>
            <a:off x="11435918" y="489247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3" name="r3_o14961"/>
          <p:cNvSpPr/>
          <p:nvPr/>
        </p:nvSpPr>
        <p:spPr>
          <a:xfrm>
            <a:off x="11444896" y="490049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4" name="r3_o14962"/>
          <p:cNvSpPr/>
          <p:nvPr/>
        </p:nvSpPr>
        <p:spPr>
          <a:xfrm>
            <a:off x="11444896" y="490049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5" name="r3_o14963"/>
          <p:cNvSpPr/>
          <p:nvPr/>
        </p:nvSpPr>
        <p:spPr>
          <a:xfrm>
            <a:off x="11526165" y="489571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6" name="r3_o14964"/>
          <p:cNvSpPr/>
          <p:nvPr/>
        </p:nvSpPr>
        <p:spPr>
          <a:xfrm>
            <a:off x="11535144" y="490372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7" name="r3_o14965"/>
          <p:cNvSpPr/>
          <p:nvPr/>
        </p:nvSpPr>
        <p:spPr>
          <a:xfrm>
            <a:off x="11535144" y="490372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8" name="r3_o14966"/>
          <p:cNvSpPr/>
          <p:nvPr/>
        </p:nvSpPr>
        <p:spPr>
          <a:xfrm>
            <a:off x="10010739" y="492298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69" name="r3_o14967"/>
          <p:cNvSpPr/>
          <p:nvPr/>
        </p:nvSpPr>
        <p:spPr>
          <a:xfrm>
            <a:off x="10019718" y="493099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0" name="r3_o14968"/>
          <p:cNvSpPr/>
          <p:nvPr/>
        </p:nvSpPr>
        <p:spPr>
          <a:xfrm>
            <a:off x="10019718" y="493099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1" name="r3_o14969"/>
          <p:cNvSpPr/>
          <p:nvPr/>
        </p:nvSpPr>
        <p:spPr>
          <a:xfrm>
            <a:off x="10051144" y="4960180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2" name="r3_o14970"/>
          <p:cNvSpPr/>
          <p:nvPr/>
        </p:nvSpPr>
        <p:spPr>
          <a:xfrm>
            <a:off x="10056890" y="496531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3" name="r3_o14971"/>
          <p:cNvSpPr/>
          <p:nvPr/>
        </p:nvSpPr>
        <p:spPr>
          <a:xfrm>
            <a:off x="10056890" y="496531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4" name="r3_o14972"/>
          <p:cNvSpPr/>
          <p:nvPr/>
        </p:nvSpPr>
        <p:spPr>
          <a:xfrm>
            <a:off x="10100987" y="492621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5" name="r3_o14973"/>
          <p:cNvSpPr/>
          <p:nvPr/>
        </p:nvSpPr>
        <p:spPr>
          <a:xfrm>
            <a:off x="10109965" y="493423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6" name="r3_o14974"/>
          <p:cNvSpPr/>
          <p:nvPr/>
        </p:nvSpPr>
        <p:spPr>
          <a:xfrm>
            <a:off x="10109965" y="493423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7" name="r3_o14975"/>
          <p:cNvSpPr/>
          <p:nvPr/>
        </p:nvSpPr>
        <p:spPr>
          <a:xfrm>
            <a:off x="10281482" y="493268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8" name="r3_o14976"/>
          <p:cNvSpPr/>
          <p:nvPr/>
        </p:nvSpPr>
        <p:spPr>
          <a:xfrm>
            <a:off x="10290461" y="494070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79" name="r3_o14977"/>
          <p:cNvSpPr/>
          <p:nvPr/>
        </p:nvSpPr>
        <p:spPr>
          <a:xfrm>
            <a:off x="10290461" y="494070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0" name="r3_o14978"/>
          <p:cNvSpPr/>
          <p:nvPr/>
        </p:nvSpPr>
        <p:spPr>
          <a:xfrm>
            <a:off x="10371729" y="493592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1" name="r3_o14979"/>
          <p:cNvSpPr/>
          <p:nvPr/>
        </p:nvSpPr>
        <p:spPr>
          <a:xfrm>
            <a:off x="10380708" y="494394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2" name="r3_o14980"/>
          <p:cNvSpPr/>
          <p:nvPr/>
        </p:nvSpPr>
        <p:spPr>
          <a:xfrm>
            <a:off x="10380708" y="494394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3" name="r3_o14981"/>
          <p:cNvSpPr/>
          <p:nvPr/>
        </p:nvSpPr>
        <p:spPr>
          <a:xfrm>
            <a:off x="10552225" y="494239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4" name="r3_o14982"/>
          <p:cNvSpPr/>
          <p:nvPr/>
        </p:nvSpPr>
        <p:spPr>
          <a:xfrm>
            <a:off x="10561203" y="495041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5" name="r3_o14983"/>
          <p:cNvSpPr/>
          <p:nvPr/>
        </p:nvSpPr>
        <p:spPr>
          <a:xfrm>
            <a:off x="10561203" y="495041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6" name="r3_o14984"/>
          <p:cNvSpPr/>
          <p:nvPr/>
        </p:nvSpPr>
        <p:spPr>
          <a:xfrm>
            <a:off x="10642472" y="494562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7" name="r3_o14985"/>
          <p:cNvSpPr/>
          <p:nvPr/>
        </p:nvSpPr>
        <p:spPr>
          <a:xfrm>
            <a:off x="10651451" y="495364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8" name="r3_o14986"/>
          <p:cNvSpPr/>
          <p:nvPr/>
        </p:nvSpPr>
        <p:spPr>
          <a:xfrm>
            <a:off x="10651451" y="495364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89" name="r3_o14987"/>
          <p:cNvSpPr/>
          <p:nvPr/>
        </p:nvSpPr>
        <p:spPr>
          <a:xfrm>
            <a:off x="10822967" y="495210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0" name="r3_o14988"/>
          <p:cNvSpPr/>
          <p:nvPr/>
        </p:nvSpPr>
        <p:spPr>
          <a:xfrm>
            <a:off x="10831946" y="496011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1" name="r3_o14989"/>
          <p:cNvSpPr/>
          <p:nvPr/>
        </p:nvSpPr>
        <p:spPr>
          <a:xfrm>
            <a:off x="10831946" y="496011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2" name="r3_o14990"/>
          <p:cNvSpPr/>
          <p:nvPr/>
        </p:nvSpPr>
        <p:spPr>
          <a:xfrm>
            <a:off x="10913215" y="495533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3" name="r3_o14991"/>
          <p:cNvSpPr/>
          <p:nvPr/>
        </p:nvSpPr>
        <p:spPr>
          <a:xfrm>
            <a:off x="10922194" y="496335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4" name="r3_o14992"/>
          <p:cNvSpPr/>
          <p:nvPr/>
        </p:nvSpPr>
        <p:spPr>
          <a:xfrm>
            <a:off x="10922194" y="496335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5" name="r3_o14993"/>
          <p:cNvSpPr/>
          <p:nvPr/>
        </p:nvSpPr>
        <p:spPr>
          <a:xfrm>
            <a:off x="11093710" y="496180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6" name="r3_o14994"/>
          <p:cNvSpPr/>
          <p:nvPr/>
        </p:nvSpPr>
        <p:spPr>
          <a:xfrm>
            <a:off x="11102689" y="496982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7" name="r3_o14995"/>
          <p:cNvSpPr/>
          <p:nvPr/>
        </p:nvSpPr>
        <p:spPr>
          <a:xfrm>
            <a:off x="11102689" y="496982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8" name="r3_o14996"/>
          <p:cNvSpPr/>
          <p:nvPr/>
        </p:nvSpPr>
        <p:spPr>
          <a:xfrm>
            <a:off x="11183958" y="496504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99" name="r3_o14997"/>
          <p:cNvSpPr/>
          <p:nvPr/>
        </p:nvSpPr>
        <p:spPr>
          <a:xfrm>
            <a:off x="11192936" y="497305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0" name="r3_o14998"/>
          <p:cNvSpPr/>
          <p:nvPr/>
        </p:nvSpPr>
        <p:spPr>
          <a:xfrm>
            <a:off x="11192936" y="497305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1" name="r3_o14999"/>
          <p:cNvSpPr/>
          <p:nvPr/>
        </p:nvSpPr>
        <p:spPr>
          <a:xfrm>
            <a:off x="11364453" y="497151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2" name="r3_o15000"/>
          <p:cNvSpPr/>
          <p:nvPr/>
        </p:nvSpPr>
        <p:spPr>
          <a:xfrm>
            <a:off x="11373432" y="497952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3" name="r3_o15001"/>
          <p:cNvSpPr/>
          <p:nvPr/>
        </p:nvSpPr>
        <p:spPr>
          <a:xfrm>
            <a:off x="11373432" y="497952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4" name="r3_o15002"/>
          <p:cNvSpPr/>
          <p:nvPr/>
        </p:nvSpPr>
        <p:spPr>
          <a:xfrm>
            <a:off x="11454700" y="497474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5" name="r3_o15003"/>
          <p:cNvSpPr/>
          <p:nvPr/>
        </p:nvSpPr>
        <p:spPr>
          <a:xfrm>
            <a:off x="11463679" y="498276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6" name="r3_o15004"/>
          <p:cNvSpPr/>
          <p:nvPr/>
        </p:nvSpPr>
        <p:spPr>
          <a:xfrm>
            <a:off x="11463679" y="498276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7" name="r3_o15005"/>
          <p:cNvSpPr/>
          <p:nvPr/>
        </p:nvSpPr>
        <p:spPr>
          <a:xfrm>
            <a:off x="11635196" y="498121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8" name="r3_o15006"/>
          <p:cNvSpPr/>
          <p:nvPr/>
        </p:nvSpPr>
        <p:spPr>
          <a:xfrm>
            <a:off x="11644174" y="498923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09" name="r3_o15007"/>
          <p:cNvSpPr/>
          <p:nvPr/>
        </p:nvSpPr>
        <p:spPr>
          <a:xfrm>
            <a:off x="11644174" y="498923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0" name="r3_o15008"/>
          <p:cNvSpPr/>
          <p:nvPr/>
        </p:nvSpPr>
        <p:spPr>
          <a:xfrm>
            <a:off x="11675600" y="501841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1" name="r3_o15009"/>
          <p:cNvSpPr/>
          <p:nvPr/>
        </p:nvSpPr>
        <p:spPr>
          <a:xfrm>
            <a:off x="11681347" y="502354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2" name="r3_o15010"/>
          <p:cNvSpPr/>
          <p:nvPr/>
        </p:nvSpPr>
        <p:spPr>
          <a:xfrm>
            <a:off x="11681347" y="502354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3" name="r3_o15011"/>
          <p:cNvSpPr/>
          <p:nvPr/>
        </p:nvSpPr>
        <p:spPr>
          <a:xfrm>
            <a:off x="10210024" y="501173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4" name="r3_o15012"/>
          <p:cNvSpPr/>
          <p:nvPr/>
        </p:nvSpPr>
        <p:spPr>
          <a:xfrm>
            <a:off x="10219003" y="501975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5" name="r3_o15013"/>
          <p:cNvSpPr/>
          <p:nvPr/>
        </p:nvSpPr>
        <p:spPr>
          <a:xfrm>
            <a:off x="10219003" y="501975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6" name="r3_o15014"/>
          <p:cNvSpPr/>
          <p:nvPr/>
        </p:nvSpPr>
        <p:spPr>
          <a:xfrm>
            <a:off x="10250429" y="5048932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7" name="r3_o15015"/>
          <p:cNvSpPr/>
          <p:nvPr/>
        </p:nvSpPr>
        <p:spPr>
          <a:xfrm>
            <a:off x="10256175" y="505406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8" name="r3_o15016"/>
          <p:cNvSpPr/>
          <p:nvPr/>
        </p:nvSpPr>
        <p:spPr>
          <a:xfrm>
            <a:off x="10256175" y="505406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19" name="r3_o15017"/>
          <p:cNvSpPr/>
          <p:nvPr/>
        </p:nvSpPr>
        <p:spPr>
          <a:xfrm>
            <a:off x="10300272" y="501496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0" name="r3_o15018"/>
          <p:cNvSpPr/>
          <p:nvPr/>
        </p:nvSpPr>
        <p:spPr>
          <a:xfrm>
            <a:off x="10309251" y="502298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1" name="r3_o15019"/>
          <p:cNvSpPr/>
          <p:nvPr/>
        </p:nvSpPr>
        <p:spPr>
          <a:xfrm>
            <a:off x="10309251" y="502298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2" name="r3_o15020"/>
          <p:cNvSpPr/>
          <p:nvPr/>
        </p:nvSpPr>
        <p:spPr>
          <a:xfrm>
            <a:off x="10340676" y="505216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3" name="r3_o15021"/>
          <p:cNvSpPr/>
          <p:nvPr/>
        </p:nvSpPr>
        <p:spPr>
          <a:xfrm>
            <a:off x="10346423" y="505729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4" name="r3_o15022"/>
          <p:cNvSpPr/>
          <p:nvPr/>
        </p:nvSpPr>
        <p:spPr>
          <a:xfrm>
            <a:off x="10346423" y="505729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5" name="r3_o15023"/>
          <p:cNvSpPr/>
          <p:nvPr/>
        </p:nvSpPr>
        <p:spPr>
          <a:xfrm>
            <a:off x="10480767" y="502144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6" name="r3_o15024"/>
          <p:cNvSpPr/>
          <p:nvPr/>
        </p:nvSpPr>
        <p:spPr>
          <a:xfrm>
            <a:off x="10489746" y="502945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7" name="r3_o15025"/>
          <p:cNvSpPr/>
          <p:nvPr/>
        </p:nvSpPr>
        <p:spPr>
          <a:xfrm>
            <a:off x="10489746" y="502945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8" name="r3_o15026"/>
          <p:cNvSpPr/>
          <p:nvPr/>
        </p:nvSpPr>
        <p:spPr>
          <a:xfrm>
            <a:off x="10521172" y="5058638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29" name="r3_o15027"/>
          <p:cNvSpPr/>
          <p:nvPr/>
        </p:nvSpPr>
        <p:spPr>
          <a:xfrm>
            <a:off x="10526918" y="506376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0" name="r3_o15028"/>
          <p:cNvSpPr/>
          <p:nvPr/>
        </p:nvSpPr>
        <p:spPr>
          <a:xfrm>
            <a:off x="10526918" y="506376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1" name="r3_o15029"/>
          <p:cNvSpPr/>
          <p:nvPr/>
        </p:nvSpPr>
        <p:spPr>
          <a:xfrm>
            <a:off x="10571015" y="502467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2" name="r3_o15030"/>
          <p:cNvSpPr/>
          <p:nvPr/>
        </p:nvSpPr>
        <p:spPr>
          <a:xfrm>
            <a:off x="10579993" y="503269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3" name="r3_o15031"/>
          <p:cNvSpPr/>
          <p:nvPr/>
        </p:nvSpPr>
        <p:spPr>
          <a:xfrm>
            <a:off x="10579993" y="503269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4" name="r3_o15032"/>
          <p:cNvSpPr/>
          <p:nvPr/>
        </p:nvSpPr>
        <p:spPr>
          <a:xfrm>
            <a:off x="10611419" y="506187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5" name="r3_o15033"/>
          <p:cNvSpPr/>
          <p:nvPr/>
        </p:nvSpPr>
        <p:spPr>
          <a:xfrm>
            <a:off x="10617166" y="506700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6" name="r3_o15034"/>
          <p:cNvSpPr/>
          <p:nvPr/>
        </p:nvSpPr>
        <p:spPr>
          <a:xfrm>
            <a:off x="10617166" y="506700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7" name="r3_o15035"/>
          <p:cNvSpPr/>
          <p:nvPr/>
        </p:nvSpPr>
        <p:spPr>
          <a:xfrm>
            <a:off x="10751510" y="503114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8" name="r3_o15036"/>
          <p:cNvSpPr/>
          <p:nvPr/>
        </p:nvSpPr>
        <p:spPr>
          <a:xfrm>
            <a:off x="10760489" y="503916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" name="r3_o15037"/>
          <p:cNvSpPr/>
          <p:nvPr/>
        </p:nvSpPr>
        <p:spPr>
          <a:xfrm>
            <a:off x="10760489" y="503916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0" name="r3_o15038"/>
          <p:cNvSpPr/>
          <p:nvPr/>
        </p:nvSpPr>
        <p:spPr>
          <a:xfrm>
            <a:off x="10791914" y="5068344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1" name="r3_o15039"/>
          <p:cNvSpPr/>
          <p:nvPr/>
        </p:nvSpPr>
        <p:spPr>
          <a:xfrm>
            <a:off x="10797661" y="507347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2" name="r3_o15040"/>
          <p:cNvSpPr/>
          <p:nvPr/>
        </p:nvSpPr>
        <p:spPr>
          <a:xfrm>
            <a:off x="10797661" y="507347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3" name="r3_o15041"/>
          <p:cNvSpPr/>
          <p:nvPr/>
        </p:nvSpPr>
        <p:spPr>
          <a:xfrm>
            <a:off x="10841757" y="503438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4" name="r3_o15042"/>
          <p:cNvSpPr/>
          <p:nvPr/>
        </p:nvSpPr>
        <p:spPr>
          <a:xfrm>
            <a:off x="10850736" y="504239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5" name="r3_o15043"/>
          <p:cNvSpPr/>
          <p:nvPr/>
        </p:nvSpPr>
        <p:spPr>
          <a:xfrm>
            <a:off x="10850736" y="504239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6" name="r3_o15044"/>
          <p:cNvSpPr/>
          <p:nvPr/>
        </p:nvSpPr>
        <p:spPr>
          <a:xfrm>
            <a:off x="10882162" y="507157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7" name="r3_o15045"/>
          <p:cNvSpPr/>
          <p:nvPr/>
        </p:nvSpPr>
        <p:spPr>
          <a:xfrm>
            <a:off x="10887908" y="507671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8" name="r3_o15046"/>
          <p:cNvSpPr/>
          <p:nvPr/>
        </p:nvSpPr>
        <p:spPr>
          <a:xfrm>
            <a:off x="10887908" y="507671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49" name="r3_o15047"/>
          <p:cNvSpPr/>
          <p:nvPr/>
        </p:nvSpPr>
        <p:spPr>
          <a:xfrm>
            <a:off x="11022253" y="504085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0" name="r3_o15048"/>
          <p:cNvSpPr/>
          <p:nvPr/>
        </p:nvSpPr>
        <p:spPr>
          <a:xfrm>
            <a:off x="11031231" y="504886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1" name="r3_o15049"/>
          <p:cNvSpPr/>
          <p:nvPr/>
        </p:nvSpPr>
        <p:spPr>
          <a:xfrm>
            <a:off x="11031231" y="504886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2" name="r3_o15050"/>
          <p:cNvSpPr/>
          <p:nvPr/>
        </p:nvSpPr>
        <p:spPr>
          <a:xfrm>
            <a:off x="11062657" y="507804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3" name="r3_o15051"/>
          <p:cNvSpPr/>
          <p:nvPr/>
        </p:nvSpPr>
        <p:spPr>
          <a:xfrm>
            <a:off x="11068404" y="508318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4" name="r3_o15052"/>
          <p:cNvSpPr/>
          <p:nvPr/>
        </p:nvSpPr>
        <p:spPr>
          <a:xfrm>
            <a:off x="11068404" y="508318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5" name="r3_o15053"/>
          <p:cNvSpPr/>
          <p:nvPr/>
        </p:nvSpPr>
        <p:spPr>
          <a:xfrm>
            <a:off x="11112500" y="504408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6" name="r3_o15054"/>
          <p:cNvSpPr/>
          <p:nvPr/>
        </p:nvSpPr>
        <p:spPr>
          <a:xfrm>
            <a:off x="11121479" y="505210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7" name="r3_o15055"/>
          <p:cNvSpPr/>
          <p:nvPr/>
        </p:nvSpPr>
        <p:spPr>
          <a:xfrm>
            <a:off x="11121479" y="505210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8" name="r3_o15056"/>
          <p:cNvSpPr/>
          <p:nvPr/>
        </p:nvSpPr>
        <p:spPr>
          <a:xfrm>
            <a:off x="11152905" y="508128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59" name="r3_o15057"/>
          <p:cNvSpPr/>
          <p:nvPr/>
        </p:nvSpPr>
        <p:spPr>
          <a:xfrm>
            <a:off x="11158651" y="508641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0" name="r3_o15058"/>
          <p:cNvSpPr/>
          <p:nvPr/>
        </p:nvSpPr>
        <p:spPr>
          <a:xfrm>
            <a:off x="11158651" y="508641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1" name="r3_o15059"/>
          <p:cNvSpPr/>
          <p:nvPr/>
        </p:nvSpPr>
        <p:spPr>
          <a:xfrm>
            <a:off x="11292995" y="505055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2" name="r3_o15060"/>
          <p:cNvSpPr/>
          <p:nvPr/>
        </p:nvSpPr>
        <p:spPr>
          <a:xfrm>
            <a:off x="11301974" y="505857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3" name="r3_o15061"/>
          <p:cNvSpPr/>
          <p:nvPr/>
        </p:nvSpPr>
        <p:spPr>
          <a:xfrm>
            <a:off x="11301974" y="505857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4" name="r3_o15062"/>
          <p:cNvSpPr/>
          <p:nvPr/>
        </p:nvSpPr>
        <p:spPr>
          <a:xfrm>
            <a:off x="11333400" y="508775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5" name="r3_o15063"/>
          <p:cNvSpPr/>
          <p:nvPr/>
        </p:nvSpPr>
        <p:spPr>
          <a:xfrm>
            <a:off x="11339146" y="509288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6" name="r3_o15064"/>
          <p:cNvSpPr/>
          <p:nvPr/>
        </p:nvSpPr>
        <p:spPr>
          <a:xfrm>
            <a:off x="11339146" y="509288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7" name="r3_o15065"/>
          <p:cNvSpPr/>
          <p:nvPr/>
        </p:nvSpPr>
        <p:spPr>
          <a:xfrm>
            <a:off x="11383243" y="505379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8" name="r3_o15066"/>
          <p:cNvSpPr/>
          <p:nvPr/>
        </p:nvSpPr>
        <p:spPr>
          <a:xfrm>
            <a:off x="11392222" y="506181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69" name="r3_o15067"/>
          <p:cNvSpPr/>
          <p:nvPr/>
        </p:nvSpPr>
        <p:spPr>
          <a:xfrm>
            <a:off x="11392222" y="506181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0" name="r3_o15068"/>
          <p:cNvSpPr/>
          <p:nvPr/>
        </p:nvSpPr>
        <p:spPr>
          <a:xfrm>
            <a:off x="11423648" y="509099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1" name="r3_o15069"/>
          <p:cNvSpPr/>
          <p:nvPr/>
        </p:nvSpPr>
        <p:spPr>
          <a:xfrm>
            <a:off x="11429394" y="5096121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2" name="r3_o15070"/>
          <p:cNvSpPr/>
          <p:nvPr/>
        </p:nvSpPr>
        <p:spPr>
          <a:xfrm>
            <a:off x="11429394" y="5096121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3" name="r3_o15071"/>
          <p:cNvSpPr/>
          <p:nvPr/>
        </p:nvSpPr>
        <p:spPr>
          <a:xfrm>
            <a:off x="11563738" y="506026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4" name="r3_o15072"/>
          <p:cNvSpPr/>
          <p:nvPr/>
        </p:nvSpPr>
        <p:spPr>
          <a:xfrm>
            <a:off x="11572717" y="506828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5" name="r3_o15073"/>
          <p:cNvSpPr/>
          <p:nvPr/>
        </p:nvSpPr>
        <p:spPr>
          <a:xfrm>
            <a:off x="11572717" y="506828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6" name="r3_o15074"/>
          <p:cNvSpPr/>
          <p:nvPr/>
        </p:nvSpPr>
        <p:spPr>
          <a:xfrm>
            <a:off x="11604143" y="509746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7" name="r3_o15075"/>
          <p:cNvSpPr/>
          <p:nvPr/>
        </p:nvSpPr>
        <p:spPr>
          <a:xfrm>
            <a:off x="11609889" y="510259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8" name="r3_o15076"/>
          <p:cNvSpPr/>
          <p:nvPr/>
        </p:nvSpPr>
        <p:spPr>
          <a:xfrm>
            <a:off x="11609889" y="510259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79" name="r3_o15077"/>
          <p:cNvSpPr/>
          <p:nvPr/>
        </p:nvSpPr>
        <p:spPr>
          <a:xfrm>
            <a:off x="11653986" y="506349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80" name="r3_o15078"/>
          <p:cNvSpPr/>
          <p:nvPr/>
        </p:nvSpPr>
        <p:spPr>
          <a:xfrm>
            <a:off x="11662964" y="507151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81" name="r3_o15079"/>
          <p:cNvSpPr/>
          <p:nvPr/>
        </p:nvSpPr>
        <p:spPr>
          <a:xfrm>
            <a:off x="11662964" y="507151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82" name="r3_o15080"/>
          <p:cNvSpPr/>
          <p:nvPr/>
        </p:nvSpPr>
        <p:spPr>
          <a:xfrm>
            <a:off x="11694390" y="510069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83" name="r3_o15081"/>
          <p:cNvSpPr/>
          <p:nvPr/>
        </p:nvSpPr>
        <p:spPr>
          <a:xfrm>
            <a:off x="11700137" y="5105827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84" name="r3_o15082"/>
          <p:cNvSpPr/>
          <p:nvPr/>
        </p:nvSpPr>
        <p:spPr>
          <a:xfrm>
            <a:off x="11700137" y="5105827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85" name="r3_o15083"/>
          <p:cNvSpPr/>
          <p:nvPr/>
        </p:nvSpPr>
        <p:spPr>
          <a:xfrm>
            <a:off x="9922602" y="512520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86" name="r3_o15084"/>
          <p:cNvSpPr/>
          <p:nvPr/>
        </p:nvSpPr>
        <p:spPr>
          <a:xfrm>
            <a:off x="10853616" y="5977319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87" name="r3_o15085"/>
          <p:cNvSpPr/>
          <p:nvPr/>
        </p:nvSpPr>
        <p:spPr>
          <a:xfrm flipV="1">
            <a:off x="10718403" y="5848255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88" name="r3_o15086"/>
          <p:cNvSpPr/>
          <p:nvPr/>
        </p:nvSpPr>
        <p:spPr>
          <a:xfrm flipV="1">
            <a:off x="10231317" y="5744148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89" name="r3_o15087"/>
          <p:cNvSpPr/>
          <p:nvPr/>
        </p:nvSpPr>
        <p:spPr>
          <a:xfrm>
            <a:off x="9745852" y="5305140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0" name="r3_o15088"/>
          <p:cNvSpPr/>
          <p:nvPr/>
        </p:nvSpPr>
        <p:spPr>
          <a:xfrm>
            <a:off x="10922846" y="5591068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1" name="r3_o15089"/>
          <p:cNvSpPr/>
          <p:nvPr/>
        </p:nvSpPr>
        <p:spPr>
          <a:xfrm>
            <a:off x="10354307" y="5538311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2" name="r3_o15090"/>
          <p:cNvSpPr/>
          <p:nvPr/>
        </p:nvSpPr>
        <p:spPr>
          <a:xfrm>
            <a:off x="10232939" y="5409237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3" name="r3_o15091"/>
          <p:cNvSpPr/>
          <p:nvPr/>
        </p:nvSpPr>
        <p:spPr>
          <a:xfrm>
            <a:off x="10475672" y="5667375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4" name="r3_o15092"/>
          <p:cNvSpPr/>
          <p:nvPr/>
        </p:nvSpPr>
        <p:spPr>
          <a:xfrm>
            <a:off x="10718403" y="5925503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5" name="r3_o15093"/>
          <p:cNvSpPr/>
          <p:nvPr/>
        </p:nvSpPr>
        <p:spPr>
          <a:xfrm>
            <a:off x="10732250" y="584825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6" name="r3_o15094"/>
          <p:cNvSpPr/>
          <p:nvPr/>
        </p:nvSpPr>
        <p:spPr>
          <a:xfrm flipV="1">
            <a:off x="10517210" y="5358373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7" name="r3_o15095"/>
          <p:cNvSpPr/>
          <p:nvPr/>
        </p:nvSpPr>
        <p:spPr>
          <a:xfrm flipV="1">
            <a:off x="10678491" y="5667851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8" name="r3_o15096"/>
          <p:cNvSpPr/>
          <p:nvPr/>
        </p:nvSpPr>
        <p:spPr>
          <a:xfrm>
            <a:off x="9841149" y="517654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099" name="r3_o15097"/>
          <p:cNvSpPr/>
          <p:nvPr/>
        </p:nvSpPr>
        <p:spPr>
          <a:xfrm>
            <a:off x="9988583" y="5563268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0" name="r3_o15098"/>
          <p:cNvSpPr/>
          <p:nvPr/>
        </p:nvSpPr>
        <p:spPr>
          <a:xfrm>
            <a:off x="10246786" y="5331989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1" name="r3_o15099"/>
          <p:cNvSpPr/>
          <p:nvPr/>
        </p:nvSpPr>
        <p:spPr>
          <a:xfrm flipV="1">
            <a:off x="10111574" y="5202925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2" name="r3_o15100"/>
          <p:cNvSpPr/>
          <p:nvPr/>
        </p:nvSpPr>
        <p:spPr>
          <a:xfrm>
            <a:off x="10720028" y="5513345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3" name="r3_o15101"/>
          <p:cNvSpPr/>
          <p:nvPr/>
        </p:nvSpPr>
        <p:spPr>
          <a:xfrm>
            <a:off x="10043967" y="525426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4" name="r3_o15102"/>
          <p:cNvSpPr/>
          <p:nvPr/>
        </p:nvSpPr>
        <p:spPr>
          <a:xfrm>
            <a:off x="10557125" y="5616035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5" name="r3_o15103"/>
          <p:cNvSpPr/>
          <p:nvPr/>
        </p:nvSpPr>
        <p:spPr>
          <a:xfrm flipV="1">
            <a:off x="9745852" y="5227881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6" name="r3_o15104"/>
          <p:cNvSpPr/>
          <p:nvPr/>
        </p:nvSpPr>
        <p:spPr>
          <a:xfrm flipV="1">
            <a:off x="10354307" y="5461053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7" name="r3_o15105"/>
          <p:cNvSpPr/>
          <p:nvPr/>
        </p:nvSpPr>
        <p:spPr>
          <a:xfrm flipV="1">
            <a:off x="10434135" y="5821872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8" name="r3_o15106"/>
          <p:cNvSpPr/>
          <p:nvPr/>
        </p:nvSpPr>
        <p:spPr>
          <a:xfrm>
            <a:off x="10570969" y="5538777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09" name="r3_o15107"/>
          <p:cNvSpPr/>
          <p:nvPr/>
        </p:nvSpPr>
        <p:spPr>
          <a:xfrm>
            <a:off x="10921222" y="6003227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0" name="r3_o15108"/>
          <p:cNvSpPr/>
          <p:nvPr/>
        </p:nvSpPr>
        <p:spPr>
          <a:xfrm>
            <a:off x="10610885" y="571919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1" name="r3_o15109"/>
          <p:cNvSpPr/>
          <p:nvPr/>
        </p:nvSpPr>
        <p:spPr>
          <a:xfrm>
            <a:off x="10962761" y="5771483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2" name="r3_o15110"/>
          <p:cNvSpPr/>
          <p:nvPr/>
        </p:nvSpPr>
        <p:spPr>
          <a:xfrm>
            <a:off x="10733875" y="5436096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3" name="r3_o15111"/>
          <p:cNvSpPr/>
          <p:nvPr/>
        </p:nvSpPr>
        <p:spPr>
          <a:xfrm>
            <a:off x="10449604" y="5409713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4" name="r3_o15112"/>
          <p:cNvSpPr/>
          <p:nvPr/>
        </p:nvSpPr>
        <p:spPr>
          <a:xfrm>
            <a:off x="10692337" y="566785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5" name="r3_o15113"/>
          <p:cNvSpPr/>
          <p:nvPr/>
        </p:nvSpPr>
        <p:spPr>
          <a:xfrm>
            <a:off x="10042343" y="5666424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6" name="r3_o15114"/>
          <p:cNvSpPr/>
          <p:nvPr/>
        </p:nvSpPr>
        <p:spPr>
          <a:xfrm>
            <a:off x="10151489" y="5460588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7" name="r3_o15115"/>
          <p:cNvSpPr/>
          <p:nvPr/>
        </p:nvSpPr>
        <p:spPr>
          <a:xfrm>
            <a:off x="10272854" y="5589652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8" name="r3_o15116"/>
          <p:cNvSpPr/>
          <p:nvPr/>
        </p:nvSpPr>
        <p:spPr>
          <a:xfrm>
            <a:off x="10326614" y="5692808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19" name="r3_o15117"/>
          <p:cNvSpPr/>
          <p:nvPr/>
        </p:nvSpPr>
        <p:spPr>
          <a:xfrm flipV="1">
            <a:off x="10109949" y="5615084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0" name="r3_o15118"/>
          <p:cNvSpPr/>
          <p:nvPr/>
        </p:nvSpPr>
        <p:spPr>
          <a:xfrm>
            <a:off x="10205248" y="5563744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1" name="r3_o15119"/>
          <p:cNvSpPr/>
          <p:nvPr/>
        </p:nvSpPr>
        <p:spPr>
          <a:xfrm>
            <a:off x="9827303" y="5253789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2" name="r3_o15120"/>
          <p:cNvSpPr/>
          <p:nvPr/>
        </p:nvSpPr>
        <p:spPr>
          <a:xfrm>
            <a:off x="10109949" y="5692332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3" name="r3_o15121"/>
          <p:cNvSpPr/>
          <p:nvPr/>
        </p:nvSpPr>
        <p:spPr>
          <a:xfrm flipV="1">
            <a:off x="10557125" y="5538777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4" name="r3_o15122"/>
          <p:cNvSpPr/>
          <p:nvPr/>
        </p:nvSpPr>
        <p:spPr>
          <a:xfrm flipV="1">
            <a:off x="10841394" y="5565160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5" name="r3_o15123"/>
          <p:cNvSpPr/>
          <p:nvPr/>
        </p:nvSpPr>
        <p:spPr>
          <a:xfrm flipV="1">
            <a:off x="10962761" y="5694224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6" name="r3_o15124"/>
          <p:cNvSpPr/>
          <p:nvPr/>
        </p:nvSpPr>
        <p:spPr>
          <a:xfrm flipV="1">
            <a:off x="10151489" y="5383329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7" name="r3_o15125"/>
          <p:cNvSpPr/>
          <p:nvPr/>
        </p:nvSpPr>
        <p:spPr>
          <a:xfrm>
            <a:off x="9990208" y="5151109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8" name="r3_o15126"/>
          <p:cNvSpPr/>
          <p:nvPr/>
        </p:nvSpPr>
        <p:spPr>
          <a:xfrm>
            <a:off x="10531057" y="5358373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29" name="r3_o15127"/>
          <p:cNvSpPr/>
          <p:nvPr/>
        </p:nvSpPr>
        <p:spPr>
          <a:xfrm>
            <a:off x="10935068" y="5925979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0" name="r3_o15128"/>
          <p:cNvSpPr/>
          <p:nvPr/>
        </p:nvSpPr>
        <p:spPr>
          <a:xfrm>
            <a:off x="9719784" y="5047477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1" name="r3_o15129"/>
          <p:cNvSpPr/>
          <p:nvPr/>
        </p:nvSpPr>
        <p:spPr>
          <a:xfrm>
            <a:off x="9960892" y="571777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2" name="r3_o15130"/>
          <p:cNvSpPr/>
          <p:nvPr/>
        </p:nvSpPr>
        <p:spPr>
          <a:xfrm>
            <a:off x="9948670" y="5382864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3" name="r3_o15131"/>
          <p:cNvSpPr/>
          <p:nvPr/>
        </p:nvSpPr>
        <p:spPr>
          <a:xfrm>
            <a:off x="9908755" y="5202449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4" name="r3_o15132"/>
          <p:cNvSpPr/>
          <p:nvPr/>
        </p:nvSpPr>
        <p:spPr>
          <a:xfrm>
            <a:off x="10030121" y="5331513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5" name="r3_o15133"/>
          <p:cNvSpPr/>
          <p:nvPr/>
        </p:nvSpPr>
        <p:spPr>
          <a:xfrm>
            <a:off x="10328238" y="5280649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6" name="r3_o15134"/>
          <p:cNvSpPr/>
          <p:nvPr/>
        </p:nvSpPr>
        <p:spPr>
          <a:xfrm flipV="1">
            <a:off x="10839771" y="5977319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7" name="r3_o15135"/>
          <p:cNvSpPr/>
          <p:nvPr/>
        </p:nvSpPr>
        <p:spPr>
          <a:xfrm flipV="1">
            <a:off x="9867218" y="5356956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8" name="r3_o15136"/>
          <p:cNvSpPr/>
          <p:nvPr/>
        </p:nvSpPr>
        <p:spPr>
          <a:xfrm>
            <a:off x="10598663" y="5384281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39" name="r3_o15137"/>
          <p:cNvSpPr/>
          <p:nvPr/>
        </p:nvSpPr>
        <p:spPr>
          <a:xfrm>
            <a:off x="10841394" y="5642409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0" name="r3_o15138"/>
          <p:cNvSpPr/>
          <p:nvPr/>
        </p:nvSpPr>
        <p:spPr>
          <a:xfrm>
            <a:off x="9799612" y="5408296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1" name="r3_o15139"/>
          <p:cNvSpPr/>
          <p:nvPr/>
        </p:nvSpPr>
        <p:spPr>
          <a:xfrm flipV="1">
            <a:off x="10272854" y="5512404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2" name="r3_o15140"/>
          <p:cNvSpPr/>
          <p:nvPr/>
        </p:nvSpPr>
        <p:spPr>
          <a:xfrm>
            <a:off x="10125420" y="520292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3" name="r3_o15141"/>
          <p:cNvSpPr/>
          <p:nvPr/>
        </p:nvSpPr>
        <p:spPr>
          <a:xfrm flipV="1">
            <a:off x="10435757" y="5409713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4" name="r3_o15142"/>
          <p:cNvSpPr/>
          <p:nvPr/>
        </p:nvSpPr>
        <p:spPr>
          <a:xfrm>
            <a:off x="9881064" y="5356956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5" name="r3_o15143"/>
          <p:cNvSpPr/>
          <p:nvPr/>
        </p:nvSpPr>
        <p:spPr>
          <a:xfrm>
            <a:off x="10083883" y="5434680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6" name="r3_o15144"/>
          <p:cNvSpPr/>
          <p:nvPr/>
        </p:nvSpPr>
        <p:spPr>
          <a:xfrm>
            <a:off x="10163711" y="5795498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7" name="r3_o15145"/>
          <p:cNvSpPr/>
          <p:nvPr/>
        </p:nvSpPr>
        <p:spPr>
          <a:xfrm flipV="1">
            <a:off x="10597038" y="5719191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8" name="r3_o15146"/>
          <p:cNvSpPr/>
          <p:nvPr/>
        </p:nvSpPr>
        <p:spPr>
          <a:xfrm>
            <a:off x="11002674" y="5951887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49" name="r3_o15147"/>
          <p:cNvSpPr/>
          <p:nvPr/>
        </p:nvSpPr>
        <p:spPr>
          <a:xfrm>
            <a:off x="10368151" y="5461053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0" name="r3_o15148"/>
          <p:cNvSpPr/>
          <p:nvPr/>
        </p:nvSpPr>
        <p:spPr>
          <a:xfrm flipV="1">
            <a:off x="10720028" y="5436096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1" name="r3_o15149"/>
          <p:cNvSpPr/>
          <p:nvPr/>
        </p:nvSpPr>
        <p:spPr>
          <a:xfrm>
            <a:off x="10597038" y="5796439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2" name="r3_o15150"/>
          <p:cNvSpPr/>
          <p:nvPr/>
        </p:nvSpPr>
        <p:spPr>
          <a:xfrm>
            <a:off x="10165333" y="5383329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3" name="r3_o15151"/>
          <p:cNvSpPr/>
          <p:nvPr/>
        </p:nvSpPr>
        <p:spPr>
          <a:xfrm>
            <a:off x="10569347" y="5950946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4" name="r3_o15152"/>
          <p:cNvSpPr/>
          <p:nvPr/>
        </p:nvSpPr>
        <p:spPr>
          <a:xfrm flipV="1">
            <a:off x="9705937" y="5047477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5" name="r3_o15153"/>
          <p:cNvSpPr/>
          <p:nvPr/>
        </p:nvSpPr>
        <p:spPr>
          <a:xfrm>
            <a:off x="10395844" y="5306557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6" name="r3_o15154"/>
          <p:cNvSpPr/>
          <p:nvPr/>
        </p:nvSpPr>
        <p:spPr>
          <a:xfrm flipV="1">
            <a:off x="10475672" y="5590127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7" name="r3_o15155"/>
          <p:cNvSpPr/>
          <p:nvPr/>
        </p:nvSpPr>
        <p:spPr>
          <a:xfrm flipV="1">
            <a:off x="10070036" y="5434680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8" name="r3_o15156"/>
          <p:cNvSpPr/>
          <p:nvPr/>
        </p:nvSpPr>
        <p:spPr>
          <a:xfrm flipV="1">
            <a:off x="10191401" y="5563744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59" name="r3_o15157"/>
          <p:cNvSpPr/>
          <p:nvPr/>
        </p:nvSpPr>
        <p:spPr>
          <a:xfrm flipV="1">
            <a:off x="11042589" y="6055043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0" name="r3_o15158"/>
          <p:cNvSpPr/>
          <p:nvPr/>
        </p:nvSpPr>
        <p:spPr>
          <a:xfrm>
            <a:off x="10801481" y="5462004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1" name="r3_o15159"/>
          <p:cNvSpPr/>
          <p:nvPr/>
        </p:nvSpPr>
        <p:spPr>
          <a:xfrm>
            <a:off x="10314392" y="5357897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2" name="r3_o15160"/>
          <p:cNvSpPr/>
          <p:nvPr/>
        </p:nvSpPr>
        <p:spPr>
          <a:xfrm>
            <a:off x="10435757" y="5486961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3" name="r3_o15161"/>
          <p:cNvSpPr/>
          <p:nvPr/>
        </p:nvSpPr>
        <p:spPr>
          <a:xfrm>
            <a:off x="10191401" y="5640992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4" name="r3_o15162"/>
          <p:cNvSpPr/>
          <p:nvPr/>
        </p:nvSpPr>
        <p:spPr>
          <a:xfrm>
            <a:off x="10070036" y="5511928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5" name="r3_o15163"/>
          <p:cNvSpPr/>
          <p:nvPr/>
        </p:nvSpPr>
        <p:spPr>
          <a:xfrm>
            <a:off x="10650797" y="589959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6" name="r3_o15164"/>
          <p:cNvSpPr/>
          <p:nvPr/>
        </p:nvSpPr>
        <p:spPr>
          <a:xfrm>
            <a:off x="10652422" y="5487437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7" name="r3_o15165"/>
          <p:cNvSpPr/>
          <p:nvPr/>
        </p:nvSpPr>
        <p:spPr>
          <a:xfrm>
            <a:off x="10489519" y="5590127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8" name="r3_o15166"/>
          <p:cNvSpPr/>
          <p:nvPr/>
        </p:nvSpPr>
        <p:spPr>
          <a:xfrm>
            <a:off x="10759943" y="5693759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69" name="r3_o15167"/>
          <p:cNvSpPr/>
          <p:nvPr/>
        </p:nvSpPr>
        <p:spPr>
          <a:xfrm flipV="1">
            <a:off x="9907131" y="5537360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0" name="r3_o15168"/>
          <p:cNvSpPr/>
          <p:nvPr/>
        </p:nvSpPr>
        <p:spPr>
          <a:xfrm>
            <a:off x="9920977" y="5537360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1" name="r3_o15169"/>
          <p:cNvSpPr/>
          <p:nvPr/>
        </p:nvSpPr>
        <p:spPr>
          <a:xfrm>
            <a:off x="9839525" y="5588700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2" name="r3_o15170"/>
          <p:cNvSpPr/>
          <p:nvPr/>
        </p:nvSpPr>
        <p:spPr>
          <a:xfrm>
            <a:off x="10881309" y="5822823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3" name="r3_o15171"/>
          <p:cNvSpPr/>
          <p:nvPr/>
        </p:nvSpPr>
        <p:spPr>
          <a:xfrm>
            <a:off x="10813703" y="579691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4" name="r3_o15172"/>
          <p:cNvSpPr/>
          <p:nvPr/>
        </p:nvSpPr>
        <p:spPr>
          <a:xfrm>
            <a:off x="9907131" y="5614608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5" name="r3_o15173"/>
          <p:cNvSpPr/>
          <p:nvPr/>
        </p:nvSpPr>
        <p:spPr>
          <a:xfrm flipV="1">
            <a:off x="10638575" y="5487437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6" name="r3_o15174"/>
          <p:cNvSpPr/>
          <p:nvPr/>
        </p:nvSpPr>
        <p:spPr>
          <a:xfrm>
            <a:off x="10678491" y="5745099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7" name="r3_o15175"/>
          <p:cNvSpPr/>
          <p:nvPr/>
        </p:nvSpPr>
        <p:spPr>
          <a:xfrm>
            <a:off x="10245161" y="5744148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8" name="r3_o15176"/>
          <p:cNvSpPr/>
          <p:nvPr/>
        </p:nvSpPr>
        <p:spPr>
          <a:xfrm>
            <a:off x="10773788" y="561650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79" name="r3_o15177"/>
          <p:cNvSpPr/>
          <p:nvPr/>
        </p:nvSpPr>
        <p:spPr>
          <a:xfrm flipV="1">
            <a:off x="10312767" y="5692808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0" name="r3_o15178"/>
          <p:cNvSpPr/>
          <p:nvPr/>
        </p:nvSpPr>
        <p:spPr>
          <a:xfrm>
            <a:off x="10447979" y="5821872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1" name="r3_o15179"/>
          <p:cNvSpPr/>
          <p:nvPr/>
        </p:nvSpPr>
        <p:spPr>
          <a:xfrm flipV="1">
            <a:off x="10394220" y="5641468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2" name="r3_o15180"/>
          <p:cNvSpPr/>
          <p:nvPr/>
        </p:nvSpPr>
        <p:spPr>
          <a:xfrm>
            <a:off x="9785765" y="5485544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3" name="r3_o15181"/>
          <p:cNvSpPr/>
          <p:nvPr/>
        </p:nvSpPr>
        <p:spPr>
          <a:xfrm>
            <a:off x="10394220" y="5718716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4" name="r3_o15182"/>
          <p:cNvSpPr/>
          <p:nvPr/>
        </p:nvSpPr>
        <p:spPr>
          <a:xfrm>
            <a:off x="10312767" y="5770056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5" name="r3_o15183"/>
          <p:cNvSpPr/>
          <p:nvPr/>
        </p:nvSpPr>
        <p:spPr>
          <a:xfrm flipV="1">
            <a:off x="10759943" y="5616501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6" name="r3_o15184"/>
          <p:cNvSpPr/>
          <p:nvPr/>
        </p:nvSpPr>
        <p:spPr>
          <a:xfrm>
            <a:off x="10638575" y="5564685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7" name="r3_o15185"/>
          <p:cNvSpPr/>
          <p:nvPr/>
        </p:nvSpPr>
        <p:spPr>
          <a:xfrm flipV="1">
            <a:off x="9908755" y="5125201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8" name="r3_o15186"/>
          <p:cNvSpPr/>
          <p:nvPr/>
        </p:nvSpPr>
        <p:spPr>
          <a:xfrm flipV="1">
            <a:off x="11002674" y="5874639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89" name="r3_o15187"/>
          <p:cNvSpPr/>
          <p:nvPr/>
        </p:nvSpPr>
        <p:spPr>
          <a:xfrm>
            <a:off x="9787390" y="5073385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0" name="r3_o15188"/>
          <p:cNvSpPr/>
          <p:nvPr/>
        </p:nvSpPr>
        <p:spPr>
          <a:xfrm>
            <a:off x="10517210" y="5435621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1" name="r3_o15189"/>
          <p:cNvSpPr/>
          <p:nvPr/>
        </p:nvSpPr>
        <p:spPr>
          <a:xfrm>
            <a:off x="10193026" y="5228833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2" name="r3_o15190"/>
          <p:cNvSpPr/>
          <p:nvPr/>
        </p:nvSpPr>
        <p:spPr>
          <a:xfrm flipV="1">
            <a:off x="10030121" y="5254265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3" name="r3_o15191"/>
          <p:cNvSpPr/>
          <p:nvPr/>
        </p:nvSpPr>
        <p:spPr>
          <a:xfrm>
            <a:off x="10366529" y="5873222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4" name="r3_o15192"/>
          <p:cNvSpPr/>
          <p:nvPr/>
        </p:nvSpPr>
        <p:spPr>
          <a:xfrm flipV="1">
            <a:off x="10881309" y="5745575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5" name="r3_o15193"/>
          <p:cNvSpPr/>
          <p:nvPr/>
        </p:nvSpPr>
        <p:spPr>
          <a:xfrm>
            <a:off x="10111574" y="5280173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6" name="r3_o15194"/>
          <p:cNvSpPr/>
          <p:nvPr/>
        </p:nvSpPr>
        <p:spPr>
          <a:xfrm>
            <a:off x="10408066" y="5641468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7" name="r3_o15195"/>
          <p:cNvSpPr/>
          <p:nvPr/>
        </p:nvSpPr>
        <p:spPr>
          <a:xfrm>
            <a:off x="10286701" y="5512404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8" name="r3_o15196"/>
          <p:cNvSpPr/>
          <p:nvPr/>
        </p:nvSpPr>
        <p:spPr>
          <a:xfrm>
            <a:off x="9962515" y="530560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199" name="r3_o15197"/>
          <p:cNvSpPr/>
          <p:nvPr/>
        </p:nvSpPr>
        <p:spPr>
          <a:xfrm flipV="1">
            <a:off x="10028498" y="5666424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0" name="r3_o15198"/>
          <p:cNvSpPr/>
          <p:nvPr/>
        </p:nvSpPr>
        <p:spPr>
          <a:xfrm flipV="1">
            <a:off x="10515585" y="5770531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1" name="r3_o15199"/>
          <p:cNvSpPr/>
          <p:nvPr/>
        </p:nvSpPr>
        <p:spPr>
          <a:xfrm>
            <a:off x="10855240" y="5565160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2" name="r3_o15200"/>
          <p:cNvSpPr/>
          <p:nvPr/>
        </p:nvSpPr>
        <p:spPr>
          <a:xfrm>
            <a:off x="10772165" y="6028670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3" name="r3_o15201"/>
          <p:cNvSpPr/>
          <p:nvPr/>
        </p:nvSpPr>
        <p:spPr>
          <a:xfrm flipV="1">
            <a:off x="10314392" y="5280649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4" name="r3_o15202"/>
          <p:cNvSpPr/>
          <p:nvPr/>
        </p:nvSpPr>
        <p:spPr>
          <a:xfrm flipV="1">
            <a:off x="10799856" y="5796915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5" name="r3_o15203"/>
          <p:cNvSpPr/>
          <p:nvPr/>
        </p:nvSpPr>
        <p:spPr>
          <a:xfrm>
            <a:off x="10515585" y="5847780"/>
            <a:ext cx="53762" cy="10316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6" name="r3_o15204"/>
          <p:cNvSpPr/>
          <p:nvPr/>
        </p:nvSpPr>
        <p:spPr>
          <a:xfrm flipV="1">
            <a:off x="9827303" y="5176541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7" name="r3_o15205"/>
          <p:cNvSpPr/>
          <p:nvPr/>
        </p:nvSpPr>
        <p:spPr>
          <a:xfrm>
            <a:off x="10799856" y="5874163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8" name="r3_o15206"/>
          <p:cNvSpPr/>
          <p:nvPr/>
        </p:nvSpPr>
        <p:spPr>
          <a:xfrm>
            <a:off x="9759697" y="522788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09" name="r3_o15207"/>
          <p:cNvSpPr/>
          <p:nvPr/>
        </p:nvSpPr>
        <p:spPr>
          <a:xfrm flipV="1">
            <a:off x="9988583" y="5486020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0" name="r3_o15208"/>
          <p:cNvSpPr/>
          <p:nvPr/>
        </p:nvSpPr>
        <p:spPr>
          <a:xfrm>
            <a:off x="9705937" y="5124725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1" name="r3_o15209"/>
          <p:cNvSpPr/>
          <p:nvPr/>
        </p:nvSpPr>
        <p:spPr>
          <a:xfrm>
            <a:off x="10123795" y="5615084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2" name="r3_o15210"/>
          <p:cNvSpPr/>
          <p:nvPr/>
        </p:nvSpPr>
        <p:spPr>
          <a:xfrm flipV="1">
            <a:off x="9785765" y="5408296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3" name="r3_o15211"/>
          <p:cNvSpPr/>
          <p:nvPr/>
        </p:nvSpPr>
        <p:spPr>
          <a:xfrm flipV="1">
            <a:off x="9948670" y="5305605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4" name="r3_o15212"/>
          <p:cNvSpPr/>
          <p:nvPr/>
        </p:nvSpPr>
        <p:spPr>
          <a:xfrm>
            <a:off x="10529432" y="5770531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5" name="r3_o15213"/>
          <p:cNvSpPr/>
          <p:nvPr/>
        </p:nvSpPr>
        <p:spPr>
          <a:xfrm>
            <a:off x="9867218" y="5434204"/>
            <a:ext cx="53759" cy="103156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6" name="r3_o15214"/>
          <p:cNvSpPr/>
          <p:nvPr/>
        </p:nvSpPr>
        <p:spPr>
          <a:xfrm flipV="1">
            <a:off x="10232939" y="5331989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7" name="r3_o15215"/>
          <p:cNvSpPr/>
          <p:nvPr/>
        </p:nvSpPr>
        <p:spPr>
          <a:xfrm>
            <a:off x="10002430" y="5486020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8" name="r3_o15216"/>
          <p:cNvSpPr/>
          <p:nvPr/>
        </p:nvSpPr>
        <p:spPr>
          <a:xfrm>
            <a:off x="10895155" y="5745575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19" name="r3_o15217"/>
          <p:cNvSpPr/>
          <p:nvPr/>
        </p:nvSpPr>
        <p:spPr>
          <a:xfrm flipV="1">
            <a:off x="10636953" y="5899595"/>
            <a:ext cx="13844" cy="77259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20" name="r3_o15218"/>
          <p:cNvSpPr/>
          <p:nvPr/>
        </p:nvSpPr>
        <p:spPr>
          <a:xfrm flipV="1">
            <a:off x="10921222" y="5925979"/>
            <a:ext cx="13847" cy="7724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21" name="r3_o15219"/>
          <p:cNvSpPr/>
          <p:nvPr/>
        </p:nvSpPr>
        <p:spPr>
          <a:xfrm>
            <a:off x="10974983" y="6106394"/>
            <a:ext cx="67606" cy="25908"/>
          </a:xfrm>
          <a:prstGeom prst="line">
            <a:avLst/>
          </a:prstGeom>
          <a:noFill/>
          <a:ln w="39116">
            <a:solidFill>
              <a:srgbClr val="545A59"/>
            </a:solidFill>
          </a:ln>
        </p:spPr>
        <p:txBody>
          <a:bodyPr/>
          <a:lstStyle/>
          <a:p/>
        </p:txBody>
      </p:sp>
      <p:sp>
        <p:nvSpPr>
          <p:cNvPr id="15222" name="r3_o15220"/>
          <p:cNvSpPr/>
          <p:nvPr/>
        </p:nvSpPr>
        <p:spPr>
          <a:xfrm>
            <a:off x="9687717" y="501541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3" name="r3_o15221"/>
          <p:cNvSpPr/>
          <p:nvPr/>
        </p:nvSpPr>
        <p:spPr>
          <a:xfrm>
            <a:off x="9696695" y="502342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4" name="r3_o15222"/>
          <p:cNvSpPr/>
          <p:nvPr/>
        </p:nvSpPr>
        <p:spPr>
          <a:xfrm>
            <a:off x="9696695" y="502342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5" name="r3_o15223"/>
          <p:cNvSpPr/>
          <p:nvPr/>
        </p:nvSpPr>
        <p:spPr>
          <a:xfrm>
            <a:off x="9728121" y="5052608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6" name="r3_o15224"/>
          <p:cNvSpPr/>
          <p:nvPr/>
        </p:nvSpPr>
        <p:spPr>
          <a:xfrm>
            <a:off x="9733868" y="5057739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7" name="r3_o15225"/>
          <p:cNvSpPr/>
          <p:nvPr/>
        </p:nvSpPr>
        <p:spPr>
          <a:xfrm>
            <a:off x="9733868" y="5057739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8" name="r3_o15226"/>
          <p:cNvSpPr/>
          <p:nvPr/>
        </p:nvSpPr>
        <p:spPr>
          <a:xfrm>
            <a:off x="9755323" y="504131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29" name="r3_o15227"/>
          <p:cNvSpPr/>
          <p:nvPr/>
        </p:nvSpPr>
        <p:spPr>
          <a:xfrm>
            <a:off x="9764301" y="504933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0" name="r3_o15228"/>
          <p:cNvSpPr/>
          <p:nvPr/>
        </p:nvSpPr>
        <p:spPr>
          <a:xfrm>
            <a:off x="9764301" y="504933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1" name="r3_o15229"/>
          <p:cNvSpPr/>
          <p:nvPr/>
        </p:nvSpPr>
        <p:spPr>
          <a:xfrm>
            <a:off x="9795727" y="5078516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2" name="r3_o15230"/>
          <p:cNvSpPr/>
          <p:nvPr/>
        </p:nvSpPr>
        <p:spPr>
          <a:xfrm>
            <a:off x="9801474" y="5083647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3" name="r3_o15231"/>
          <p:cNvSpPr/>
          <p:nvPr/>
        </p:nvSpPr>
        <p:spPr>
          <a:xfrm>
            <a:off x="9801474" y="5083647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4" name="r3_o15232"/>
          <p:cNvSpPr/>
          <p:nvPr/>
        </p:nvSpPr>
        <p:spPr>
          <a:xfrm>
            <a:off x="9673870" y="509265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5" name="r3_o15233"/>
          <p:cNvSpPr/>
          <p:nvPr/>
        </p:nvSpPr>
        <p:spPr>
          <a:xfrm>
            <a:off x="9682849" y="510067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6" name="r3_o15234"/>
          <p:cNvSpPr/>
          <p:nvPr/>
        </p:nvSpPr>
        <p:spPr>
          <a:xfrm>
            <a:off x="9682849" y="510067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7" name="r3_o15235"/>
          <p:cNvSpPr/>
          <p:nvPr/>
        </p:nvSpPr>
        <p:spPr>
          <a:xfrm>
            <a:off x="9714275" y="5129856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8" name="r3_o15236"/>
          <p:cNvSpPr/>
          <p:nvPr/>
        </p:nvSpPr>
        <p:spPr>
          <a:xfrm>
            <a:off x="9720021" y="5134987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39" name="r3_o15237"/>
          <p:cNvSpPr/>
          <p:nvPr/>
        </p:nvSpPr>
        <p:spPr>
          <a:xfrm>
            <a:off x="9720021" y="5134987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0" name="r3_o15238"/>
          <p:cNvSpPr/>
          <p:nvPr/>
        </p:nvSpPr>
        <p:spPr>
          <a:xfrm>
            <a:off x="9890535" y="509313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1" name="r3_o15239"/>
          <p:cNvSpPr/>
          <p:nvPr/>
        </p:nvSpPr>
        <p:spPr>
          <a:xfrm>
            <a:off x="9899514" y="510115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2" name="r3_o15240"/>
          <p:cNvSpPr/>
          <p:nvPr/>
        </p:nvSpPr>
        <p:spPr>
          <a:xfrm>
            <a:off x="9899514" y="510115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3" name="r3_o15241"/>
          <p:cNvSpPr/>
          <p:nvPr/>
        </p:nvSpPr>
        <p:spPr>
          <a:xfrm>
            <a:off x="9930939" y="5130332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4" name="r3_o15242"/>
          <p:cNvSpPr/>
          <p:nvPr/>
        </p:nvSpPr>
        <p:spPr>
          <a:xfrm>
            <a:off x="9936686" y="5135463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5" name="r3_o15243"/>
          <p:cNvSpPr/>
          <p:nvPr/>
        </p:nvSpPr>
        <p:spPr>
          <a:xfrm>
            <a:off x="9936686" y="5135463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6" name="r3_o15244"/>
          <p:cNvSpPr/>
          <p:nvPr/>
        </p:nvSpPr>
        <p:spPr>
          <a:xfrm>
            <a:off x="9958141" y="511904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7" name="r3_o15245"/>
          <p:cNvSpPr/>
          <p:nvPr/>
        </p:nvSpPr>
        <p:spPr>
          <a:xfrm>
            <a:off x="9967120" y="512705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8" name="r3_o15246"/>
          <p:cNvSpPr/>
          <p:nvPr/>
        </p:nvSpPr>
        <p:spPr>
          <a:xfrm>
            <a:off x="9967120" y="512705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49" name="r3_o15247"/>
          <p:cNvSpPr/>
          <p:nvPr/>
        </p:nvSpPr>
        <p:spPr>
          <a:xfrm>
            <a:off x="9998545" y="5156240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0" name="r3_o15248"/>
          <p:cNvSpPr/>
          <p:nvPr/>
        </p:nvSpPr>
        <p:spPr>
          <a:xfrm>
            <a:off x="10004292" y="5161371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1" name="r3_o15249"/>
          <p:cNvSpPr/>
          <p:nvPr/>
        </p:nvSpPr>
        <p:spPr>
          <a:xfrm>
            <a:off x="10004292" y="5161371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2" name="r3_o15250"/>
          <p:cNvSpPr/>
          <p:nvPr/>
        </p:nvSpPr>
        <p:spPr>
          <a:xfrm>
            <a:off x="9809082" y="514447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3" name="r3_o15251"/>
          <p:cNvSpPr/>
          <p:nvPr/>
        </p:nvSpPr>
        <p:spPr>
          <a:xfrm>
            <a:off x="9818061" y="515249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4" name="r3_o15252"/>
          <p:cNvSpPr/>
          <p:nvPr/>
        </p:nvSpPr>
        <p:spPr>
          <a:xfrm>
            <a:off x="9818061" y="515249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5" name="r3_o15253"/>
          <p:cNvSpPr/>
          <p:nvPr/>
        </p:nvSpPr>
        <p:spPr>
          <a:xfrm>
            <a:off x="9876688" y="517038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6" name="r3_o15254"/>
          <p:cNvSpPr/>
          <p:nvPr/>
        </p:nvSpPr>
        <p:spPr>
          <a:xfrm>
            <a:off x="9885667" y="517839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7" name="r3_o15255"/>
          <p:cNvSpPr/>
          <p:nvPr/>
        </p:nvSpPr>
        <p:spPr>
          <a:xfrm>
            <a:off x="9885667" y="517839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8" name="r3_o15256"/>
          <p:cNvSpPr/>
          <p:nvPr/>
        </p:nvSpPr>
        <p:spPr>
          <a:xfrm>
            <a:off x="10093353" y="517085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59" name="r3_o15257"/>
          <p:cNvSpPr/>
          <p:nvPr/>
        </p:nvSpPr>
        <p:spPr>
          <a:xfrm>
            <a:off x="10102332" y="517887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0" name="r3_o15258"/>
          <p:cNvSpPr/>
          <p:nvPr/>
        </p:nvSpPr>
        <p:spPr>
          <a:xfrm>
            <a:off x="10102332" y="517887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1" name="r3_o15259"/>
          <p:cNvSpPr/>
          <p:nvPr/>
        </p:nvSpPr>
        <p:spPr>
          <a:xfrm>
            <a:off x="10133758" y="5208056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2" name="r3_o15260"/>
          <p:cNvSpPr/>
          <p:nvPr/>
        </p:nvSpPr>
        <p:spPr>
          <a:xfrm>
            <a:off x="10139504" y="521318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3" name="r3_o15261"/>
          <p:cNvSpPr/>
          <p:nvPr/>
        </p:nvSpPr>
        <p:spPr>
          <a:xfrm>
            <a:off x="10139504" y="521318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4" name="r3_o15262"/>
          <p:cNvSpPr/>
          <p:nvPr/>
        </p:nvSpPr>
        <p:spPr>
          <a:xfrm>
            <a:off x="9727629" y="519581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5" name="r3_o15263"/>
          <p:cNvSpPr/>
          <p:nvPr/>
        </p:nvSpPr>
        <p:spPr>
          <a:xfrm>
            <a:off x="9736608" y="520383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6" name="r3_o15264"/>
          <p:cNvSpPr/>
          <p:nvPr/>
        </p:nvSpPr>
        <p:spPr>
          <a:xfrm>
            <a:off x="9736608" y="520383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7" name="r3_o15265"/>
          <p:cNvSpPr/>
          <p:nvPr/>
        </p:nvSpPr>
        <p:spPr>
          <a:xfrm>
            <a:off x="10160959" y="519676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8" name="r3_o15266"/>
          <p:cNvSpPr/>
          <p:nvPr/>
        </p:nvSpPr>
        <p:spPr>
          <a:xfrm>
            <a:off x="10169938" y="520478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69" name="r3_o15267"/>
          <p:cNvSpPr/>
          <p:nvPr/>
        </p:nvSpPr>
        <p:spPr>
          <a:xfrm>
            <a:off x="10169938" y="520478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0" name="r3_o15268"/>
          <p:cNvSpPr/>
          <p:nvPr/>
        </p:nvSpPr>
        <p:spPr>
          <a:xfrm>
            <a:off x="10201364" y="5233964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1" name="r3_o15269"/>
          <p:cNvSpPr/>
          <p:nvPr/>
        </p:nvSpPr>
        <p:spPr>
          <a:xfrm>
            <a:off x="10207110" y="523909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2" name="r3_o15270"/>
          <p:cNvSpPr/>
          <p:nvPr/>
        </p:nvSpPr>
        <p:spPr>
          <a:xfrm>
            <a:off x="10207110" y="523909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3" name="r3_o15271"/>
          <p:cNvSpPr/>
          <p:nvPr/>
        </p:nvSpPr>
        <p:spPr>
          <a:xfrm>
            <a:off x="9795235" y="522172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4" name="r3_o15272"/>
          <p:cNvSpPr/>
          <p:nvPr/>
        </p:nvSpPr>
        <p:spPr>
          <a:xfrm>
            <a:off x="9804214" y="522973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5" name="r3_o15273"/>
          <p:cNvSpPr/>
          <p:nvPr/>
        </p:nvSpPr>
        <p:spPr>
          <a:xfrm>
            <a:off x="9804214" y="522973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6" name="r3_o15274"/>
          <p:cNvSpPr/>
          <p:nvPr/>
        </p:nvSpPr>
        <p:spPr>
          <a:xfrm>
            <a:off x="10011900" y="522219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7" name="r3_o15275"/>
          <p:cNvSpPr/>
          <p:nvPr/>
        </p:nvSpPr>
        <p:spPr>
          <a:xfrm>
            <a:off x="10020879" y="523021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8" name="r3_o15276"/>
          <p:cNvSpPr/>
          <p:nvPr/>
        </p:nvSpPr>
        <p:spPr>
          <a:xfrm>
            <a:off x="10020879" y="523021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79" name="r3_o15277"/>
          <p:cNvSpPr/>
          <p:nvPr/>
        </p:nvSpPr>
        <p:spPr>
          <a:xfrm>
            <a:off x="10079506" y="524810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0" name="r3_o15278"/>
          <p:cNvSpPr/>
          <p:nvPr/>
        </p:nvSpPr>
        <p:spPr>
          <a:xfrm>
            <a:off x="10088485" y="525612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1" name="r3_o15279"/>
          <p:cNvSpPr/>
          <p:nvPr/>
        </p:nvSpPr>
        <p:spPr>
          <a:xfrm>
            <a:off x="10088485" y="525612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2" name="r3_o15280"/>
          <p:cNvSpPr/>
          <p:nvPr/>
        </p:nvSpPr>
        <p:spPr>
          <a:xfrm>
            <a:off x="10296171" y="524858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3" name="r3_o15281"/>
          <p:cNvSpPr/>
          <p:nvPr/>
        </p:nvSpPr>
        <p:spPr>
          <a:xfrm>
            <a:off x="10305150" y="525659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4" name="r3_o15282"/>
          <p:cNvSpPr/>
          <p:nvPr/>
        </p:nvSpPr>
        <p:spPr>
          <a:xfrm>
            <a:off x="10305150" y="525659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5" name="r3_o15283"/>
          <p:cNvSpPr/>
          <p:nvPr/>
        </p:nvSpPr>
        <p:spPr>
          <a:xfrm>
            <a:off x="10336576" y="5285780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6" name="r3_o15284"/>
          <p:cNvSpPr/>
          <p:nvPr/>
        </p:nvSpPr>
        <p:spPr>
          <a:xfrm>
            <a:off x="10342322" y="529091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7" name="r3_o15285"/>
          <p:cNvSpPr/>
          <p:nvPr/>
        </p:nvSpPr>
        <p:spPr>
          <a:xfrm>
            <a:off x="10342322" y="529091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8" name="r3_o15286"/>
          <p:cNvSpPr/>
          <p:nvPr/>
        </p:nvSpPr>
        <p:spPr>
          <a:xfrm>
            <a:off x="9713785" y="527307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89" name="r3_o15287"/>
          <p:cNvSpPr/>
          <p:nvPr/>
        </p:nvSpPr>
        <p:spPr>
          <a:xfrm>
            <a:off x="9722764" y="528109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0" name="r3_o15288"/>
          <p:cNvSpPr/>
          <p:nvPr/>
        </p:nvSpPr>
        <p:spPr>
          <a:xfrm>
            <a:off x="9722764" y="528109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1" name="r3_o15289"/>
          <p:cNvSpPr/>
          <p:nvPr/>
        </p:nvSpPr>
        <p:spPr>
          <a:xfrm>
            <a:off x="9754190" y="531027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2" name="r3_o15290"/>
          <p:cNvSpPr/>
          <p:nvPr/>
        </p:nvSpPr>
        <p:spPr>
          <a:xfrm>
            <a:off x="9759936" y="5315401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3" name="r3_o15291"/>
          <p:cNvSpPr/>
          <p:nvPr/>
        </p:nvSpPr>
        <p:spPr>
          <a:xfrm>
            <a:off x="9759936" y="5315401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4" name="r3_o15292"/>
          <p:cNvSpPr/>
          <p:nvPr/>
        </p:nvSpPr>
        <p:spPr>
          <a:xfrm>
            <a:off x="9930448" y="527353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5" name="r3_o15293"/>
          <p:cNvSpPr/>
          <p:nvPr/>
        </p:nvSpPr>
        <p:spPr>
          <a:xfrm>
            <a:off x="9939426" y="528155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6" name="r3_o15294"/>
          <p:cNvSpPr/>
          <p:nvPr/>
        </p:nvSpPr>
        <p:spPr>
          <a:xfrm>
            <a:off x="9939426" y="528155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7" name="r3_o15295"/>
          <p:cNvSpPr/>
          <p:nvPr/>
        </p:nvSpPr>
        <p:spPr>
          <a:xfrm>
            <a:off x="10363777" y="527449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8" name="r3_o15296"/>
          <p:cNvSpPr/>
          <p:nvPr/>
        </p:nvSpPr>
        <p:spPr>
          <a:xfrm>
            <a:off x="10372756" y="528250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99" name="r3_o15297"/>
          <p:cNvSpPr/>
          <p:nvPr/>
        </p:nvSpPr>
        <p:spPr>
          <a:xfrm>
            <a:off x="10372756" y="528250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0" name="r3_o15298"/>
          <p:cNvSpPr/>
          <p:nvPr/>
        </p:nvSpPr>
        <p:spPr>
          <a:xfrm>
            <a:off x="10404182" y="531168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1" name="r3_o15299"/>
          <p:cNvSpPr/>
          <p:nvPr/>
        </p:nvSpPr>
        <p:spPr>
          <a:xfrm>
            <a:off x="10409928" y="531681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2" name="r3_o15300"/>
          <p:cNvSpPr/>
          <p:nvPr/>
        </p:nvSpPr>
        <p:spPr>
          <a:xfrm>
            <a:off x="10409928" y="531681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3" name="r3_o15301"/>
          <p:cNvSpPr/>
          <p:nvPr/>
        </p:nvSpPr>
        <p:spPr>
          <a:xfrm>
            <a:off x="9998054" y="529944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4" name="r3_o15302"/>
          <p:cNvSpPr/>
          <p:nvPr/>
        </p:nvSpPr>
        <p:spPr>
          <a:xfrm>
            <a:off x="10007032" y="530746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5" name="r3_o15303"/>
          <p:cNvSpPr/>
          <p:nvPr/>
        </p:nvSpPr>
        <p:spPr>
          <a:xfrm>
            <a:off x="10007032" y="530746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6" name="r3_o15304"/>
          <p:cNvSpPr/>
          <p:nvPr/>
        </p:nvSpPr>
        <p:spPr>
          <a:xfrm>
            <a:off x="10214719" y="529992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7" name="r3_o15305"/>
          <p:cNvSpPr/>
          <p:nvPr/>
        </p:nvSpPr>
        <p:spPr>
          <a:xfrm>
            <a:off x="10223697" y="530793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8" name="r3_o15306"/>
          <p:cNvSpPr/>
          <p:nvPr/>
        </p:nvSpPr>
        <p:spPr>
          <a:xfrm>
            <a:off x="10223697" y="530793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09" name="r3_o15307"/>
          <p:cNvSpPr/>
          <p:nvPr/>
        </p:nvSpPr>
        <p:spPr>
          <a:xfrm>
            <a:off x="9848997" y="532488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0" name="r3_o15308"/>
          <p:cNvSpPr/>
          <p:nvPr/>
        </p:nvSpPr>
        <p:spPr>
          <a:xfrm>
            <a:off x="9857976" y="533290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1" name="r3_o15309"/>
          <p:cNvSpPr/>
          <p:nvPr/>
        </p:nvSpPr>
        <p:spPr>
          <a:xfrm>
            <a:off x="9857976" y="533290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2" name="r3_o15310"/>
          <p:cNvSpPr/>
          <p:nvPr/>
        </p:nvSpPr>
        <p:spPr>
          <a:xfrm>
            <a:off x="10282325" y="532583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3" name="r3_o15311"/>
          <p:cNvSpPr/>
          <p:nvPr/>
        </p:nvSpPr>
        <p:spPr>
          <a:xfrm>
            <a:off x="10291303" y="533384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4" name="r3_o15312"/>
          <p:cNvSpPr/>
          <p:nvPr/>
        </p:nvSpPr>
        <p:spPr>
          <a:xfrm>
            <a:off x="10291303" y="533384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5" name="r3_o15313"/>
          <p:cNvSpPr/>
          <p:nvPr/>
        </p:nvSpPr>
        <p:spPr>
          <a:xfrm>
            <a:off x="10498989" y="532630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6" name="r3_o15314"/>
          <p:cNvSpPr/>
          <p:nvPr/>
        </p:nvSpPr>
        <p:spPr>
          <a:xfrm>
            <a:off x="10507968" y="533432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7" name="r3_o15315"/>
          <p:cNvSpPr/>
          <p:nvPr/>
        </p:nvSpPr>
        <p:spPr>
          <a:xfrm>
            <a:off x="10507968" y="533432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8" name="r3_o15316"/>
          <p:cNvSpPr/>
          <p:nvPr/>
        </p:nvSpPr>
        <p:spPr>
          <a:xfrm>
            <a:off x="10539394" y="536350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19" name="r3_o15317"/>
          <p:cNvSpPr/>
          <p:nvPr/>
        </p:nvSpPr>
        <p:spPr>
          <a:xfrm>
            <a:off x="10545140" y="536863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0" name="r3_o15318"/>
          <p:cNvSpPr/>
          <p:nvPr/>
        </p:nvSpPr>
        <p:spPr>
          <a:xfrm>
            <a:off x="10545140" y="536863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1" name="r3_o15319"/>
          <p:cNvSpPr/>
          <p:nvPr/>
        </p:nvSpPr>
        <p:spPr>
          <a:xfrm>
            <a:off x="9916603" y="535079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2" name="r3_o15320"/>
          <p:cNvSpPr/>
          <p:nvPr/>
        </p:nvSpPr>
        <p:spPr>
          <a:xfrm>
            <a:off x="9925582" y="535881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3" name="r3_o15321"/>
          <p:cNvSpPr/>
          <p:nvPr/>
        </p:nvSpPr>
        <p:spPr>
          <a:xfrm>
            <a:off x="9925582" y="535881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4" name="r3_o15322"/>
          <p:cNvSpPr/>
          <p:nvPr/>
        </p:nvSpPr>
        <p:spPr>
          <a:xfrm>
            <a:off x="10133266" y="535126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5" name="r3_o15323"/>
          <p:cNvSpPr/>
          <p:nvPr/>
        </p:nvSpPr>
        <p:spPr>
          <a:xfrm>
            <a:off x="10142245" y="535927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6" name="r3_o15324"/>
          <p:cNvSpPr/>
          <p:nvPr/>
        </p:nvSpPr>
        <p:spPr>
          <a:xfrm>
            <a:off x="10142245" y="535927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7" name="r3_o15325"/>
          <p:cNvSpPr/>
          <p:nvPr/>
        </p:nvSpPr>
        <p:spPr>
          <a:xfrm>
            <a:off x="10566595" y="535221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8" name="r3_o15326"/>
          <p:cNvSpPr/>
          <p:nvPr/>
        </p:nvSpPr>
        <p:spPr>
          <a:xfrm>
            <a:off x="10575574" y="536023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29" name="r3_o15327"/>
          <p:cNvSpPr/>
          <p:nvPr/>
        </p:nvSpPr>
        <p:spPr>
          <a:xfrm>
            <a:off x="10575574" y="536023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0" name="r3_o15328"/>
          <p:cNvSpPr/>
          <p:nvPr/>
        </p:nvSpPr>
        <p:spPr>
          <a:xfrm>
            <a:off x="10607000" y="538941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1" name="r3_o15329"/>
          <p:cNvSpPr/>
          <p:nvPr/>
        </p:nvSpPr>
        <p:spPr>
          <a:xfrm>
            <a:off x="10612747" y="539454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2" name="r3_o15330"/>
          <p:cNvSpPr/>
          <p:nvPr/>
        </p:nvSpPr>
        <p:spPr>
          <a:xfrm>
            <a:off x="10612747" y="539454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3" name="r3_o15331"/>
          <p:cNvSpPr/>
          <p:nvPr/>
        </p:nvSpPr>
        <p:spPr>
          <a:xfrm>
            <a:off x="9767545" y="537622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4" name="r3_o15332"/>
          <p:cNvSpPr/>
          <p:nvPr/>
        </p:nvSpPr>
        <p:spPr>
          <a:xfrm>
            <a:off x="9776523" y="538424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5" name="r3_o15333"/>
          <p:cNvSpPr/>
          <p:nvPr/>
        </p:nvSpPr>
        <p:spPr>
          <a:xfrm>
            <a:off x="9776523" y="538424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6" name="r3_o15334"/>
          <p:cNvSpPr/>
          <p:nvPr/>
        </p:nvSpPr>
        <p:spPr>
          <a:xfrm>
            <a:off x="10200872" y="537717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7" name="r3_o15335"/>
          <p:cNvSpPr/>
          <p:nvPr/>
        </p:nvSpPr>
        <p:spPr>
          <a:xfrm>
            <a:off x="10209851" y="538518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8" name="r3_o15336"/>
          <p:cNvSpPr/>
          <p:nvPr/>
        </p:nvSpPr>
        <p:spPr>
          <a:xfrm>
            <a:off x="10209851" y="538518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39" name="r3_o15337"/>
          <p:cNvSpPr/>
          <p:nvPr/>
        </p:nvSpPr>
        <p:spPr>
          <a:xfrm>
            <a:off x="10417537" y="537764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0" name="r3_o15338"/>
          <p:cNvSpPr/>
          <p:nvPr/>
        </p:nvSpPr>
        <p:spPr>
          <a:xfrm>
            <a:off x="10426516" y="538566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1" name="r3_o15339"/>
          <p:cNvSpPr/>
          <p:nvPr/>
        </p:nvSpPr>
        <p:spPr>
          <a:xfrm>
            <a:off x="10426516" y="538566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2" name="r3_o15340"/>
          <p:cNvSpPr/>
          <p:nvPr/>
        </p:nvSpPr>
        <p:spPr>
          <a:xfrm>
            <a:off x="9835151" y="540213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3" name="r3_o15341"/>
          <p:cNvSpPr/>
          <p:nvPr/>
        </p:nvSpPr>
        <p:spPr>
          <a:xfrm>
            <a:off x="9844129" y="541015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4" name="r3_o15342"/>
          <p:cNvSpPr/>
          <p:nvPr/>
        </p:nvSpPr>
        <p:spPr>
          <a:xfrm>
            <a:off x="9844129" y="541015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5" name="r3_o15343"/>
          <p:cNvSpPr/>
          <p:nvPr/>
        </p:nvSpPr>
        <p:spPr>
          <a:xfrm>
            <a:off x="10051815" y="540261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6" name="r3_o15344"/>
          <p:cNvSpPr/>
          <p:nvPr/>
        </p:nvSpPr>
        <p:spPr>
          <a:xfrm>
            <a:off x="10060794" y="541062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7" name="r3_o15345"/>
          <p:cNvSpPr/>
          <p:nvPr/>
        </p:nvSpPr>
        <p:spPr>
          <a:xfrm>
            <a:off x="10060794" y="541062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8" name="r3_o15346"/>
          <p:cNvSpPr/>
          <p:nvPr/>
        </p:nvSpPr>
        <p:spPr>
          <a:xfrm>
            <a:off x="10485143" y="540355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49" name="r3_o15347"/>
          <p:cNvSpPr/>
          <p:nvPr/>
        </p:nvSpPr>
        <p:spPr>
          <a:xfrm>
            <a:off x="10494122" y="541157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0" name="r3_o15348"/>
          <p:cNvSpPr/>
          <p:nvPr/>
        </p:nvSpPr>
        <p:spPr>
          <a:xfrm>
            <a:off x="10494122" y="541157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1" name="r3_o15349"/>
          <p:cNvSpPr/>
          <p:nvPr/>
        </p:nvSpPr>
        <p:spPr>
          <a:xfrm>
            <a:off x="10701808" y="540402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2" name="r3_o15350"/>
          <p:cNvSpPr/>
          <p:nvPr/>
        </p:nvSpPr>
        <p:spPr>
          <a:xfrm>
            <a:off x="10710786" y="541204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3" name="r3_o15351"/>
          <p:cNvSpPr/>
          <p:nvPr/>
        </p:nvSpPr>
        <p:spPr>
          <a:xfrm>
            <a:off x="10710786" y="541204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4" name="r3_o15352"/>
          <p:cNvSpPr/>
          <p:nvPr/>
        </p:nvSpPr>
        <p:spPr>
          <a:xfrm>
            <a:off x="10742212" y="544122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5" name="r3_o15353"/>
          <p:cNvSpPr/>
          <p:nvPr/>
        </p:nvSpPr>
        <p:spPr>
          <a:xfrm>
            <a:off x="10747959" y="544635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6" name="r3_o15354"/>
          <p:cNvSpPr/>
          <p:nvPr/>
        </p:nvSpPr>
        <p:spPr>
          <a:xfrm>
            <a:off x="10747959" y="544635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7" name="r3_o15355"/>
          <p:cNvSpPr/>
          <p:nvPr/>
        </p:nvSpPr>
        <p:spPr>
          <a:xfrm>
            <a:off x="10119422" y="542852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8" name="r3_o15356"/>
          <p:cNvSpPr/>
          <p:nvPr/>
        </p:nvSpPr>
        <p:spPr>
          <a:xfrm>
            <a:off x="10128400" y="543653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59" name="r3_o15357"/>
          <p:cNvSpPr/>
          <p:nvPr/>
        </p:nvSpPr>
        <p:spPr>
          <a:xfrm>
            <a:off x="10128400" y="543653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0" name="r3_o15358"/>
          <p:cNvSpPr/>
          <p:nvPr/>
        </p:nvSpPr>
        <p:spPr>
          <a:xfrm>
            <a:off x="10336084" y="542898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1" name="r3_o15359"/>
          <p:cNvSpPr/>
          <p:nvPr/>
        </p:nvSpPr>
        <p:spPr>
          <a:xfrm>
            <a:off x="10345063" y="543700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2" name="r3_o15360"/>
          <p:cNvSpPr/>
          <p:nvPr/>
        </p:nvSpPr>
        <p:spPr>
          <a:xfrm>
            <a:off x="10345063" y="543700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3" name="r3_o15361"/>
          <p:cNvSpPr/>
          <p:nvPr/>
        </p:nvSpPr>
        <p:spPr>
          <a:xfrm>
            <a:off x="10769414" y="542993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4" name="r3_o15362"/>
          <p:cNvSpPr/>
          <p:nvPr/>
        </p:nvSpPr>
        <p:spPr>
          <a:xfrm>
            <a:off x="10778392" y="543795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5" name="r3_o15363"/>
          <p:cNvSpPr/>
          <p:nvPr/>
        </p:nvSpPr>
        <p:spPr>
          <a:xfrm>
            <a:off x="10778392" y="543795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6" name="r3_o15364"/>
          <p:cNvSpPr/>
          <p:nvPr/>
        </p:nvSpPr>
        <p:spPr>
          <a:xfrm>
            <a:off x="10809818" y="546713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7" name="r3_o15365"/>
          <p:cNvSpPr/>
          <p:nvPr/>
        </p:nvSpPr>
        <p:spPr>
          <a:xfrm>
            <a:off x="10815565" y="547226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8" name="r3_o15366"/>
          <p:cNvSpPr/>
          <p:nvPr/>
        </p:nvSpPr>
        <p:spPr>
          <a:xfrm>
            <a:off x="10815565" y="547226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69" name="r3_o15367"/>
          <p:cNvSpPr/>
          <p:nvPr/>
        </p:nvSpPr>
        <p:spPr>
          <a:xfrm>
            <a:off x="9753698" y="545347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0" name="r3_o15368"/>
          <p:cNvSpPr/>
          <p:nvPr/>
        </p:nvSpPr>
        <p:spPr>
          <a:xfrm>
            <a:off x="9762677" y="546149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1" name="r3_o15369"/>
          <p:cNvSpPr/>
          <p:nvPr/>
        </p:nvSpPr>
        <p:spPr>
          <a:xfrm>
            <a:off x="9762677" y="546149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2" name="r3_o15370"/>
          <p:cNvSpPr/>
          <p:nvPr/>
        </p:nvSpPr>
        <p:spPr>
          <a:xfrm>
            <a:off x="9794103" y="549067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3" name="r3_o15371"/>
          <p:cNvSpPr/>
          <p:nvPr/>
        </p:nvSpPr>
        <p:spPr>
          <a:xfrm>
            <a:off x="9799849" y="549580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4" name="r3_o15372"/>
          <p:cNvSpPr/>
          <p:nvPr/>
        </p:nvSpPr>
        <p:spPr>
          <a:xfrm>
            <a:off x="9799849" y="549580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5" name="r3_o15373"/>
          <p:cNvSpPr/>
          <p:nvPr/>
        </p:nvSpPr>
        <p:spPr>
          <a:xfrm>
            <a:off x="9970363" y="545395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6" name="r3_o15374"/>
          <p:cNvSpPr/>
          <p:nvPr/>
        </p:nvSpPr>
        <p:spPr>
          <a:xfrm>
            <a:off x="9979342" y="546196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7" name="r3_o15375"/>
          <p:cNvSpPr/>
          <p:nvPr/>
        </p:nvSpPr>
        <p:spPr>
          <a:xfrm>
            <a:off x="9979342" y="546196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8" name="r3_o15376"/>
          <p:cNvSpPr/>
          <p:nvPr/>
        </p:nvSpPr>
        <p:spPr>
          <a:xfrm>
            <a:off x="10403690" y="545489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79" name="r3_o15377"/>
          <p:cNvSpPr/>
          <p:nvPr/>
        </p:nvSpPr>
        <p:spPr>
          <a:xfrm>
            <a:off x="10412669" y="546291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0" name="r3_o15378"/>
          <p:cNvSpPr/>
          <p:nvPr/>
        </p:nvSpPr>
        <p:spPr>
          <a:xfrm>
            <a:off x="10412669" y="546291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1" name="r3_o15379"/>
          <p:cNvSpPr/>
          <p:nvPr/>
        </p:nvSpPr>
        <p:spPr>
          <a:xfrm>
            <a:off x="10620355" y="545536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2" name="r3_o15380"/>
          <p:cNvSpPr/>
          <p:nvPr/>
        </p:nvSpPr>
        <p:spPr>
          <a:xfrm>
            <a:off x="10629334" y="546338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3" name="r3_o15381"/>
          <p:cNvSpPr/>
          <p:nvPr/>
        </p:nvSpPr>
        <p:spPr>
          <a:xfrm>
            <a:off x="10629334" y="546338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4" name="r3_o15382"/>
          <p:cNvSpPr/>
          <p:nvPr/>
        </p:nvSpPr>
        <p:spPr>
          <a:xfrm>
            <a:off x="10037969" y="547986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5" name="r3_o15383"/>
          <p:cNvSpPr/>
          <p:nvPr/>
        </p:nvSpPr>
        <p:spPr>
          <a:xfrm>
            <a:off x="10046948" y="548787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6" name="r3_o15384"/>
          <p:cNvSpPr/>
          <p:nvPr/>
        </p:nvSpPr>
        <p:spPr>
          <a:xfrm>
            <a:off x="10046948" y="548787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7" name="r3_o15385"/>
          <p:cNvSpPr/>
          <p:nvPr/>
        </p:nvSpPr>
        <p:spPr>
          <a:xfrm>
            <a:off x="10254634" y="548033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8" name="r3_o15386"/>
          <p:cNvSpPr/>
          <p:nvPr/>
        </p:nvSpPr>
        <p:spPr>
          <a:xfrm>
            <a:off x="10263612" y="548835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89" name="r3_o15387"/>
          <p:cNvSpPr/>
          <p:nvPr/>
        </p:nvSpPr>
        <p:spPr>
          <a:xfrm>
            <a:off x="10263612" y="548835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0" name="r3_o15388"/>
          <p:cNvSpPr/>
          <p:nvPr/>
        </p:nvSpPr>
        <p:spPr>
          <a:xfrm>
            <a:off x="10687961" y="548127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1" name="r3_o15389"/>
          <p:cNvSpPr/>
          <p:nvPr/>
        </p:nvSpPr>
        <p:spPr>
          <a:xfrm>
            <a:off x="10696940" y="548929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2" name="r3_o15390"/>
          <p:cNvSpPr/>
          <p:nvPr/>
        </p:nvSpPr>
        <p:spPr>
          <a:xfrm>
            <a:off x="10696940" y="548929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3" name="r3_o15391"/>
          <p:cNvSpPr/>
          <p:nvPr/>
        </p:nvSpPr>
        <p:spPr>
          <a:xfrm>
            <a:off x="9888910" y="550529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4" name="r3_o15392"/>
          <p:cNvSpPr/>
          <p:nvPr/>
        </p:nvSpPr>
        <p:spPr>
          <a:xfrm>
            <a:off x="9897889" y="551331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5" name="r3_o15393"/>
          <p:cNvSpPr/>
          <p:nvPr/>
        </p:nvSpPr>
        <p:spPr>
          <a:xfrm>
            <a:off x="9897889" y="551331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6" name="r3_o15394"/>
          <p:cNvSpPr/>
          <p:nvPr/>
        </p:nvSpPr>
        <p:spPr>
          <a:xfrm>
            <a:off x="10322240" y="550624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7" name="r3_o15395"/>
          <p:cNvSpPr/>
          <p:nvPr/>
        </p:nvSpPr>
        <p:spPr>
          <a:xfrm>
            <a:off x="10331219" y="551426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8" name="r3_o15396"/>
          <p:cNvSpPr/>
          <p:nvPr/>
        </p:nvSpPr>
        <p:spPr>
          <a:xfrm>
            <a:off x="10331219" y="551426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99" name="r3_o15397"/>
          <p:cNvSpPr/>
          <p:nvPr/>
        </p:nvSpPr>
        <p:spPr>
          <a:xfrm>
            <a:off x="10538902" y="550671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0" name="r3_o15398"/>
          <p:cNvSpPr/>
          <p:nvPr/>
        </p:nvSpPr>
        <p:spPr>
          <a:xfrm>
            <a:off x="10547881" y="551472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1" name="r3_o15399"/>
          <p:cNvSpPr/>
          <p:nvPr/>
        </p:nvSpPr>
        <p:spPr>
          <a:xfrm>
            <a:off x="10547881" y="551472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2" name="r3_o15400"/>
          <p:cNvSpPr/>
          <p:nvPr/>
        </p:nvSpPr>
        <p:spPr>
          <a:xfrm>
            <a:off x="9956516" y="553120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3" name="r3_o15401"/>
          <p:cNvSpPr/>
          <p:nvPr/>
        </p:nvSpPr>
        <p:spPr>
          <a:xfrm>
            <a:off x="9965495" y="553921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4" name="r3_o15402"/>
          <p:cNvSpPr/>
          <p:nvPr/>
        </p:nvSpPr>
        <p:spPr>
          <a:xfrm>
            <a:off x="9965495" y="553921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5" name="r3_o15403"/>
          <p:cNvSpPr/>
          <p:nvPr/>
        </p:nvSpPr>
        <p:spPr>
          <a:xfrm>
            <a:off x="10173181" y="553167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6" name="r3_o15404"/>
          <p:cNvSpPr/>
          <p:nvPr/>
        </p:nvSpPr>
        <p:spPr>
          <a:xfrm>
            <a:off x="10182160" y="553969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7" name="r3_o15405"/>
          <p:cNvSpPr/>
          <p:nvPr/>
        </p:nvSpPr>
        <p:spPr>
          <a:xfrm>
            <a:off x="10182160" y="553969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8" name="r3_o15406"/>
          <p:cNvSpPr/>
          <p:nvPr/>
        </p:nvSpPr>
        <p:spPr>
          <a:xfrm>
            <a:off x="10606508" y="553261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09" name="r3_o15407"/>
          <p:cNvSpPr/>
          <p:nvPr/>
        </p:nvSpPr>
        <p:spPr>
          <a:xfrm>
            <a:off x="10615487" y="554063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0" name="r3_o15408"/>
          <p:cNvSpPr/>
          <p:nvPr/>
        </p:nvSpPr>
        <p:spPr>
          <a:xfrm>
            <a:off x="10615487" y="554063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1" name="r3_o15409"/>
          <p:cNvSpPr/>
          <p:nvPr/>
        </p:nvSpPr>
        <p:spPr>
          <a:xfrm>
            <a:off x="10823173" y="553309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2" name="r3_o15410"/>
          <p:cNvSpPr/>
          <p:nvPr/>
        </p:nvSpPr>
        <p:spPr>
          <a:xfrm>
            <a:off x="10832152" y="554111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3" name="r3_o15411"/>
          <p:cNvSpPr/>
          <p:nvPr/>
        </p:nvSpPr>
        <p:spPr>
          <a:xfrm>
            <a:off x="10832152" y="554111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4" name="r3_o15412"/>
          <p:cNvSpPr/>
          <p:nvPr/>
        </p:nvSpPr>
        <p:spPr>
          <a:xfrm>
            <a:off x="9807457" y="555663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5" name="r3_o15413"/>
          <p:cNvSpPr/>
          <p:nvPr/>
        </p:nvSpPr>
        <p:spPr>
          <a:xfrm>
            <a:off x="9816436" y="556465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6" name="r3_o15414"/>
          <p:cNvSpPr/>
          <p:nvPr/>
        </p:nvSpPr>
        <p:spPr>
          <a:xfrm>
            <a:off x="9816436" y="556465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7" name="r3_o15415"/>
          <p:cNvSpPr/>
          <p:nvPr/>
        </p:nvSpPr>
        <p:spPr>
          <a:xfrm>
            <a:off x="9847862" y="559383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8" name="r3_o15416"/>
          <p:cNvSpPr/>
          <p:nvPr/>
        </p:nvSpPr>
        <p:spPr>
          <a:xfrm>
            <a:off x="9853608" y="559896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19" name="r3_o15417"/>
          <p:cNvSpPr/>
          <p:nvPr/>
        </p:nvSpPr>
        <p:spPr>
          <a:xfrm>
            <a:off x="9853608" y="559896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0" name="r3_o15418"/>
          <p:cNvSpPr/>
          <p:nvPr/>
        </p:nvSpPr>
        <p:spPr>
          <a:xfrm>
            <a:off x="10240787" y="555758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1" name="r3_o15419"/>
          <p:cNvSpPr/>
          <p:nvPr/>
        </p:nvSpPr>
        <p:spPr>
          <a:xfrm>
            <a:off x="10249766" y="556560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2" name="r3_o15420"/>
          <p:cNvSpPr/>
          <p:nvPr/>
        </p:nvSpPr>
        <p:spPr>
          <a:xfrm>
            <a:off x="10249766" y="556560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3" name="r3_o15421"/>
          <p:cNvSpPr/>
          <p:nvPr/>
        </p:nvSpPr>
        <p:spPr>
          <a:xfrm>
            <a:off x="10457452" y="555806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4" name="r3_o15422"/>
          <p:cNvSpPr/>
          <p:nvPr/>
        </p:nvSpPr>
        <p:spPr>
          <a:xfrm>
            <a:off x="10466431" y="556607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5" name="r3_o15423"/>
          <p:cNvSpPr/>
          <p:nvPr/>
        </p:nvSpPr>
        <p:spPr>
          <a:xfrm>
            <a:off x="10466431" y="556607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6" name="r3_o15424"/>
          <p:cNvSpPr/>
          <p:nvPr/>
        </p:nvSpPr>
        <p:spPr>
          <a:xfrm>
            <a:off x="10890779" y="555900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7" name="r3_o15425"/>
          <p:cNvSpPr/>
          <p:nvPr/>
        </p:nvSpPr>
        <p:spPr>
          <a:xfrm>
            <a:off x="10899758" y="556701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8" name="r3_o15426"/>
          <p:cNvSpPr/>
          <p:nvPr/>
        </p:nvSpPr>
        <p:spPr>
          <a:xfrm>
            <a:off x="10899758" y="556701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29" name="r3_o15427"/>
          <p:cNvSpPr/>
          <p:nvPr/>
        </p:nvSpPr>
        <p:spPr>
          <a:xfrm>
            <a:off x="10931184" y="559619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0" name="r3_o15428"/>
          <p:cNvSpPr/>
          <p:nvPr/>
        </p:nvSpPr>
        <p:spPr>
          <a:xfrm>
            <a:off x="10936930" y="560133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1" name="r3_o15429"/>
          <p:cNvSpPr/>
          <p:nvPr/>
        </p:nvSpPr>
        <p:spPr>
          <a:xfrm>
            <a:off x="10936930" y="560133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2" name="r3_o15430"/>
          <p:cNvSpPr/>
          <p:nvPr/>
        </p:nvSpPr>
        <p:spPr>
          <a:xfrm>
            <a:off x="9875063" y="558254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3" name="r3_o15431"/>
          <p:cNvSpPr/>
          <p:nvPr/>
        </p:nvSpPr>
        <p:spPr>
          <a:xfrm>
            <a:off x="9884042" y="559055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4" name="r3_o15432"/>
          <p:cNvSpPr/>
          <p:nvPr/>
        </p:nvSpPr>
        <p:spPr>
          <a:xfrm>
            <a:off x="9884042" y="559055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5" name="r3_o15433"/>
          <p:cNvSpPr/>
          <p:nvPr/>
        </p:nvSpPr>
        <p:spPr>
          <a:xfrm>
            <a:off x="10091728" y="558301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6" name="r3_o15434"/>
          <p:cNvSpPr/>
          <p:nvPr/>
        </p:nvSpPr>
        <p:spPr>
          <a:xfrm>
            <a:off x="10100707" y="559103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7" name="r3_o15435"/>
          <p:cNvSpPr/>
          <p:nvPr/>
        </p:nvSpPr>
        <p:spPr>
          <a:xfrm>
            <a:off x="10100707" y="559103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8" name="r3_o15436"/>
          <p:cNvSpPr/>
          <p:nvPr/>
        </p:nvSpPr>
        <p:spPr>
          <a:xfrm>
            <a:off x="10525058" y="558396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39" name="r3_o15437"/>
          <p:cNvSpPr/>
          <p:nvPr/>
        </p:nvSpPr>
        <p:spPr>
          <a:xfrm>
            <a:off x="10534037" y="559198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0" name="r3_o15438"/>
          <p:cNvSpPr/>
          <p:nvPr/>
        </p:nvSpPr>
        <p:spPr>
          <a:xfrm>
            <a:off x="10534037" y="559198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1" name="r3_o15439"/>
          <p:cNvSpPr/>
          <p:nvPr/>
        </p:nvSpPr>
        <p:spPr>
          <a:xfrm>
            <a:off x="10741720" y="558443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2" name="r3_o15440"/>
          <p:cNvSpPr/>
          <p:nvPr/>
        </p:nvSpPr>
        <p:spPr>
          <a:xfrm>
            <a:off x="10750699" y="559245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3" name="r3_o15441"/>
          <p:cNvSpPr/>
          <p:nvPr/>
        </p:nvSpPr>
        <p:spPr>
          <a:xfrm>
            <a:off x="10750699" y="559245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4" name="r3_o15442"/>
          <p:cNvSpPr/>
          <p:nvPr/>
        </p:nvSpPr>
        <p:spPr>
          <a:xfrm>
            <a:off x="10159334" y="560892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5" name="r3_o15443"/>
          <p:cNvSpPr/>
          <p:nvPr/>
        </p:nvSpPr>
        <p:spPr>
          <a:xfrm>
            <a:off x="10168313" y="561694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6" name="r3_o15444"/>
          <p:cNvSpPr/>
          <p:nvPr/>
        </p:nvSpPr>
        <p:spPr>
          <a:xfrm>
            <a:off x="10168313" y="561694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7" name="r3_o15445"/>
          <p:cNvSpPr/>
          <p:nvPr/>
        </p:nvSpPr>
        <p:spPr>
          <a:xfrm>
            <a:off x="10375999" y="560940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8" name="r3_o15446"/>
          <p:cNvSpPr/>
          <p:nvPr/>
        </p:nvSpPr>
        <p:spPr>
          <a:xfrm>
            <a:off x="10384978" y="561741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49" name="r3_o15447"/>
          <p:cNvSpPr/>
          <p:nvPr/>
        </p:nvSpPr>
        <p:spPr>
          <a:xfrm>
            <a:off x="10384978" y="561741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0" name="r3_o15448"/>
          <p:cNvSpPr/>
          <p:nvPr/>
        </p:nvSpPr>
        <p:spPr>
          <a:xfrm>
            <a:off x="10809327" y="561034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1" name="r3_o15449"/>
          <p:cNvSpPr/>
          <p:nvPr/>
        </p:nvSpPr>
        <p:spPr>
          <a:xfrm>
            <a:off x="10818305" y="561835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2" name="r3_o15450"/>
          <p:cNvSpPr/>
          <p:nvPr/>
        </p:nvSpPr>
        <p:spPr>
          <a:xfrm>
            <a:off x="10818305" y="561835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3" name="r3_o15451"/>
          <p:cNvSpPr/>
          <p:nvPr/>
        </p:nvSpPr>
        <p:spPr>
          <a:xfrm>
            <a:off x="10010276" y="563435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4" name="r3_o15452"/>
          <p:cNvSpPr/>
          <p:nvPr/>
        </p:nvSpPr>
        <p:spPr>
          <a:xfrm>
            <a:off x="10019254" y="564237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5" name="r3_o15453"/>
          <p:cNvSpPr/>
          <p:nvPr/>
        </p:nvSpPr>
        <p:spPr>
          <a:xfrm>
            <a:off x="10019254" y="564237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6" name="r3_o15454"/>
          <p:cNvSpPr/>
          <p:nvPr/>
        </p:nvSpPr>
        <p:spPr>
          <a:xfrm>
            <a:off x="10443605" y="563530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7" name="r3_o15455"/>
          <p:cNvSpPr/>
          <p:nvPr/>
        </p:nvSpPr>
        <p:spPr>
          <a:xfrm>
            <a:off x="10452584" y="564332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8" name="r3_o15456"/>
          <p:cNvSpPr/>
          <p:nvPr/>
        </p:nvSpPr>
        <p:spPr>
          <a:xfrm>
            <a:off x="10452584" y="564332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59" name="r3_o15457"/>
          <p:cNvSpPr/>
          <p:nvPr/>
        </p:nvSpPr>
        <p:spPr>
          <a:xfrm>
            <a:off x="10660270" y="563578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0" name="r3_o15458"/>
          <p:cNvSpPr/>
          <p:nvPr/>
        </p:nvSpPr>
        <p:spPr>
          <a:xfrm>
            <a:off x="10669249" y="564380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1" name="r3_o15459"/>
          <p:cNvSpPr/>
          <p:nvPr/>
        </p:nvSpPr>
        <p:spPr>
          <a:xfrm>
            <a:off x="10669249" y="564380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2" name="r3_o15460"/>
          <p:cNvSpPr/>
          <p:nvPr/>
        </p:nvSpPr>
        <p:spPr>
          <a:xfrm>
            <a:off x="10077882" y="566026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3" name="r3_o15461"/>
          <p:cNvSpPr/>
          <p:nvPr/>
        </p:nvSpPr>
        <p:spPr>
          <a:xfrm>
            <a:off x="10086860" y="566828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4" name="r3_o15462"/>
          <p:cNvSpPr/>
          <p:nvPr/>
        </p:nvSpPr>
        <p:spPr>
          <a:xfrm>
            <a:off x="10086860" y="566828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5" name="r3_o15463"/>
          <p:cNvSpPr/>
          <p:nvPr/>
        </p:nvSpPr>
        <p:spPr>
          <a:xfrm>
            <a:off x="10294546" y="566074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6" name="r3_o15464"/>
          <p:cNvSpPr/>
          <p:nvPr/>
        </p:nvSpPr>
        <p:spPr>
          <a:xfrm>
            <a:off x="10303525" y="566875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7" name="r3_o15465"/>
          <p:cNvSpPr/>
          <p:nvPr/>
        </p:nvSpPr>
        <p:spPr>
          <a:xfrm>
            <a:off x="10303525" y="566875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8" name="r3_o15466"/>
          <p:cNvSpPr/>
          <p:nvPr/>
        </p:nvSpPr>
        <p:spPr>
          <a:xfrm>
            <a:off x="10727876" y="566169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69" name="r3_o15467"/>
          <p:cNvSpPr/>
          <p:nvPr/>
        </p:nvSpPr>
        <p:spPr>
          <a:xfrm>
            <a:off x="10736855" y="566970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0" name="r3_o15468"/>
          <p:cNvSpPr/>
          <p:nvPr/>
        </p:nvSpPr>
        <p:spPr>
          <a:xfrm>
            <a:off x="10736855" y="566970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1" name="r3_o15469"/>
          <p:cNvSpPr/>
          <p:nvPr/>
        </p:nvSpPr>
        <p:spPr>
          <a:xfrm>
            <a:off x="10944539" y="566215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2" name="r3_o15470"/>
          <p:cNvSpPr/>
          <p:nvPr/>
        </p:nvSpPr>
        <p:spPr>
          <a:xfrm>
            <a:off x="10953517" y="567017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3" name="r3_o15471"/>
          <p:cNvSpPr/>
          <p:nvPr/>
        </p:nvSpPr>
        <p:spPr>
          <a:xfrm>
            <a:off x="10953517" y="567017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4" name="r3_o15472"/>
          <p:cNvSpPr/>
          <p:nvPr/>
        </p:nvSpPr>
        <p:spPr>
          <a:xfrm>
            <a:off x="10984943" y="569935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5" name="r3_o15473"/>
          <p:cNvSpPr/>
          <p:nvPr/>
        </p:nvSpPr>
        <p:spPr>
          <a:xfrm>
            <a:off x="10990690" y="570448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6" name="r3_o15474"/>
          <p:cNvSpPr/>
          <p:nvPr/>
        </p:nvSpPr>
        <p:spPr>
          <a:xfrm>
            <a:off x="10990690" y="570448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7" name="r3_o15475"/>
          <p:cNvSpPr/>
          <p:nvPr/>
        </p:nvSpPr>
        <p:spPr>
          <a:xfrm>
            <a:off x="9928825" y="568570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8" name="r3_o15476"/>
          <p:cNvSpPr/>
          <p:nvPr/>
        </p:nvSpPr>
        <p:spPr>
          <a:xfrm>
            <a:off x="9937804" y="569372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79" name="r3_o15477"/>
          <p:cNvSpPr/>
          <p:nvPr/>
        </p:nvSpPr>
        <p:spPr>
          <a:xfrm>
            <a:off x="9937804" y="569372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0" name="r3_o15478"/>
          <p:cNvSpPr/>
          <p:nvPr/>
        </p:nvSpPr>
        <p:spPr>
          <a:xfrm>
            <a:off x="9969230" y="572290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1" name="r3_o15479"/>
          <p:cNvSpPr/>
          <p:nvPr/>
        </p:nvSpPr>
        <p:spPr>
          <a:xfrm>
            <a:off x="9974976" y="572803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2" name="r3_o15480"/>
          <p:cNvSpPr/>
          <p:nvPr/>
        </p:nvSpPr>
        <p:spPr>
          <a:xfrm>
            <a:off x="9974976" y="572803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3" name="r3_o15481"/>
          <p:cNvSpPr/>
          <p:nvPr/>
        </p:nvSpPr>
        <p:spPr>
          <a:xfrm>
            <a:off x="10362153" y="568664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4" name="r3_o15482"/>
          <p:cNvSpPr/>
          <p:nvPr/>
        </p:nvSpPr>
        <p:spPr>
          <a:xfrm>
            <a:off x="10371131" y="569466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5" name="r3_o15483"/>
          <p:cNvSpPr/>
          <p:nvPr/>
        </p:nvSpPr>
        <p:spPr>
          <a:xfrm>
            <a:off x="10371131" y="569466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6" name="r3_o15484"/>
          <p:cNvSpPr/>
          <p:nvPr/>
        </p:nvSpPr>
        <p:spPr>
          <a:xfrm>
            <a:off x="10578817" y="568712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7" name="r3_o15485"/>
          <p:cNvSpPr/>
          <p:nvPr/>
        </p:nvSpPr>
        <p:spPr>
          <a:xfrm>
            <a:off x="10587796" y="569514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8" name="r3_o15486"/>
          <p:cNvSpPr/>
          <p:nvPr/>
        </p:nvSpPr>
        <p:spPr>
          <a:xfrm>
            <a:off x="10587796" y="569514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89" name="r3_o15487"/>
          <p:cNvSpPr/>
          <p:nvPr/>
        </p:nvSpPr>
        <p:spPr>
          <a:xfrm>
            <a:off x="9996431" y="571161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0" name="r3_o15488"/>
          <p:cNvSpPr/>
          <p:nvPr/>
        </p:nvSpPr>
        <p:spPr>
          <a:xfrm>
            <a:off x="10005410" y="571963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1" name="r3_o15489"/>
          <p:cNvSpPr/>
          <p:nvPr/>
        </p:nvSpPr>
        <p:spPr>
          <a:xfrm>
            <a:off x="10005410" y="571963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2" name="r3_o15490"/>
          <p:cNvSpPr/>
          <p:nvPr/>
        </p:nvSpPr>
        <p:spPr>
          <a:xfrm>
            <a:off x="10036836" y="574881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3" name="r3_o15491"/>
          <p:cNvSpPr/>
          <p:nvPr/>
        </p:nvSpPr>
        <p:spPr>
          <a:xfrm>
            <a:off x="10042582" y="575394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4" name="r3_o15492"/>
          <p:cNvSpPr/>
          <p:nvPr/>
        </p:nvSpPr>
        <p:spPr>
          <a:xfrm>
            <a:off x="10042582" y="575394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5" name="r3_o15493"/>
          <p:cNvSpPr/>
          <p:nvPr/>
        </p:nvSpPr>
        <p:spPr>
          <a:xfrm>
            <a:off x="10213094" y="571208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6" name="r3_o15494"/>
          <p:cNvSpPr/>
          <p:nvPr/>
        </p:nvSpPr>
        <p:spPr>
          <a:xfrm>
            <a:off x="10222073" y="572009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7" name="r3_o15495"/>
          <p:cNvSpPr/>
          <p:nvPr/>
        </p:nvSpPr>
        <p:spPr>
          <a:xfrm>
            <a:off x="10222073" y="572009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8" name="r3_o15496"/>
          <p:cNvSpPr/>
          <p:nvPr/>
        </p:nvSpPr>
        <p:spPr>
          <a:xfrm>
            <a:off x="10646423" y="571303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99" name="r3_o15497"/>
          <p:cNvSpPr/>
          <p:nvPr/>
        </p:nvSpPr>
        <p:spPr>
          <a:xfrm>
            <a:off x="10655402" y="572104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0" name="r3_o15498"/>
          <p:cNvSpPr/>
          <p:nvPr/>
        </p:nvSpPr>
        <p:spPr>
          <a:xfrm>
            <a:off x="10655402" y="572104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1" name="r3_o15499"/>
          <p:cNvSpPr/>
          <p:nvPr/>
        </p:nvSpPr>
        <p:spPr>
          <a:xfrm>
            <a:off x="10863088" y="571350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2" name="r3_o15500"/>
          <p:cNvSpPr/>
          <p:nvPr/>
        </p:nvSpPr>
        <p:spPr>
          <a:xfrm>
            <a:off x="10872067" y="572152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3" name="r3_o15501"/>
          <p:cNvSpPr/>
          <p:nvPr/>
        </p:nvSpPr>
        <p:spPr>
          <a:xfrm>
            <a:off x="10872067" y="572152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4" name="r3_o15502"/>
          <p:cNvSpPr/>
          <p:nvPr/>
        </p:nvSpPr>
        <p:spPr>
          <a:xfrm>
            <a:off x="10280700" y="573798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5" name="r3_o15503"/>
          <p:cNvSpPr/>
          <p:nvPr/>
        </p:nvSpPr>
        <p:spPr>
          <a:xfrm>
            <a:off x="10289679" y="574600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6" name="r3_o15504"/>
          <p:cNvSpPr/>
          <p:nvPr/>
        </p:nvSpPr>
        <p:spPr>
          <a:xfrm>
            <a:off x="10289679" y="574600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7" name="r3_o15505"/>
          <p:cNvSpPr/>
          <p:nvPr/>
        </p:nvSpPr>
        <p:spPr>
          <a:xfrm>
            <a:off x="10497365" y="573846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8" name="r3_o15506"/>
          <p:cNvSpPr/>
          <p:nvPr/>
        </p:nvSpPr>
        <p:spPr>
          <a:xfrm>
            <a:off x="10506343" y="574648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09" name="r3_o15507"/>
          <p:cNvSpPr/>
          <p:nvPr/>
        </p:nvSpPr>
        <p:spPr>
          <a:xfrm>
            <a:off x="10506343" y="574648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0" name="r3_o15508"/>
          <p:cNvSpPr/>
          <p:nvPr/>
        </p:nvSpPr>
        <p:spPr>
          <a:xfrm>
            <a:off x="10930694" y="573941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1" name="r3_o15509"/>
          <p:cNvSpPr/>
          <p:nvPr/>
        </p:nvSpPr>
        <p:spPr>
          <a:xfrm>
            <a:off x="10939673" y="574743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2" name="r3_o15510"/>
          <p:cNvSpPr/>
          <p:nvPr/>
        </p:nvSpPr>
        <p:spPr>
          <a:xfrm>
            <a:off x="10939673" y="574743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3" name="r3_o15511"/>
          <p:cNvSpPr/>
          <p:nvPr/>
        </p:nvSpPr>
        <p:spPr>
          <a:xfrm>
            <a:off x="10131643" y="576343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4" name="r3_o15512"/>
          <p:cNvSpPr/>
          <p:nvPr/>
        </p:nvSpPr>
        <p:spPr>
          <a:xfrm>
            <a:off x="10140622" y="5771448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5" name="r3_o15513"/>
          <p:cNvSpPr/>
          <p:nvPr/>
        </p:nvSpPr>
        <p:spPr>
          <a:xfrm>
            <a:off x="10140622" y="5771448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6" name="r3_o15514"/>
          <p:cNvSpPr/>
          <p:nvPr/>
        </p:nvSpPr>
        <p:spPr>
          <a:xfrm>
            <a:off x="10172048" y="580062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7" name="r3_o15515"/>
          <p:cNvSpPr/>
          <p:nvPr/>
        </p:nvSpPr>
        <p:spPr>
          <a:xfrm>
            <a:off x="10177794" y="580576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8" name="r3_o15516"/>
          <p:cNvSpPr/>
          <p:nvPr/>
        </p:nvSpPr>
        <p:spPr>
          <a:xfrm>
            <a:off x="10177794" y="580576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19" name="r3_o15517"/>
          <p:cNvSpPr/>
          <p:nvPr/>
        </p:nvSpPr>
        <p:spPr>
          <a:xfrm>
            <a:off x="10564971" y="576437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0" name="r3_o15518"/>
          <p:cNvSpPr/>
          <p:nvPr/>
        </p:nvSpPr>
        <p:spPr>
          <a:xfrm>
            <a:off x="10573950" y="577238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1" name="r3_o15519"/>
          <p:cNvSpPr/>
          <p:nvPr/>
        </p:nvSpPr>
        <p:spPr>
          <a:xfrm>
            <a:off x="10573950" y="577238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2" name="r3_o15520"/>
          <p:cNvSpPr/>
          <p:nvPr/>
        </p:nvSpPr>
        <p:spPr>
          <a:xfrm>
            <a:off x="10781636" y="576484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3" name="r3_o15521"/>
          <p:cNvSpPr/>
          <p:nvPr/>
        </p:nvSpPr>
        <p:spPr>
          <a:xfrm>
            <a:off x="10790614" y="577286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4" name="r3_o15522"/>
          <p:cNvSpPr/>
          <p:nvPr/>
        </p:nvSpPr>
        <p:spPr>
          <a:xfrm>
            <a:off x="10790614" y="577286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5" name="r3_o15523"/>
          <p:cNvSpPr/>
          <p:nvPr/>
        </p:nvSpPr>
        <p:spPr>
          <a:xfrm>
            <a:off x="10199249" y="578933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6" name="r3_o15524"/>
          <p:cNvSpPr/>
          <p:nvPr/>
        </p:nvSpPr>
        <p:spPr>
          <a:xfrm>
            <a:off x="10208228" y="579735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7" name="r3_o15525"/>
          <p:cNvSpPr/>
          <p:nvPr/>
        </p:nvSpPr>
        <p:spPr>
          <a:xfrm>
            <a:off x="10208228" y="579735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8" name="r3_o15526"/>
          <p:cNvSpPr/>
          <p:nvPr/>
        </p:nvSpPr>
        <p:spPr>
          <a:xfrm>
            <a:off x="10239654" y="582653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29" name="r3_o15527"/>
          <p:cNvSpPr/>
          <p:nvPr/>
        </p:nvSpPr>
        <p:spPr>
          <a:xfrm>
            <a:off x="10245401" y="583166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0" name="r3_o15528"/>
          <p:cNvSpPr/>
          <p:nvPr/>
        </p:nvSpPr>
        <p:spPr>
          <a:xfrm>
            <a:off x="10245401" y="583166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1" name="r3_o15529"/>
          <p:cNvSpPr/>
          <p:nvPr/>
        </p:nvSpPr>
        <p:spPr>
          <a:xfrm>
            <a:off x="10415912" y="578980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2" name="r3_o15530"/>
          <p:cNvSpPr/>
          <p:nvPr/>
        </p:nvSpPr>
        <p:spPr>
          <a:xfrm>
            <a:off x="10424891" y="579782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3" name="r3_o15531"/>
          <p:cNvSpPr/>
          <p:nvPr/>
        </p:nvSpPr>
        <p:spPr>
          <a:xfrm>
            <a:off x="10424891" y="579782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4" name="r3_o15532"/>
          <p:cNvSpPr/>
          <p:nvPr/>
        </p:nvSpPr>
        <p:spPr>
          <a:xfrm>
            <a:off x="10849242" y="579075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5" name="r3_o15533"/>
          <p:cNvSpPr/>
          <p:nvPr/>
        </p:nvSpPr>
        <p:spPr>
          <a:xfrm>
            <a:off x="10858220" y="579877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6" name="r3_o15534"/>
          <p:cNvSpPr/>
          <p:nvPr/>
        </p:nvSpPr>
        <p:spPr>
          <a:xfrm>
            <a:off x="10858220" y="579877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7" name="r3_o15535"/>
          <p:cNvSpPr/>
          <p:nvPr/>
        </p:nvSpPr>
        <p:spPr>
          <a:xfrm>
            <a:off x="10483518" y="581571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8" name="r3_o15536"/>
          <p:cNvSpPr/>
          <p:nvPr/>
        </p:nvSpPr>
        <p:spPr>
          <a:xfrm>
            <a:off x="10492497" y="582372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39" name="r3_o15537"/>
          <p:cNvSpPr/>
          <p:nvPr/>
        </p:nvSpPr>
        <p:spPr>
          <a:xfrm>
            <a:off x="10492497" y="582372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0" name="r3_o15538"/>
          <p:cNvSpPr/>
          <p:nvPr/>
        </p:nvSpPr>
        <p:spPr>
          <a:xfrm>
            <a:off x="10700183" y="581618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1" name="r3_o15539"/>
          <p:cNvSpPr/>
          <p:nvPr/>
        </p:nvSpPr>
        <p:spPr>
          <a:xfrm>
            <a:off x="10709162" y="582420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2" name="r3_o15540"/>
          <p:cNvSpPr/>
          <p:nvPr/>
        </p:nvSpPr>
        <p:spPr>
          <a:xfrm>
            <a:off x="10709162" y="582420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3" name="r3_o15541"/>
          <p:cNvSpPr/>
          <p:nvPr/>
        </p:nvSpPr>
        <p:spPr>
          <a:xfrm>
            <a:off x="10334462" y="5841155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4" name="r3_o15542"/>
          <p:cNvSpPr/>
          <p:nvPr/>
        </p:nvSpPr>
        <p:spPr>
          <a:xfrm>
            <a:off x="10343440" y="5849172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5" name="r3_o15543"/>
          <p:cNvSpPr/>
          <p:nvPr/>
        </p:nvSpPr>
        <p:spPr>
          <a:xfrm>
            <a:off x="10343440" y="5849172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6" name="r3_o15544"/>
          <p:cNvSpPr/>
          <p:nvPr/>
        </p:nvSpPr>
        <p:spPr>
          <a:xfrm>
            <a:off x="10374866" y="5878353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7" name="r3_o15545"/>
          <p:cNvSpPr/>
          <p:nvPr/>
        </p:nvSpPr>
        <p:spPr>
          <a:xfrm>
            <a:off x="10380613" y="5883484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8" name="r3_o15546"/>
          <p:cNvSpPr/>
          <p:nvPr/>
        </p:nvSpPr>
        <p:spPr>
          <a:xfrm>
            <a:off x="10380613" y="5883484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49" name="r3_o15547"/>
          <p:cNvSpPr/>
          <p:nvPr/>
        </p:nvSpPr>
        <p:spPr>
          <a:xfrm>
            <a:off x="10767789" y="584209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0" name="r3_o15548"/>
          <p:cNvSpPr/>
          <p:nvPr/>
        </p:nvSpPr>
        <p:spPr>
          <a:xfrm>
            <a:off x="10776768" y="585011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1" name="r3_o15549"/>
          <p:cNvSpPr/>
          <p:nvPr/>
        </p:nvSpPr>
        <p:spPr>
          <a:xfrm>
            <a:off x="10776768" y="585011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2" name="r3_o15550"/>
          <p:cNvSpPr/>
          <p:nvPr/>
        </p:nvSpPr>
        <p:spPr>
          <a:xfrm>
            <a:off x="10984454" y="584257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3" name="r3_o15551"/>
          <p:cNvSpPr/>
          <p:nvPr/>
        </p:nvSpPr>
        <p:spPr>
          <a:xfrm>
            <a:off x="10993433" y="585058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4" name="r3_o15552"/>
          <p:cNvSpPr/>
          <p:nvPr/>
        </p:nvSpPr>
        <p:spPr>
          <a:xfrm>
            <a:off x="10993433" y="585058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5" name="r3_o15553"/>
          <p:cNvSpPr/>
          <p:nvPr/>
        </p:nvSpPr>
        <p:spPr>
          <a:xfrm>
            <a:off x="11024858" y="5879770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6" name="r3_o15554"/>
          <p:cNvSpPr/>
          <p:nvPr/>
        </p:nvSpPr>
        <p:spPr>
          <a:xfrm>
            <a:off x="11030605" y="5884900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7" name="r3_o15555"/>
          <p:cNvSpPr/>
          <p:nvPr/>
        </p:nvSpPr>
        <p:spPr>
          <a:xfrm>
            <a:off x="11030605" y="5884900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8" name="r3_o15556"/>
          <p:cNvSpPr/>
          <p:nvPr/>
        </p:nvSpPr>
        <p:spPr>
          <a:xfrm>
            <a:off x="10402068" y="586706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59" name="r3_o15557"/>
          <p:cNvSpPr/>
          <p:nvPr/>
        </p:nvSpPr>
        <p:spPr>
          <a:xfrm>
            <a:off x="10411046" y="587508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0" name="r3_o15558"/>
          <p:cNvSpPr/>
          <p:nvPr/>
        </p:nvSpPr>
        <p:spPr>
          <a:xfrm>
            <a:off x="10411046" y="587508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1" name="r3_o15559"/>
          <p:cNvSpPr/>
          <p:nvPr/>
        </p:nvSpPr>
        <p:spPr>
          <a:xfrm>
            <a:off x="10442472" y="590426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2" name="r3_o15560"/>
          <p:cNvSpPr/>
          <p:nvPr/>
        </p:nvSpPr>
        <p:spPr>
          <a:xfrm>
            <a:off x="10448219" y="5909392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3" name="r3_o15561"/>
          <p:cNvSpPr/>
          <p:nvPr/>
        </p:nvSpPr>
        <p:spPr>
          <a:xfrm>
            <a:off x="10448219" y="5909392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4" name="r3_o15562"/>
          <p:cNvSpPr/>
          <p:nvPr/>
        </p:nvSpPr>
        <p:spPr>
          <a:xfrm>
            <a:off x="10618730" y="5867528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5" name="r3_o15563"/>
          <p:cNvSpPr/>
          <p:nvPr/>
        </p:nvSpPr>
        <p:spPr>
          <a:xfrm>
            <a:off x="10627709" y="5875545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6" name="r3_o15564"/>
          <p:cNvSpPr/>
          <p:nvPr/>
        </p:nvSpPr>
        <p:spPr>
          <a:xfrm>
            <a:off x="10627709" y="5875545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7" name="r3_o15565"/>
          <p:cNvSpPr/>
          <p:nvPr/>
        </p:nvSpPr>
        <p:spPr>
          <a:xfrm>
            <a:off x="10686336" y="589343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8" name="r3_o15566"/>
          <p:cNvSpPr/>
          <p:nvPr/>
        </p:nvSpPr>
        <p:spPr>
          <a:xfrm>
            <a:off x="10695315" y="590145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69" name="r3_o15567"/>
          <p:cNvSpPr/>
          <p:nvPr/>
        </p:nvSpPr>
        <p:spPr>
          <a:xfrm>
            <a:off x="10695315" y="590145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0" name="r3_o15568"/>
          <p:cNvSpPr/>
          <p:nvPr/>
        </p:nvSpPr>
        <p:spPr>
          <a:xfrm>
            <a:off x="10903001" y="589391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1" name="r3_o15569"/>
          <p:cNvSpPr/>
          <p:nvPr/>
        </p:nvSpPr>
        <p:spPr>
          <a:xfrm>
            <a:off x="10911980" y="590192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2" name="r3_o15570"/>
          <p:cNvSpPr/>
          <p:nvPr/>
        </p:nvSpPr>
        <p:spPr>
          <a:xfrm>
            <a:off x="10911980" y="590192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3" name="r3_o15571"/>
          <p:cNvSpPr/>
          <p:nvPr/>
        </p:nvSpPr>
        <p:spPr>
          <a:xfrm>
            <a:off x="10537280" y="5918879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4" name="r3_o15572"/>
          <p:cNvSpPr/>
          <p:nvPr/>
        </p:nvSpPr>
        <p:spPr>
          <a:xfrm>
            <a:off x="10546259" y="5926896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5" name="r3_o15573"/>
          <p:cNvSpPr/>
          <p:nvPr/>
        </p:nvSpPr>
        <p:spPr>
          <a:xfrm>
            <a:off x="10546259" y="5926896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6" name="r3_o15574"/>
          <p:cNvSpPr/>
          <p:nvPr/>
        </p:nvSpPr>
        <p:spPr>
          <a:xfrm>
            <a:off x="10577684" y="5956077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7" name="r3_o15575"/>
          <p:cNvSpPr/>
          <p:nvPr/>
        </p:nvSpPr>
        <p:spPr>
          <a:xfrm>
            <a:off x="10583431" y="5961208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8" name="r3_o15576"/>
          <p:cNvSpPr/>
          <p:nvPr/>
        </p:nvSpPr>
        <p:spPr>
          <a:xfrm>
            <a:off x="10583431" y="5961208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79" name="r3_o15577"/>
          <p:cNvSpPr/>
          <p:nvPr/>
        </p:nvSpPr>
        <p:spPr>
          <a:xfrm>
            <a:off x="10970607" y="591982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0" name="r3_o15578"/>
          <p:cNvSpPr/>
          <p:nvPr/>
        </p:nvSpPr>
        <p:spPr>
          <a:xfrm>
            <a:off x="10979586" y="592783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1" name="r3_o15579"/>
          <p:cNvSpPr/>
          <p:nvPr/>
        </p:nvSpPr>
        <p:spPr>
          <a:xfrm>
            <a:off x="10979586" y="592783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2" name="r3_o15580"/>
          <p:cNvSpPr/>
          <p:nvPr/>
        </p:nvSpPr>
        <p:spPr>
          <a:xfrm>
            <a:off x="10604886" y="594478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3" name="r3_o15581"/>
          <p:cNvSpPr/>
          <p:nvPr/>
        </p:nvSpPr>
        <p:spPr>
          <a:xfrm>
            <a:off x="10613865" y="5952804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4" name="r3_o15582"/>
          <p:cNvSpPr/>
          <p:nvPr/>
        </p:nvSpPr>
        <p:spPr>
          <a:xfrm>
            <a:off x="10613865" y="5952804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5" name="r3_o15583"/>
          <p:cNvSpPr/>
          <p:nvPr/>
        </p:nvSpPr>
        <p:spPr>
          <a:xfrm>
            <a:off x="10645291" y="5981985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6" name="r3_o15584"/>
          <p:cNvSpPr/>
          <p:nvPr/>
        </p:nvSpPr>
        <p:spPr>
          <a:xfrm>
            <a:off x="10651037" y="5987116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7" name="r3_o15585"/>
          <p:cNvSpPr/>
          <p:nvPr/>
        </p:nvSpPr>
        <p:spPr>
          <a:xfrm>
            <a:off x="10651037" y="5987116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8" name="r3_o15586"/>
          <p:cNvSpPr/>
          <p:nvPr/>
        </p:nvSpPr>
        <p:spPr>
          <a:xfrm>
            <a:off x="10821548" y="5945252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89" name="r3_o15587"/>
          <p:cNvSpPr/>
          <p:nvPr/>
        </p:nvSpPr>
        <p:spPr>
          <a:xfrm>
            <a:off x="10830527" y="5953269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0" name="r3_o15588"/>
          <p:cNvSpPr/>
          <p:nvPr/>
        </p:nvSpPr>
        <p:spPr>
          <a:xfrm>
            <a:off x="10830527" y="5953269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1" name="r3_o15589"/>
          <p:cNvSpPr/>
          <p:nvPr/>
        </p:nvSpPr>
        <p:spPr>
          <a:xfrm>
            <a:off x="10889154" y="5971160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2" name="r3_o15590"/>
          <p:cNvSpPr/>
          <p:nvPr/>
        </p:nvSpPr>
        <p:spPr>
          <a:xfrm>
            <a:off x="10898133" y="597917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3" name="r3_o15591"/>
          <p:cNvSpPr/>
          <p:nvPr/>
        </p:nvSpPr>
        <p:spPr>
          <a:xfrm>
            <a:off x="10898133" y="597917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4" name="r3_o15592"/>
          <p:cNvSpPr/>
          <p:nvPr/>
        </p:nvSpPr>
        <p:spPr>
          <a:xfrm>
            <a:off x="10740098" y="5996603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5" name="r3_o15593"/>
          <p:cNvSpPr/>
          <p:nvPr/>
        </p:nvSpPr>
        <p:spPr>
          <a:xfrm>
            <a:off x="10749077" y="6004620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6" name="r3_o15594"/>
          <p:cNvSpPr/>
          <p:nvPr/>
        </p:nvSpPr>
        <p:spPr>
          <a:xfrm>
            <a:off x="10749077" y="6004620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7" name="r3_o15595"/>
          <p:cNvSpPr/>
          <p:nvPr/>
        </p:nvSpPr>
        <p:spPr>
          <a:xfrm>
            <a:off x="10780503" y="6033801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8" name="r3_o15596"/>
          <p:cNvSpPr/>
          <p:nvPr/>
        </p:nvSpPr>
        <p:spPr>
          <a:xfrm>
            <a:off x="10786249" y="6038931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99" name="r3_o15597"/>
          <p:cNvSpPr/>
          <p:nvPr/>
        </p:nvSpPr>
        <p:spPr>
          <a:xfrm>
            <a:off x="10786249" y="6038931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0" name="r3_o15598"/>
          <p:cNvSpPr/>
          <p:nvPr/>
        </p:nvSpPr>
        <p:spPr>
          <a:xfrm>
            <a:off x="10807704" y="6022511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1" name="r3_o15599"/>
          <p:cNvSpPr/>
          <p:nvPr/>
        </p:nvSpPr>
        <p:spPr>
          <a:xfrm>
            <a:off x="10816683" y="6030527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2" name="r3_o15600"/>
          <p:cNvSpPr/>
          <p:nvPr/>
        </p:nvSpPr>
        <p:spPr>
          <a:xfrm>
            <a:off x="10816683" y="6030527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3" name="r3_o15601"/>
          <p:cNvSpPr/>
          <p:nvPr/>
        </p:nvSpPr>
        <p:spPr>
          <a:xfrm>
            <a:off x="10848109" y="6059709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4" name="r3_o15602"/>
          <p:cNvSpPr/>
          <p:nvPr/>
        </p:nvSpPr>
        <p:spPr>
          <a:xfrm>
            <a:off x="10853855" y="6064839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5" name="r3_o15603"/>
          <p:cNvSpPr/>
          <p:nvPr/>
        </p:nvSpPr>
        <p:spPr>
          <a:xfrm>
            <a:off x="10853855" y="6064839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6" name="r3_o15604"/>
          <p:cNvSpPr/>
          <p:nvPr/>
        </p:nvSpPr>
        <p:spPr>
          <a:xfrm>
            <a:off x="11024367" y="6022976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7" name="r3_o15605"/>
          <p:cNvSpPr/>
          <p:nvPr/>
        </p:nvSpPr>
        <p:spPr>
          <a:xfrm>
            <a:off x="11033345" y="603099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8" name="r3_o15606"/>
          <p:cNvSpPr/>
          <p:nvPr/>
        </p:nvSpPr>
        <p:spPr>
          <a:xfrm>
            <a:off x="11033345" y="603099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09" name="r3_o15607"/>
          <p:cNvSpPr/>
          <p:nvPr/>
        </p:nvSpPr>
        <p:spPr>
          <a:xfrm>
            <a:off x="11064771" y="6060174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0" name="r3_o15608"/>
          <p:cNvSpPr/>
          <p:nvPr/>
        </p:nvSpPr>
        <p:spPr>
          <a:xfrm>
            <a:off x="11070518" y="6065305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1" name="r3_o15609"/>
          <p:cNvSpPr/>
          <p:nvPr/>
        </p:nvSpPr>
        <p:spPr>
          <a:xfrm>
            <a:off x="11070518" y="6065305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2" name="r3_o15610"/>
          <p:cNvSpPr/>
          <p:nvPr/>
        </p:nvSpPr>
        <p:spPr>
          <a:xfrm>
            <a:off x="10942916" y="6074327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3" name="r3_o15611"/>
          <p:cNvSpPr/>
          <p:nvPr/>
        </p:nvSpPr>
        <p:spPr>
          <a:xfrm>
            <a:off x="10951895" y="6082343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4" name="r3_o15612"/>
          <p:cNvSpPr/>
          <p:nvPr/>
        </p:nvSpPr>
        <p:spPr>
          <a:xfrm>
            <a:off x="10951895" y="6082343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5" name="r3_o15613"/>
          <p:cNvSpPr/>
          <p:nvPr/>
        </p:nvSpPr>
        <p:spPr>
          <a:xfrm>
            <a:off x="10983321" y="6111524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6" name="r3_o15614"/>
          <p:cNvSpPr/>
          <p:nvPr/>
        </p:nvSpPr>
        <p:spPr>
          <a:xfrm>
            <a:off x="10989067" y="6116655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7" name="r3_o15615"/>
          <p:cNvSpPr/>
          <p:nvPr/>
        </p:nvSpPr>
        <p:spPr>
          <a:xfrm>
            <a:off x="10989067" y="6116655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8" name="r3_o15616"/>
          <p:cNvSpPr/>
          <p:nvPr/>
        </p:nvSpPr>
        <p:spPr>
          <a:xfrm>
            <a:off x="11010522" y="6100234"/>
            <a:ext cx="64134" cy="64134"/>
          </a:xfrm>
          <a:prstGeom prst="ellipse">
            <a:avLst/>
          </a:prstGeom>
          <a:solidFill>
            <a:srgbClr val="555C5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19" name="r3_o15617"/>
          <p:cNvSpPr/>
          <p:nvPr/>
        </p:nvSpPr>
        <p:spPr>
          <a:xfrm>
            <a:off x="11019501" y="6108251"/>
            <a:ext cx="31169" cy="31169"/>
          </a:xfrm>
          <a:prstGeom prst="ellipse">
            <a:avLst/>
          </a:prstGeom>
          <a:solidFill>
            <a:srgbClr val="7B80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0" name="r3_o15618"/>
          <p:cNvSpPr/>
          <p:nvPr/>
        </p:nvSpPr>
        <p:spPr>
          <a:xfrm>
            <a:off x="11019501" y="6108251"/>
            <a:ext cx="19481" cy="19481"/>
          </a:xfrm>
          <a:prstGeom prst="ellipse">
            <a:avLst/>
          </a:prstGeom>
          <a:solidFill>
            <a:srgbClr val="9FA3A4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1" name="r3_o15619"/>
          <p:cNvSpPr/>
          <p:nvPr/>
        </p:nvSpPr>
        <p:spPr>
          <a:xfrm>
            <a:off x="11050927" y="6137432"/>
            <a:ext cx="41046" cy="41046"/>
          </a:xfrm>
          <a:prstGeom prst="ellipse">
            <a:avLst/>
          </a:prstGeom>
          <a:solidFill>
            <a:srgbClr val="C7A5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2" name="r3_o15620"/>
          <p:cNvSpPr/>
          <p:nvPr/>
        </p:nvSpPr>
        <p:spPr>
          <a:xfrm>
            <a:off x="11056673" y="6142563"/>
            <a:ext cx="19948" cy="19948"/>
          </a:xfrm>
          <a:prstGeom prst="ellipse">
            <a:avLst/>
          </a:prstGeom>
          <a:solidFill>
            <a:srgbClr val="D3B9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3" name="r3_o15621"/>
          <p:cNvSpPr/>
          <p:nvPr/>
        </p:nvSpPr>
        <p:spPr>
          <a:xfrm>
            <a:off x="11056673" y="6142563"/>
            <a:ext cx="12468" cy="12468"/>
          </a:xfrm>
          <a:prstGeom prst="ellipse">
            <a:avLst/>
          </a:prstGeom>
          <a:solidFill>
            <a:srgbClr val="DFCC9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4" name="r3_o15622"/>
          <p:cNvSpPr/>
          <p:nvPr/>
        </p:nvSpPr>
        <p:spPr>
          <a:xfrm>
            <a:off x="10905066" y="5991819"/>
            <a:ext cx="74836" cy="7483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5" name="r3_o15623"/>
          <p:cNvSpPr/>
          <p:nvPr/>
        </p:nvSpPr>
        <p:spPr>
          <a:xfrm>
            <a:off x="10915543" y="6001174"/>
            <a:ext cx="36370" cy="3637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6" name="r3_o15624"/>
          <p:cNvSpPr/>
          <p:nvPr/>
        </p:nvSpPr>
        <p:spPr>
          <a:xfrm>
            <a:off x="10915543" y="6001174"/>
            <a:ext cx="22732" cy="2273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7" name="r3_o15625"/>
          <p:cNvSpPr/>
          <p:nvPr/>
        </p:nvSpPr>
        <p:spPr>
          <a:xfrm>
            <a:off x="10888602" y="5983587"/>
            <a:ext cx="42657" cy="4265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8" name="r3_o15626"/>
          <p:cNvSpPr/>
          <p:nvPr/>
        </p:nvSpPr>
        <p:spPr>
          <a:xfrm>
            <a:off x="10894574" y="5988919"/>
            <a:ext cx="20731" cy="2073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29" name="r3_o15627"/>
          <p:cNvSpPr/>
          <p:nvPr/>
        </p:nvSpPr>
        <p:spPr>
          <a:xfrm>
            <a:off x="10894574" y="5988919"/>
            <a:ext cx="12957" cy="1295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0" name="r3_o15628"/>
          <p:cNvSpPr/>
          <p:nvPr/>
        </p:nvSpPr>
        <p:spPr>
          <a:xfrm>
            <a:off x="10954832" y="6022876"/>
            <a:ext cx="42657" cy="4265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1" name="r3_o15629"/>
          <p:cNvSpPr/>
          <p:nvPr/>
        </p:nvSpPr>
        <p:spPr>
          <a:xfrm>
            <a:off x="10960804" y="6028208"/>
            <a:ext cx="20731" cy="2073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2" name="r3_o15630"/>
          <p:cNvSpPr/>
          <p:nvPr/>
        </p:nvSpPr>
        <p:spPr>
          <a:xfrm>
            <a:off x="10960804" y="6028208"/>
            <a:ext cx="12957" cy="1295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3" name="r3_o15631"/>
          <p:cNvSpPr/>
          <p:nvPr/>
        </p:nvSpPr>
        <p:spPr>
          <a:xfrm>
            <a:off x="11641295" y="5140314"/>
            <a:ext cx="75563" cy="7556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4" name="r3_o15632"/>
          <p:cNvSpPr/>
          <p:nvPr/>
        </p:nvSpPr>
        <p:spPr>
          <a:xfrm>
            <a:off x="11651874" y="5149759"/>
            <a:ext cx="36724" cy="3672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5" name="r3_o15633"/>
          <p:cNvSpPr/>
          <p:nvPr/>
        </p:nvSpPr>
        <p:spPr>
          <a:xfrm>
            <a:off x="11651874" y="5149759"/>
            <a:ext cx="22952" cy="2295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6" name="r3_o15634"/>
          <p:cNvSpPr/>
          <p:nvPr/>
        </p:nvSpPr>
        <p:spPr>
          <a:xfrm>
            <a:off x="11624671" y="5132002"/>
            <a:ext cx="43071" cy="4307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7" name="r3_o15635"/>
          <p:cNvSpPr/>
          <p:nvPr/>
        </p:nvSpPr>
        <p:spPr>
          <a:xfrm>
            <a:off x="11630701" y="5137386"/>
            <a:ext cx="20933" cy="2093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8" name="r3_o15636"/>
          <p:cNvSpPr/>
          <p:nvPr/>
        </p:nvSpPr>
        <p:spPr>
          <a:xfrm>
            <a:off x="11630701" y="5137386"/>
            <a:ext cx="13083" cy="1308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39" name="r3_o15637"/>
          <p:cNvSpPr/>
          <p:nvPr/>
        </p:nvSpPr>
        <p:spPr>
          <a:xfrm>
            <a:off x="11691544" y="5171673"/>
            <a:ext cx="43071" cy="4307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0" name="r3_o15638"/>
          <p:cNvSpPr/>
          <p:nvPr/>
        </p:nvSpPr>
        <p:spPr>
          <a:xfrm>
            <a:off x="11697574" y="5177056"/>
            <a:ext cx="20933" cy="20933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1" name="r3_o15639"/>
          <p:cNvSpPr/>
          <p:nvPr/>
        </p:nvSpPr>
        <p:spPr>
          <a:xfrm>
            <a:off x="11697574" y="5177056"/>
            <a:ext cx="13083" cy="13083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2" name="r3_o15640"/>
          <p:cNvSpPr/>
          <p:nvPr/>
        </p:nvSpPr>
        <p:spPr>
          <a:xfrm>
            <a:off x="11215529" y="4554759"/>
            <a:ext cx="51128" cy="5112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3" name="r3_o15641"/>
          <p:cNvSpPr/>
          <p:nvPr/>
        </p:nvSpPr>
        <p:spPr>
          <a:xfrm>
            <a:off x="11222686" y="4561150"/>
            <a:ext cx="24848" cy="2484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4" name="r3_o15642"/>
          <p:cNvSpPr/>
          <p:nvPr/>
        </p:nvSpPr>
        <p:spPr>
          <a:xfrm>
            <a:off x="11222686" y="4561150"/>
            <a:ext cx="15530" cy="1553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5" name="r3_o15643"/>
          <p:cNvSpPr/>
          <p:nvPr/>
        </p:nvSpPr>
        <p:spPr>
          <a:xfrm>
            <a:off x="11204280" y="4549135"/>
            <a:ext cx="29143" cy="2914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6" name="r3_o15644"/>
          <p:cNvSpPr/>
          <p:nvPr/>
        </p:nvSpPr>
        <p:spPr>
          <a:xfrm>
            <a:off x="11208360" y="4552778"/>
            <a:ext cx="14164" cy="1416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7" name="r3_o15645"/>
          <p:cNvSpPr/>
          <p:nvPr/>
        </p:nvSpPr>
        <p:spPr>
          <a:xfrm>
            <a:off x="11208360" y="4552778"/>
            <a:ext cx="8852" cy="88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8" name="r3_o15646"/>
          <p:cNvSpPr/>
          <p:nvPr/>
        </p:nvSpPr>
        <p:spPr>
          <a:xfrm>
            <a:off x="11249529" y="4575977"/>
            <a:ext cx="29143" cy="2914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49" name="r3_o15647"/>
          <p:cNvSpPr/>
          <p:nvPr/>
        </p:nvSpPr>
        <p:spPr>
          <a:xfrm>
            <a:off x="11253609" y="4579620"/>
            <a:ext cx="14164" cy="1416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0" name="r3_o15648"/>
          <p:cNvSpPr/>
          <p:nvPr/>
        </p:nvSpPr>
        <p:spPr>
          <a:xfrm>
            <a:off x="11253609" y="4579620"/>
            <a:ext cx="8852" cy="8852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1" name="r3_o15649"/>
          <p:cNvSpPr/>
          <p:nvPr/>
        </p:nvSpPr>
        <p:spPr>
          <a:xfrm>
            <a:off x="10309356" y="4953200"/>
            <a:ext cx="82952" cy="8295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2" name="r3_o15650"/>
          <p:cNvSpPr/>
          <p:nvPr/>
        </p:nvSpPr>
        <p:spPr>
          <a:xfrm>
            <a:off x="10320969" y="4963569"/>
            <a:ext cx="40315" cy="40315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3" name="r3_o15651"/>
          <p:cNvSpPr/>
          <p:nvPr/>
        </p:nvSpPr>
        <p:spPr>
          <a:xfrm>
            <a:off x="10320969" y="4963569"/>
            <a:ext cx="25197" cy="2519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4" name="r3_o15652"/>
          <p:cNvSpPr/>
          <p:nvPr/>
        </p:nvSpPr>
        <p:spPr>
          <a:xfrm>
            <a:off x="10629571" y="5408854"/>
            <a:ext cx="121000" cy="12100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5" name="r3_o15653"/>
          <p:cNvSpPr/>
          <p:nvPr/>
        </p:nvSpPr>
        <p:spPr>
          <a:xfrm>
            <a:off x="10646511" y="5423979"/>
            <a:ext cx="58806" cy="58806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6" name="r3_o15654"/>
          <p:cNvSpPr/>
          <p:nvPr/>
        </p:nvSpPr>
        <p:spPr>
          <a:xfrm>
            <a:off x="10646511" y="5423979"/>
            <a:ext cx="36754" cy="36754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7" name="r3_o15655"/>
          <p:cNvSpPr/>
          <p:nvPr/>
        </p:nvSpPr>
        <p:spPr>
          <a:xfrm>
            <a:off x="10131306" y="4156802"/>
            <a:ext cx="61770" cy="6177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8" name="r3_o15656"/>
          <p:cNvSpPr/>
          <p:nvPr/>
        </p:nvSpPr>
        <p:spPr>
          <a:xfrm>
            <a:off x="10139953" y="4164523"/>
            <a:ext cx="30020" cy="3002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59" name="r3_o15657"/>
          <p:cNvSpPr/>
          <p:nvPr/>
        </p:nvSpPr>
        <p:spPr>
          <a:xfrm>
            <a:off x="10139953" y="4164523"/>
            <a:ext cx="18763" cy="18763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0" name="r3_o15658"/>
          <p:cNvSpPr/>
          <p:nvPr/>
        </p:nvSpPr>
        <p:spPr>
          <a:xfrm>
            <a:off x="10117716" y="4150008"/>
            <a:ext cx="35209" cy="3520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1" name="r3_o15659"/>
          <p:cNvSpPr/>
          <p:nvPr/>
        </p:nvSpPr>
        <p:spPr>
          <a:xfrm>
            <a:off x="10122646" y="4154409"/>
            <a:ext cx="17111" cy="1711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2" name="r3_o15660"/>
          <p:cNvSpPr/>
          <p:nvPr/>
        </p:nvSpPr>
        <p:spPr>
          <a:xfrm>
            <a:off x="10122646" y="4154409"/>
            <a:ext cx="10695" cy="1069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3" name="r3_o15661"/>
          <p:cNvSpPr/>
          <p:nvPr/>
        </p:nvSpPr>
        <p:spPr>
          <a:xfrm>
            <a:off x="10172383" y="4182437"/>
            <a:ext cx="35209" cy="35209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4" name="r3_o15662"/>
          <p:cNvSpPr/>
          <p:nvPr/>
        </p:nvSpPr>
        <p:spPr>
          <a:xfrm>
            <a:off x="10177312" y="4186838"/>
            <a:ext cx="17111" cy="17111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5" name="r3_o15663"/>
          <p:cNvSpPr/>
          <p:nvPr/>
        </p:nvSpPr>
        <p:spPr>
          <a:xfrm>
            <a:off x="10177312" y="4186838"/>
            <a:ext cx="10695" cy="1069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6" name="r3_o15664"/>
          <p:cNvSpPr/>
          <p:nvPr/>
        </p:nvSpPr>
        <p:spPr>
          <a:xfrm>
            <a:off x="10494746" y="4509929"/>
            <a:ext cx="76913" cy="7691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7" name="r3_o15665"/>
          <p:cNvSpPr/>
          <p:nvPr/>
        </p:nvSpPr>
        <p:spPr>
          <a:xfrm>
            <a:off x="10505514" y="4519544"/>
            <a:ext cx="37380" cy="3738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8" name="r3_o15666"/>
          <p:cNvSpPr/>
          <p:nvPr/>
        </p:nvSpPr>
        <p:spPr>
          <a:xfrm>
            <a:off x="10505514" y="4519544"/>
            <a:ext cx="23362" cy="2336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69" name="r3_o15667"/>
          <p:cNvSpPr/>
          <p:nvPr/>
        </p:nvSpPr>
        <p:spPr>
          <a:xfrm>
            <a:off x="10477825" y="4501469"/>
            <a:ext cx="43841" cy="438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0" name="r3_o15668"/>
          <p:cNvSpPr/>
          <p:nvPr/>
        </p:nvSpPr>
        <p:spPr>
          <a:xfrm>
            <a:off x="10483963" y="4506949"/>
            <a:ext cx="21307" cy="2130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1" name="r3_o15669"/>
          <p:cNvSpPr/>
          <p:nvPr/>
        </p:nvSpPr>
        <p:spPr>
          <a:xfrm>
            <a:off x="10483963" y="4506949"/>
            <a:ext cx="13317" cy="1331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2" name="r3_o15670"/>
          <p:cNvSpPr/>
          <p:nvPr/>
        </p:nvSpPr>
        <p:spPr>
          <a:xfrm>
            <a:off x="10545894" y="4541848"/>
            <a:ext cx="43841" cy="4384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3" name="r3_o15671"/>
          <p:cNvSpPr/>
          <p:nvPr/>
        </p:nvSpPr>
        <p:spPr>
          <a:xfrm>
            <a:off x="10552031" y="4547328"/>
            <a:ext cx="21307" cy="2130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4" name="r3_o15672"/>
          <p:cNvSpPr/>
          <p:nvPr/>
        </p:nvSpPr>
        <p:spPr>
          <a:xfrm>
            <a:off x="10552031" y="4547328"/>
            <a:ext cx="13317" cy="13317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5" name="r3_o15673"/>
          <p:cNvSpPr/>
          <p:nvPr/>
        </p:nvSpPr>
        <p:spPr>
          <a:xfrm>
            <a:off x="10502579" y="5830081"/>
            <a:ext cx="97966" cy="97966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6" name="r3_o15674"/>
          <p:cNvSpPr/>
          <p:nvPr/>
        </p:nvSpPr>
        <p:spPr>
          <a:xfrm>
            <a:off x="10516294" y="5842327"/>
            <a:ext cx="47612" cy="4761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7" name="r3_o15675"/>
          <p:cNvSpPr/>
          <p:nvPr/>
        </p:nvSpPr>
        <p:spPr>
          <a:xfrm>
            <a:off x="10516294" y="5842327"/>
            <a:ext cx="29757" cy="2975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8" name="r3_o15676"/>
          <p:cNvSpPr/>
          <p:nvPr/>
        </p:nvSpPr>
        <p:spPr>
          <a:xfrm>
            <a:off x="11015693" y="5815402"/>
            <a:ext cx="107731" cy="10773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79" name="r3_o15677"/>
          <p:cNvSpPr/>
          <p:nvPr/>
        </p:nvSpPr>
        <p:spPr>
          <a:xfrm>
            <a:off x="11030775" y="5828869"/>
            <a:ext cx="52357" cy="52357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0" name="r3_o15678"/>
          <p:cNvSpPr/>
          <p:nvPr/>
        </p:nvSpPr>
        <p:spPr>
          <a:xfrm>
            <a:off x="11030775" y="5828869"/>
            <a:ext cx="32723" cy="3272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1" name="r3_o15679"/>
          <p:cNvSpPr/>
          <p:nvPr/>
        </p:nvSpPr>
        <p:spPr>
          <a:xfrm>
            <a:off x="10383676" y="4683872"/>
            <a:ext cx="100892" cy="100892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2" name="r3_o15680"/>
          <p:cNvSpPr/>
          <p:nvPr/>
        </p:nvSpPr>
        <p:spPr>
          <a:xfrm>
            <a:off x="10397801" y="4696483"/>
            <a:ext cx="49033" cy="49033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3" name="r3_o15681"/>
          <p:cNvSpPr/>
          <p:nvPr/>
        </p:nvSpPr>
        <p:spPr>
          <a:xfrm>
            <a:off x="10397801" y="4696483"/>
            <a:ext cx="30646" cy="3064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4" name="r3_o15682"/>
          <p:cNvSpPr/>
          <p:nvPr/>
        </p:nvSpPr>
        <p:spPr>
          <a:xfrm>
            <a:off x="9943626" y="5175514"/>
            <a:ext cx="72476" cy="7247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5" name="r3_o15683"/>
          <p:cNvSpPr/>
          <p:nvPr/>
        </p:nvSpPr>
        <p:spPr>
          <a:xfrm>
            <a:off x="9953773" y="5184573"/>
            <a:ext cx="35223" cy="3522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6" name="r3_o15684"/>
          <p:cNvSpPr/>
          <p:nvPr/>
        </p:nvSpPr>
        <p:spPr>
          <a:xfrm>
            <a:off x="9953773" y="5184573"/>
            <a:ext cx="22015" cy="2201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7" name="r3_o15685"/>
          <p:cNvSpPr/>
          <p:nvPr/>
        </p:nvSpPr>
        <p:spPr>
          <a:xfrm>
            <a:off x="9927681" y="5167542"/>
            <a:ext cx="41311" cy="4131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8" name="r3_o15686"/>
          <p:cNvSpPr/>
          <p:nvPr/>
        </p:nvSpPr>
        <p:spPr>
          <a:xfrm>
            <a:off x="9933465" y="5172706"/>
            <a:ext cx="20077" cy="2007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89" name="r3_o15687"/>
          <p:cNvSpPr/>
          <p:nvPr/>
        </p:nvSpPr>
        <p:spPr>
          <a:xfrm>
            <a:off x="9933465" y="5172706"/>
            <a:ext cx="12548" cy="1254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0" name="r3_o15688"/>
          <p:cNvSpPr/>
          <p:nvPr/>
        </p:nvSpPr>
        <p:spPr>
          <a:xfrm>
            <a:off x="9991823" y="5205592"/>
            <a:ext cx="41311" cy="41311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1" name="r3_o15689"/>
          <p:cNvSpPr/>
          <p:nvPr/>
        </p:nvSpPr>
        <p:spPr>
          <a:xfrm>
            <a:off x="9997606" y="5210755"/>
            <a:ext cx="20077" cy="2007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2" name="r3_o15690"/>
          <p:cNvSpPr/>
          <p:nvPr/>
        </p:nvSpPr>
        <p:spPr>
          <a:xfrm>
            <a:off x="9997606" y="5210755"/>
            <a:ext cx="12548" cy="1254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3" name="r3_o15691"/>
          <p:cNvSpPr/>
          <p:nvPr/>
        </p:nvSpPr>
        <p:spPr>
          <a:xfrm>
            <a:off x="10587884" y="5158298"/>
            <a:ext cx="51316" cy="5131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4" name="r3_o15692"/>
          <p:cNvSpPr/>
          <p:nvPr/>
        </p:nvSpPr>
        <p:spPr>
          <a:xfrm>
            <a:off x="10595068" y="5164713"/>
            <a:ext cx="24940" cy="2494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5" name="r3_o15693"/>
          <p:cNvSpPr/>
          <p:nvPr/>
        </p:nvSpPr>
        <p:spPr>
          <a:xfrm>
            <a:off x="10595068" y="5164713"/>
            <a:ext cx="15587" cy="15587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6" name="r3_o15694"/>
          <p:cNvSpPr/>
          <p:nvPr/>
        </p:nvSpPr>
        <p:spPr>
          <a:xfrm>
            <a:off x="10576594" y="5152653"/>
            <a:ext cx="29250" cy="2925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7" name="r3_o15695"/>
          <p:cNvSpPr/>
          <p:nvPr/>
        </p:nvSpPr>
        <p:spPr>
          <a:xfrm>
            <a:off x="10580689" y="5156310"/>
            <a:ext cx="14216" cy="1421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8" name="r3_o15696"/>
          <p:cNvSpPr/>
          <p:nvPr/>
        </p:nvSpPr>
        <p:spPr>
          <a:xfrm>
            <a:off x="10580689" y="5156310"/>
            <a:ext cx="8885" cy="888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99" name="r3_o15697"/>
          <p:cNvSpPr/>
          <p:nvPr/>
        </p:nvSpPr>
        <p:spPr>
          <a:xfrm>
            <a:off x="10622009" y="5179594"/>
            <a:ext cx="29250" cy="2925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0" name="r3_o15698"/>
          <p:cNvSpPr/>
          <p:nvPr/>
        </p:nvSpPr>
        <p:spPr>
          <a:xfrm>
            <a:off x="10626104" y="5183251"/>
            <a:ext cx="14216" cy="1421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1" name="r3_o15699"/>
          <p:cNvSpPr/>
          <p:nvPr/>
        </p:nvSpPr>
        <p:spPr>
          <a:xfrm>
            <a:off x="10626104" y="5183251"/>
            <a:ext cx="8885" cy="8885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2" name="r3_o15700"/>
          <p:cNvSpPr/>
          <p:nvPr/>
        </p:nvSpPr>
        <p:spPr>
          <a:xfrm>
            <a:off x="9952042" y="4643920"/>
            <a:ext cx="62249" cy="62249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3" name="r3_o15701"/>
          <p:cNvSpPr/>
          <p:nvPr/>
        </p:nvSpPr>
        <p:spPr>
          <a:xfrm>
            <a:off x="9960757" y="4651701"/>
            <a:ext cx="30253" cy="3025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4" name="r3_o15702"/>
          <p:cNvSpPr/>
          <p:nvPr/>
        </p:nvSpPr>
        <p:spPr>
          <a:xfrm>
            <a:off x="9960757" y="4651701"/>
            <a:ext cx="18908" cy="1890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5" name="r3_o15703"/>
          <p:cNvSpPr/>
          <p:nvPr/>
        </p:nvSpPr>
        <p:spPr>
          <a:xfrm>
            <a:off x="9938347" y="4637073"/>
            <a:ext cx="35482" cy="3548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6" name="r3_o15704"/>
          <p:cNvSpPr/>
          <p:nvPr/>
        </p:nvSpPr>
        <p:spPr>
          <a:xfrm>
            <a:off x="9943314" y="4641508"/>
            <a:ext cx="17244" cy="1724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7" name="r3_o15705"/>
          <p:cNvSpPr/>
          <p:nvPr/>
        </p:nvSpPr>
        <p:spPr>
          <a:xfrm>
            <a:off x="9943314" y="4641508"/>
            <a:ext cx="10778" cy="107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8" name="r3_o15706"/>
          <p:cNvSpPr/>
          <p:nvPr/>
        </p:nvSpPr>
        <p:spPr>
          <a:xfrm>
            <a:off x="9993437" y="4669753"/>
            <a:ext cx="35482" cy="3548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09" name="r3_o15707"/>
          <p:cNvSpPr/>
          <p:nvPr/>
        </p:nvSpPr>
        <p:spPr>
          <a:xfrm>
            <a:off x="9998405" y="4674189"/>
            <a:ext cx="17244" cy="17244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0" name="r3_o15708"/>
          <p:cNvSpPr/>
          <p:nvPr/>
        </p:nvSpPr>
        <p:spPr>
          <a:xfrm>
            <a:off x="9998405" y="4674189"/>
            <a:ext cx="10778" cy="1077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1" name="r3_o15709"/>
          <p:cNvSpPr/>
          <p:nvPr/>
        </p:nvSpPr>
        <p:spPr>
          <a:xfrm>
            <a:off x="10358845" y="4097460"/>
            <a:ext cx="120367" cy="120367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2" name="r3_o15710"/>
          <p:cNvSpPr/>
          <p:nvPr/>
        </p:nvSpPr>
        <p:spPr>
          <a:xfrm>
            <a:off x="10375696" y="4112505"/>
            <a:ext cx="58498" cy="58498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3" name="r3_o15711"/>
          <p:cNvSpPr/>
          <p:nvPr/>
        </p:nvSpPr>
        <p:spPr>
          <a:xfrm>
            <a:off x="10375696" y="4112505"/>
            <a:ext cx="36561" cy="36561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4" name="r3_o15712"/>
          <p:cNvSpPr/>
          <p:nvPr/>
        </p:nvSpPr>
        <p:spPr>
          <a:xfrm>
            <a:off x="10000594" y="4992010"/>
            <a:ext cx="95553" cy="95553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5" name="r3_o15713"/>
          <p:cNvSpPr/>
          <p:nvPr/>
        </p:nvSpPr>
        <p:spPr>
          <a:xfrm>
            <a:off x="10013971" y="5003954"/>
            <a:ext cx="46439" cy="46439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6" name="r3_o15714"/>
          <p:cNvSpPr/>
          <p:nvPr/>
        </p:nvSpPr>
        <p:spPr>
          <a:xfrm>
            <a:off x="10013971" y="5003954"/>
            <a:ext cx="29024" cy="29024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7" name="r3_o15715"/>
          <p:cNvSpPr/>
          <p:nvPr/>
        </p:nvSpPr>
        <p:spPr>
          <a:xfrm>
            <a:off x="10891301" y="5033119"/>
            <a:ext cx="133851" cy="133851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8" name="r3_o15716"/>
          <p:cNvSpPr/>
          <p:nvPr/>
        </p:nvSpPr>
        <p:spPr>
          <a:xfrm>
            <a:off x="10910040" y="5049850"/>
            <a:ext cx="65052" cy="6505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19" name="r3_o15717"/>
          <p:cNvSpPr/>
          <p:nvPr/>
        </p:nvSpPr>
        <p:spPr>
          <a:xfrm>
            <a:off x="10910040" y="5049850"/>
            <a:ext cx="40657" cy="40657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0" name="r3_o15718"/>
          <p:cNvSpPr/>
          <p:nvPr/>
        </p:nvSpPr>
        <p:spPr>
          <a:xfrm>
            <a:off x="10743152" y="4216346"/>
            <a:ext cx="142120" cy="142120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1" name="r3_o15719"/>
          <p:cNvSpPr/>
          <p:nvPr/>
        </p:nvSpPr>
        <p:spPr>
          <a:xfrm>
            <a:off x="10763049" y="4234111"/>
            <a:ext cx="69070" cy="69070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2" name="r3_o15720"/>
          <p:cNvSpPr/>
          <p:nvPr/>
        </p:nvSpPr>
        <p:spPr>
          <a:xfrm>
            <a:off x="10763049" y="4234111"/>
            <a:ext cx="43169" cy="43169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3" name="r3_o15721"/>
          <p:cNvSpPr/>
          <p:nvPr/>
        </p:nvSpPr>
        <p:spPr>
          <a:xfrm>
            <a:off x="10194262" y="4857160"/>
            <a:ext cx="136548" cy="136548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4" name="r3_o15722"/>
          <p:cNvSpPr/>
          <p:nvPr/>
        </p:nvSpPr>
        <p:spPr>
          <a:xfrm>
            <a:off x="10213379" y="4874228"/>
            <a:ext cx="66362" cy="66362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5" name="r3_o15723"/>
          <p:cNvSpPr/>
          <p:nvPr/>
        </p:nvSpPr>
        <p:spPr>
          <a:xfrm>
            <a:off x="10213379" y="4874228"/>
            <a:ext cx="41476" cy="41476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6" name="r3_o15724"/>
          <p:cNvSpPr/>
          <p:nvPr/>
        </p:nvSpPr>
        <p:spPr>
          <a:xfrm>
            <a:off x="10053121" y="5244108"/>
            <a:ext cx="67253" cy="6725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7" name="r3_o15725"/>
          <p:cNvSpPr/>
          <p:nvPr/>
        </p:nvSpPr>
        <p:spPr>
          <a:xfrm>
            <a:off x="10062536" y="5252515"/>
            <a:ext cx="32685" cy="32685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8" name="r3_o15726"/>
          <p:cNvSpPr/>
          <p:nvPr/>
        </p:nvSpPr>
        <p:spPr>
          <a:xfrm>
            <a:off x="10062536" y="5252515"/>
            <a:ext cx="20428" cy="2042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29" name="r3_o15727"/>
          <p:cNvSpPr/>
          <p:nvPr/>
        </p:nvSpPr>
        <p:spPr>
          <a:xfrm>
            <a:off x="10038325" y="5236710"/>
            <a:ext cx="38334" cy="3833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0" name="r3_o15728"/>
          <p:cNvSpPr/>
          <p:nvPr/>
        </p:nvSpPr>
        <p:spPr>
          <a:xfrm>
            <a:off x="10043692" y="5241502"/>
            <a:ext cx="18630" cy="186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1" name="r3_o15729"/>
          <p:cNvSpPr/>
          <p:nvPr/>
        </p:nvSpPr>
        <p:spPr>
          <a:xfrm>
            <a:off x="10043692" y="5241502"/>
            <a:ext cx="11644" cy="1164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2" name="r3_o15730"/>
          <p:cNvSpPr/>
          <p:nvPr/>
        </p:nvSpPr>
        <p:spPr>
          <a:xfrm>
            <a:off x="10097844" y="5272018"/>
            <a:ext cx="38334" cy="3833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3" name="r3_o15731"/>
          <p:cNvSpPr/>
          <p:nvPr/>
        </p:nvSpPr>
        <p:spPr>
          <a:xfrm>
            <a:off x="10103211" y="5276810"/>
            <a:ext cx="18630" cy="186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4" name="r3_o15732"/>
          <p:cNvSpPr/>
          <p:nvPr/>
        </p:nvSpPr>
        <p:spPr>
          <a:xfrm>
            <a:off x="10103211" y="5276810"/>
            <a:ext cx="11644" cy="1164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5" name="r3_o15733"/>
          <p:cNvSpPr/>
          <p:nvPr/>
        </p:nvSpPr>
        <p:spPr>
          <a:xfrm>
            <a:off x="10359397" y="4551219"/>
            <a:ext cx="54978" cy="5497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6" name="r3_o15734"/>
          <p:cNvSpPr/>
          <p:nvPr/>
        </p:nvSpPr>
        <p:spPr>
          <a:xfrm>
            <a:off x="10367094" y="4558091"/>
            <a:ext cx="26720" cy="26720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7" name="r3_o15735"/>
          <p:cNvSpPr/>
          <p:nvPr/>
        </p:nvSpPr>
        <p:spPr>
          <a:xfrm>
            <a:off x="10367094" y="4558091"/>
            <a:ext cx="16700" cy="1670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8" name="r3_o15736"/>
          <p:cNvSpPr/>
          <p:nvPr/>
        </p:nvSpPr>
        <p:spPr>
          <a:xfrm>
            <a:off x="10347302" y="4545171"/>
            <a:ext cx="31338" cy="3133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39" name="r3_o15737"/>
          <p:cNvSpPr/>
          <p:nvPr/>
        </p:nvSpPr>
        <p:spPr>
          <a:xfrm>
            <a:off x="10351689" y="4549088"/>
            <a:ext cx="15230" cy="152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0" name="r3_o15738"/>
          <p:cNvSpPr/>
          <p:nvPr/>
        </p:nvSpPr>
        <p:spPr>
          <a:xfrm>
            <a:off x="10351689" y="4549088"/>
            <a:ext cx="9519" cy="95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1" name="r3_o15739"/>
          <p:cNvSpPr/>
          <p:nvPr/>
        </p:nvSpPr>
        <p:spPr>
          <a:xfrm>
            <a:off x="10395958" y="4574035"/>
            <a:ext cx="31338" cy="3133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2" name="r3_o15740"/>
          <p:cNvSpPr/>
          <p:nvPr/>
        </p:nvSpPr>
        <p:spPr>
          <a:xfrm>
            <a:off x="10400345" y="4577952"/>
            <a:ext cx="15230" cy="15230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3" name="r3_o15741"/>
          <p:cNvSpPr/>
          <p:nvPr/>
        </p:nvSpPr>
        <p:spPr>
          <a:xfrm>
            <a:off x="10400345" y="4577952"/>
            <a:ext cx="9519" cy="951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4" name="r3_o15742"/>
          <p:cNvSpPr/>
          <p:nvPr/>
        </p:nvSpPr>
        <p:spPr>
          <a:xfrm>
            <a:off x="10903717" y="6147360"/>
            <a:ext cx="73085" cy="73085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5" name="r3_o15743"/>
          <p:cNvSpPr/>
          <p:nvPr/>
        </p:nvSpPr>
        <p:spPr>
          <a:xfrm>
            <a:off x="10913949" y="6156495"/>
            <a:ext cx="35519" cy="35519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6" name="r3_o15744"/>
          <p:cNvSpPr/>
          <p:nvPr/>
        </p:nvSpPr>
        <p:spPr>
          <a:xfrm>
            <a:off x="10913949" y="6156495"/>
            <a:ext cx="22200" cy="22200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7" name="r3_o15745"/>
          <p:cNvSpPr/>
          <p:nvPr/>
        </p:nvSpPr>
        <p:spPr>
          <a:xfrm>
            <a:off x="10887638" y="6139321"/>
            <a:ext cx="41658" cy="4165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8" name="r3_o15746"/>
          <p:cNvSpPr/>
          <p:nvPr/>
        </p:nvSpPr>
        <p:spPr>
          <a:xfrm>
            <a:off x="10893470" y="6144528"/>
            <a:ext cx="20246" cy="2024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49" name="r3_o15747"/>
          <p:cNvSpPr/>
          <p:nvPr/>
        </p:nvSpPr>
        <p:spPr>
          <a:xfrm>
            <a:off x="10893470" y="6144528"/>
            <a:ext cx="12654" cy="1265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0" name="r3_o15748"/>
          <p:cNvSpPr/>
          <p:nvPr/>
        </p:nvSpPr>
        <p:spPr>
          <a:xfrm>
            <a:off x="10952318" y="6177690"/>
            <a:ext cx="41658" cy="41658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1" name="r3_o15749"/>
          <p:cNvSpPr/>
          <p:nvPr/>
        </p:nvSpPr>
        <p:spPr>
          <a:xfrm>
            <a:off x="10958151" y="6182897"/>
            <a:ext cx="20246" cy="20246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2" name="r3_o15750"/>
          <p:cNvSpPr/>
          <p:nvPr/>
        </p:nvSpPr>
        <p:spPr>
          <a:xfrm>
            <a:off x="10958151" y="6182897"/>
            <a:ext cx="12654" cy="1265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3" name="r3_o15751"/>
          <p:cNvSpPr/>
          <p:nvPr/>
        </p:nvSpPr>
        <p:spPr>
          <a:xfrm>
            <a:off x="10851527" y="4301761"/>
            <a:ext cx="83526" cy="8352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4" name="r3_o15752"/>
          <p:cNvSpPr/>
          <p:nvPr/>
        </p:nvSpPr>
        <p:spPr>
          <a:xfrm>
            <a:off x="10863220" y="4312202"/>
            <a:ext cx="40593" cy="4059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5" name="r3_o15753"/>
          <p:cNvSpPr/>
          <p:nvPr/>
        </p:nvSpPr>
        <p:spPr>
          <a:xfrm>
            <a:off x="10863220" y="4312202"/>
            <a:ext cx="25371" cy="25371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6" name="r3_o15754"/>
          <p:cNvSpPr/>
          <p:nvPr/>
        </p:nvSpPr>
        <p:spPr>
          <a:xfrm>
            <a:off x="10833151" y="4292573"/>
            <a:ext cx="47610" cy="4761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7" name="r3_o15755"/>
          <p:cNvSpPr/>
          <p:nvPr/>
        </p:nvSpPr>
        <p:spPr>
          <a:xfrm>
            <a:off x="10839816" y="4298525"/>
            <a:ext cx="23138" cy="2313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8" name="r3_o15756"/>
          <p:cNvSpPr/>
          <p:nvPr/>
        </p:nvSpPr>
        <p:spPr>
          <a:xfrm>
            <a:off x="10839816" y="4298525"/>
            <a:ext cx="14461" cy="1446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59" name="r3_o15757"/>
          <p:cNvSpPr/>
          <p:nvPr/>
        </p:nvSpPr>
        <p:spPr>
          <a:xfrm>
            <a:off x="10907071" y="4336424"/>
            <a:ext cx="47610" cy="47610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0" name="r3_o15758"/>
          <p:cNvSpPr/>
          <p:nvPr/>
        </p:nvSpPr>
        <p:spPr>
          <a:xfrm>
            <a:off x="10913736" y="4342376"/>
            <a:ext cx="23138" cy="23138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1" name="r3_o15759"/>
          <p:cNvSpPr/>
          <p:nvPr/>
        </p:nvSpPr>
        <p:spPr>
          <a:xfrm>
            <a:off x="10913736" y="4342376"/>
            <a:ext cx="14461" cy="1446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2" name="r3_o15760"/>
          <p:cNvSpPr/>
          <p:nvPr/>
        </p:nvSpPr>
        <p:spPr>
          <a:xfrm>
            <a:off x="10287439" y="4091103"/>
            <a:ext cx="62602" cy="62602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3" name="r3_o15761"/>
          <p:cNvSpPr/>
          <p:nvPr/>
        </p:nvSpPr>
        <p:spPr>
          <a:xfrm>
            <a:off x="10296203" y="4098928"/>
            <a:ext cx="30424" cy="30424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4" name="r3_o15762"/>
          <p:cNvSpPr/>
          <p:nvPr/>
        </p:nvSpPr>
        <p:spPr>
          <a:xfrm>
            <a:off x="10296203" y="4098928"/>
            <a:ext cx="19015" cy="19015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5" name="r3_o15763"/>
          <p:cNvSpPr/>
          <p:nvPr/>
        </p:nvSpPr>
        <p:spPr>
          <a:xfrm>
            <a:off x="10273667" y="4084217"/>
            <a:ext cx="35683" cy="3568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6" name="r3_o15764"/>
          <p:cNvSpPr/>
          <p:nvPr/>
        </p:nvSpPr>
        <p:spPr>
          <a:xfrm>
            <a:off x="10278662" y="4088677"/>
            <a:ext cx="17342" cy="173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7" name="r3_o15765"/>
          <p:cNvSpPr/>
          <p:nvPr/>
        </p:nvSpPr>
        <p:spPr>
          <a:xfrm>
            <a:off x="10278662" y="4088677"/>
            <a:ext cx="10839" cy="1083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8" name="r3_o15766"/>
          <p:cNvSpPr/>
          <p:nvPr/>
        </p:nvSpPr>
        <p:spPr>
          <a:xfrm>
            <a:off x="10329069" y="4117083"/>
            <a:ext cx="35683" cy="3568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69" name="r3_o15767"/>
          <p:cNvSpPr/>
          <p:nvPr/>
        </p:nvSpPr>
        <p:spPr>
          <a:xfrm>
            <a:off x="10334065" y="4121543"/>
            <a:ext cx="17342" cy="1734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0" name="r3_o15768"/>
          <p:cNvSpPr/>
          <p:nvPr/>
        </p:nvSpPr>
        <p:spPr>
          <a:xfrm>
            <a:off x="10334065" y="4121543"/>
            <a:ext cx="10839" cy="10839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1" name="r3_o15769"/>
          <p:cNvSpPr/>
          <p:nvPr/>
        </p:nvSpPr>
        <p:spPr>
          <a:xfrm>
            <a:off x="11444379" y="5680796"/>
            <a:ext cx="66990" cy="66990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2" name="r3_o15770"/>
          <p:cNvSpPr/>
          <p:nvPr/>
        </p:nvSpPr>
        <p:spPr>
          <a:xfrm>
            <a:off x="11453757" y="5689170"/>
            <a:ext cx="32557" cy="3255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3" name="r3_o15771"/>
          <p:cNvSpPr/>
          <p:nvPr/>
        </p:nvSpPr>
        <p:spPr>
          <a:xfrm>
            <a:off x="11453757" y="5689170"/>
            <a:ext cx="20348" cy="20348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4" name="r3_o15772"/>
          <p:cNvSpPr/>
          <p:nvPr/>
        </p:nvSpPr>
        <p:spPr>
          <a:xfrm>
            <a:off x="11429641" y="5673427"/>
            <a:ext cx="38184" cy="381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5" name="r3_o15773"/>
          <p:cNvSpPr/>
          <p:nvPr/>
        </p:nvSpPr>
        <p:spPr>
          <a:xfrm>
            <a:off x="11434987" y="5678200"/>
            <a:ext cx="18557" cy="1855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6" name="r3_o15774"/>
          <p:cNvSpPr/>
          <p:nvPr/>
        </p:nvSpPr>
        <p:spPr>
          <a:xfrm>
            <a:off x="11434987" y="5678200"/>
            <a:ext cx="11598" cy="1159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7" name="r3_o15775"/>
          <p:cNvSpPr/>
          <p:nvPr/>
        </p:nvSpPr>
        <p:spPr>
          <a:xfrm>
            <a:off x="11488927" y="5708597"/>
            <a:ext cx="38184" cy="38184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8" name="r3_o15776"/>
          <p:cNvSpPr/>
          <p:nvPr/>
        </p:nvSpPr>
        <p:spPr>
          <a:xfrm>
            <a:off x="11494273" y="5713370"/>
            <a:ext cx="18557" cy="1855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79" name="r3_o15777"/>
          <p:cNvSpPr/>
          <p:nvPr/>
        </p:nvSpPr>
        <p:spPr>
          <a:xfrm>
            <a:off x="11494273" y="5713370"/>
            <a:ext cx="11598" cy="11598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0" name="r3_o15778"/>
          <p:cNvSpPr/>
          <p:nvPr/>
        </p:nvSpPr>
        <p:spPr>
          <a:xfrm>
            <a:off x="10590535" y="5466122"/>
            <a:ext cx="72566" cy="72566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1" name="r3_o15779"/>
          <p:cNvSpPr/>
          <p:nvPr/>
        </p:nvSpPr>
        <p:spPr>
          <a:xfrm>
            <a:off x="10600694" y="5475192"/>
            <a:ext cx="35267" cy="35267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2" name="r3_o15780"/>
          <p:cNvSpPr/>
          <p:nvPr/>
        </p:nvSpPr>
        <p:spPr>
          <a:xfrm>
            <a:off x="10600694" y="5475192"/>
            <a:ext cx="22042" cy="2204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3" name="r3_o15781"/>
          <p:cNvSpPr/>
          <p:nvPr/>
        </p:nvSpPr>
        <p:spPr>
          <a:xfrm>
            <a:off x="10574570" y="5458139"/>
            <a:ext cx="41363" cy="4136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4" name="r3_o15782"/>
          <p:cNvSpPr/>
          <p:nvPr/>
        </p:nvSpPr>
        <p:spPr>
          <a:xfrm>
            <a:off x="10580361" y="5463310"/>
            <a:ext cx="20102" cy="2010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5" name="r3_o15783"/>
          <p:cNvSpPr/>
          <p:nvPr/>
        </p:nvSpPr>
        <p:spPr>
          <a:xfrm>
            <a:off x="10580361" y="5463310"/>
            <a:ext cx="12564" cy="1256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6" name="r3_o15784"/>
          <p:cNvSpPr/>
          <p:nvPr/>
        </p:nvSpPr>
        <p:spPr>
          <a:xfrm>
            <a:off x="10638791" y="5496236"/>
            <a:ext cx="41363" cy="41363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7" name="r3_o15785"/>
          <p:cNvSpPr/>
          <p:nvPr/>
        </p:nvSpPr>
        <p:spPr>
          <a:xfrm>
            <a:off x="10644582" y="5501407"/>
            <a:ext cx="20102" cy="20102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8" name="r3_o15786"/>
          <p:cNvSpPr/>
          <p:nvPr/>
        </p:nvSpPr>
        <p:spPr>
          <a:xfrm>
            <a:off x="10644582" y="5501407"/>
            <a:ext cx="12564" cy="1256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89" name="r3_o15787"/>
          <p:cNvSpPr/>
          <p:nvPr/>
        </p:nvSpPr>
        <p:spPr>
          <a:xfrm>
            <a:off x="9977045" y="5784696"/>
            <a:ext cx="92025" cy="92025"/>
          </a:xfrm>
          <a:prstGeom prst="ellipse">
            <a:avLst/>
          </a:prstGeom>
          <a:solidFill>
            <a:srgbClr val="79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0" name="r3_o15788"/>
          <p:cNvSpPr/>
          <p:nvPr/>
        </p:nvSpPr>
        <p:spPr>
          <a:xfrm>
            <a:off x="9989929" y="5796199"/>
            <a:ext cx="44724" cy="44724"/>
          </a:xfrm>
          <a:prstGeom prst="ellipse">
            <a:avLst/>
          </a:prstGeom>
          <a:solidFill>
            <a:srgbClr val="9783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1" name="r3_o15789"/>
          <p:cNvSpPr/>
          <p:nvPr/>
        </p:nvSpPr>
        <p:spPr>
          <a:xfrm>
            <a:off x="9989929" y="5796199"/>
            <a:ext cx="27953" cy="27953"/>
          </a:xfrm>
          <a:prstGeom prst="ellipse">
            <a:avLst/>
          </a:prstGeom>
          <a:solidFill>
            <a:srgbClr val="B3A5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2" name="r3_o15790"/>
          <p:cNvSpPr/>
          <p:nvPr/>
        </p:nvSpPr>
        <p:spPr>
          <a:xfrm>
            <a:off x="10772490" y="4008477"/>
            <a:ext cx="57783" cy="57783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3" name="r3_o15791"/>
          <p:cNvSpPr/>
          <p:nvPr/>
        </p:nvSpPr>
        <p:spPr>
          <a:xfrm>
            <a:off x="10780580" y="4015700"/>
            <a:ext cx="28083" cy="28083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4" name="r3_o15792"/>
          <p:cNvSpPr/>
          <p:nvPr/>
        </p:nvSpPr>
        <p:spPr>
          <a:xfrm>
            <a:off x="10780580" y="4015700"/>
            <a:ext cx="17552" cy="17552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5" name="r3_o15793"/>
          <p:cNvSpPr/>
          <p:nvPr/>
        </p:nvSpPr>
        <p:spPr>
          <a:xfrm>
            <a:off x="10759778" y="4002121"/>
            <a:ext cx="32937" cy="3293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6" name="r3_o15794"/>
          <p:cNvSpPr/>
          <p:nvPr/>
        </p:nvSpPr>
        <p:spPr>
          <a:xfrm>
            <a:off x="10764389" y="4006238"/>
            <a:ext cx="16007" cy="1600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7" name="r3_o15795"/>
          <p:cNvSpPr/>
          <p:nvPr/>
        </p:nvSpPr>
        <p:spPr>
          <a:xfrm>
            <a:off x="10764389" y="4006238"/>
            <a:ext cx="10004" cy="100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8" name="r3_o15796"/>
          <p:cNvSpPr/>
          <p:nvPr/>
        </p:nvSpPr>
        <p:spPr>
          <a:xfrm>
            <a:off x="10810916" y="4032457"/>
            <a:ext cx="32937" cy="32937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99" name="r3_o15797"/>
          <p:cNvSpPr/>
          <p:nvPr/>
        </p:nvSpPr>
        <p:spPr>
          <a:xfrm>
            <a:off x="10815527" y="4036574"/>
            <a:ext cx="16007" cy="16007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0" name="r3_o15798"/>
          <p:cNvSpPr/>
          <p:nvPr/>
        </p:nvSpPr>
        <p:spPr>
          <a:xfrm>
            <a:off x="10815527" y="4036574"/>
            <a:ext cx="10004" cy="10004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1" name="r3_o15799"/>
          <p:cNvSpPr/>
          <p:nvPr/>
        </p:nvSpPr>
        <p:spPr>
          <a:xfrm>
            <a:off x="10262416" y="4129820"/>
            <a:ext cx="68968" cy="68968"/>
          </a:xfrm>
          <a:prstGeom prst="ellipse">
            <a:avLst/>
          </a:prstGeom>
          <a:solidFill>
            <a:srgbClr val="BF29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2" name="r3_o15800"/>
          <p:cNvSpPr/>
          <p:nvPr/>
        </p:nvSpPr>
        <p:spPr>
          <a:xfrm>
            <a:off x="10272072" y="4138441"/>
            <a:ext cx="33518" cy="33518"/>
          </a:xfrm>
          <a:prstGeom prst="ellipse">
            <a:avLst/>
          </a:prstGeom>
          <a:solidFill>
            <a:srgbClr val="CD58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3" name="r3_o15801"/>
          <p:cNvSpPr/>
          <p:nvPr/>
        </p:nvSpPr>
        <p:spPr>
          <a:xfrm>
            <a:off x="10272072" y="4138441"/>
            <a:ext cx="20949" cy="20949"/>
          </a:xfrm>
          <a:prstGeom prst="ellipse">
            <a:avLst/>
          </a:prstGeom>
          <a:solidFill>
            <a:srgbClr val="DB878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4" name="r3_o15802"/>
          <p:cNvSpPr/>
          <p:nvPr/>
        </p:nvSpPr>
        <p:spPr>
          <a:xfrm>
            <a:off x="10247243" y="4122234"/>
            <a:ext cx="39312" cy="393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5" name="r3_o15803"/>
          <p:cNvSpPr/>
          <p:nvPr/>
        </p:nvSpPr>
        <p:spPr>
          <a:xfrm>
            <a:off x="10252747" y="4127148"/>
            <a:ext cx="19105" cy="1910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6" name="r3_o15804"/>
          <p:cNvSpPr/>
          <p:nvPr/>
        </p:nvSpPr>
        <p:spPr>
          <a:xfrm>
            <a:off x="10252747" y="4127148"/>
            <a:ext cx="11941" cy="1194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7" name="r3_o15805"/>
          <p:cNvSpPr/>
          <p:nvPr/>
        </p:nvSpPr>
        <p:spPr>
          <a:xfrm>
            <a:off x="10308280" y="4158442"/>
            <a:ext cx="39312" cy="39312"/>
          </a:xfrm>
          <a:prstGeom prst="ellipse">
            <a:avLst/>
          </a:prstGeom>
          <a:solidFill>
            <a:srgbClr val="DCE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8" name="r3_o15806"/>
          <p:cNvSpPr/>
          <p:nvPr/>
        </p:nvSpPr>
        <p:spPr>
          <a:xfrm>
            <a:off x="10313784" y="4163356"/>
            <a:ext cx="19105" cy="19105"/>
          </a:xfrm>
          <a:prstGeom prst="ellipse">
            <a:avLst/>
          </a:prstGeom>
          <a:solidFill>
            <a:srgbClr val="E3EAED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09" name="r3_o15807"/>
          <p:cNvSpPr/>
          <p:nvPr/>
        </p:nvSpPr>
        <p:spPr>
          <a:xfrm>
            <a:off x="10313784" y="4163356"/>
            <a:ext cx="11941" cy="11941"/>
          </a:xfrm>
          <a:prstGeom prst="ellipse">
            <a:avLst/>
          </a:prstGeom>
          <a:solidFill>
            <a:srgbClr val="EBEFF2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